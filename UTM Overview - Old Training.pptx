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0" r:id="rId4"/>
  </p:sldMasterIdLst>
  <p:notesMasterIdLst>
    <p:notesMasterId r:id="rId18"/>
  </p:notesMasterIdLst>
  <p:sldIdLst>
    <p:sldId id="257" r:id="rId5"/>
    <p:sldId id="259" r:id="rId6"/>
    <p:sldId id="264" r:id="rId7"/>
    <p:sldId id="2147478018" r:id="rId8"/>
    <p:sldId id="2147478019" r:id="rId9"/>
    <p:sldId id="2147478020" r:id="rId10"/>
    <p:sldId id="2147478021" r:id="rId11"/>
    <p:sldId id="2147478022" r:id="rId12"/>
    <p:sldId id="2147478023" r:id="rId13"/>
    <p:sldId id="2147478024" r:id="rId14"/>
    <p:sldId id="2147478025" r:id="rId15"/>
    <p:sldId id="267" r:id="rId16"/>
    <p:sldId id="271" r:id="rId17"/>
  </p:sldIdLst>
  <p:sldSz cx="12192000" cy="6858000"/>
  <p:notesSz cx="6858000" cy="9144000"/>
  <p:embeddedFontLst>
    <p:embeddedFont>
      <p:font typeface="CiscoSansCHT Bold" panose="020B0604020202020204" charset="-120"/>
      <p:bold r:id="rId19"/>
    </p:embeddedFont>
    <p:embeddedFont>
      <p:font typeface="CiscoSansTT" panose="020B0503020201020303" pitchFamily="34" charset="0"/>
      <p:regular r:id="rId20"/>
      <p:bold r:id="rId21"/>
      <p:italic r:id="rId22"/>
      <p:boldItalic r:id="rId23"/>
    </p:embeddedFont>
    <p:embeddedFont>
      <p:font typeface="CiscoSansTT ExtraLight" panose="020B0303020201020303" charset="0"/>
      <p:regular r:id="rId24"/>
      <p:italic r:id="rId25"/>
    </p:embeddedFont>
    <p:embeddedFont>
      <p:font typeface="CiscoSansTT Heavy" panose="020B0903020201020303" charset="0"/>
      <p:bold r:id="rId26"/>
      <p:boldItalic r:id="rId27"/>
    </p:embeddedFont>
    <p:embeddedFont>
      <p:font typeface="CiscoSansTT Light" panose="020B0503020201020303" charset="0"/>
      <p:regular r:id="rId28"/>
      <p:italic r:id="rId29"/>
    </p:embeddedFont>
    <p:embeddedFont>
      <p:font typeface="CiscoSansTT Medium" panose="020B0903020201020303" pitchFamily="34" charset="0"/>
      <p:regular r:id="rId30"/>
      <p:italic r:id="rId31"/>
    </p:embeddedFont>
  </p:embeddedFontLst>
  <p:defaultTextStyle>
    <a:defPPr>
      <a:defRPr lang="en-US"/>
    </a:defPPr>
    <a:lvl1pPr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3047797" algn="l" defTabSz="609559" rtl="0" eaLnBrk="1" latinLnBrk="0" hangingPunct="1">
      <a:defRPr kern="1200">
        <a:solidFill>
          <a:schemeClr val="tx1"/>
        </a:solidFill>
        <a:latin typeface="Arial" charset="0"/>
        <a:ea typeface="ＭＳ Ｐゴシック" charset="0"/>
        <a:cs typeface="ＭＳ Ｐゴシック" charset="0"/>
      </a:defRPr>
    </a:lvl6pPr>
    <a:lvl7pPr marL="3657357" algn="l" defTabSz="609559" rtl="0" eaLnBrk="1" latinLnBrk="0" hangingPunct="1">
      <a:defRPr kern="1200">
        <a:solidFill>
          <a:schemeClr val="tx1"/>
        </a:solidFill>
        <a:latin typeface="Arial" charset="0"/>
        <a:ea typeface="ＭＳ Ｐゴシック" charset="0"/>
        <a:cs typeface="ＭＳ Ｐゴシック" charset="0"/>
      </a:defRPr>
    </a:lvl7pPr>
    <a:lvl8pPr marL="4266915" algn="l" defTabSz="609559" rtl="0" eaLnBrk="1" latinLnBrk="0" hangingPunct="1">
      <a:defRPr kern="1200">
        <a:solidFill>
          <a:schemeClr val="tx1"/>
        </a:solidFill>
        <a:latin typeface="Arial" charset="0"/>
        <a:ea typeface="ＭＳ Ｐゴシック" charset="0"/>
        <a:cs typeface="ＭＳ Ｐゴシック" charset="0"/>
      </a:defRPr>
    </a:lvl8pPr>
    <a:lvl9pPr marL="4876475" algn="l" defTabSz="609559"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3971"/>
    <a:srgbClr val="1C55A7"/>
    <a:srgbClr val="4B88E1"/>
    <a:srgbClr val="154282"/>
    <a:srgbClr val="4B87E0"/>
    <a:srgbClr val="4E8AE1"/>
    <a:srgbClr val="194C95"/>
    <a:srgbClr val="616161"/>
    <a:srgbClr val="3F7BD2"/>
    <a:srgbClr val="87B0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660"/>
  </p:normalViewPr>
  <p:slideViewPr>
    <p:cSldViewPr snapToGrid="0">
      <p:cViewPr varScale="1">
        <p:scale>
          <a:sx n="78" d="100"/>
          <a:sy n="78" d="100"/>
        </p:scale>
        <p:origin x="576" y="2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customXml" Target="../customXml/item3.xml"/><Relationship Id="rId21" Type="http://schemas.openxmlformats.org/officeDocument/2006/relationships/font" Target="fonts/font3.fntdata"/><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7.fntdata"/><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6.fntdata"/><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6.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5CAF1-B2BD-4553-A9B5-1BEB1E98CC31}" type="datetimeFigureOut">
              <a:rPr lang="en-GB" smtClean="0"/>
              <a:t>25/06/2026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397887-75C3-46F4-A77E-400A11DCD93F}" type="slidenum">
              <a:rPr lang="en-GB" smtClean="0"/>
              <a:t>‹#›</a:t>
            </a:fld>
            <a:endParaRPr lang="en-GB"/>
          </a:p>
        </p:txBody>
      </p:sp>
    </p:spTree>
    <p:extLst>
      <p:ext uri="{BB962C8B-B14F-4D97-AF65-F5344CB8AC3E}">
        <p14:creationId xmlns:p14="http://schemas.microsoft.com/office/powerpoint/2010/main" val="1480195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F397887-75C3-46F4-A77E-400A11DCD93F}" type="slidenum">
              <a:rPr lang="en-GB" smtClean="0"/>
              <a:t>3</a:t>
            </a:fld>
            <a:endParaRPr lang="en-GB"/>
          </a:p>
        </p:txBody>
      </p:sp>
    </p:spTree>
    <p:extLst>
      <p:ext uri="{BB962C8B-B14F-4D97-AF65-F5344CB8AC3E}">
        <p14:creationId xmlns:p14="http://schemas.microsoft.com/office/powerpoint/2010/main" val="3997855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5DEFF-E1E1-0787-B9AC-8FD9BACB6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9163A5-D8EF-C772-E61C-8167E7056E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8BD9E-81E1-9399-4322-74912B77BBB5}"/>
              </a:ext>
            </a:extLst>
          </p:cNvPr>
          <p:cNvSpPr>
            <a:spLocks noGrp="1"/>
          </p:cNvSpPr>
          <p:nvPr>
            <p:ph type="body" idx="1"/>
          </p:nvPr>
        </p:nvSpPr>
        <p:spPr/>
        <p:txBody>
          <a:bodyPr/>
          <a:lstStyle/>
          <a:p>
            <a:r>
              <a:rPr lang="en-GB" dirty="0"/>
              <a:t>In summary IDs can be captured in 3 main places</a:t>
            </a:r>
          </a:p>
          <a:p>
            <a:r>
              <a:rPr lang="en-GB" dirty="0"/>
              <a:t>   Appended to URL</a:t>
            </a:r>
          </a:p>
          <a:p>
            <a:r>
              <a:rPr lang="en-GB" dirty="0"/>
              <a:t>   HTML of Landing Pages</a:t>
            </a:r>
          </a:p>
          <a:p>
            <a:r>
              <a:rPr lang="en-GB" dirty="0"/>
              <a:t>   Static Transactions such as Manual Uploads, Global Event &amp; Content Syndication Integrations</a:t>
            </a:r>
          </a:p>
          <a:p>
            <a:endParaRPr lang="en-GB" dirty="0"/>
          </a:p>
          <a:p>
            <a:r>
              <a:rPr lang="en-GB" dirty="0"/>
              <a:t>URLS</a:t>
            </a:r>
          </a:p>
          <a:p>
            <a:r>
              <a:rPr lang="en-GB" dirty="0"/>
              <a:t>	The Activity ID, Drive To ID and Event ID will only be written to local storage on the first interaction with Cisco.com for this visit</a:t>
            </a:r>
          </a:p>
          <a:p>
            <a:r>
              <a:rPr lang="en-GB" dirty="0"/>
              <a:t>	Any ID appended to internal pages or call to actions will be ignored and not written to Local Storage but will be written to Weblogs</a:t>
            </a:r>
          </a:p>
          <a:p>
            <a:endParaRPr lang="en-GB" dirty="0"/>
          </a:p>
          <a:p>
            <a:r>
              <a:rPr lang="en-GB" dirty="0"/>
              <a:t>Landing Page</a:t>
            </a:r>
          </a:p>
          <a:p>
            <a:r>
              <a:rPr lang="en-GB" dirty="0"/>
              <a:t>	The Offer ID will be taken from the HTML of the Landing Page of a Gated Offer</a:t>
            </a:r>
          </a:p>
          <a:p>
            <a:r>
              <a:rPr lang="en-GB" dirty="0"/>
              <a:t>	The Activity ID and EID will be taken from the HTML of the Landing Page – ONLY if the customer rejected cookies and we have no information in Page Logic</a:t>
            </a:r>
          </a:p>
          <a:p>
            <a:r>
              <a:rPr lang="en-GB" dirty="0"/>
              <a:t>	Automatically aligned – however, the mapping has not been updated in over a year and doesn’t align with the FY25 Campaigns</a:t>
            </a:r>
          </a:p>
        </p:txBody>
      </p:sp>
      <p:sp>
        <p:nvSpPr>
          <p:cNvPr id="4" name="Slide Number Placeholder 3">
            <a:extLst>
              <a:ext uri="{FF2B5EF4-FFF2-40B4-BE49-F238E27FC236}">
                <a16:creationId xmlns:a16="http://schemas.microsoft.com/office/drawing/2014/main" id="{159EF57B-A732-529B-C2E1-91AA29A66269}"/>
              </a:ext>
            </a:extLst>
          </p:cNvPr>
          <p:cNvSpPr>
            <a:spLocks noGrp="1"/>
          </p:cNvSpPr>
          <p:nvPr>
            <p:ph type="sldNum" sz="quarter" idx="5"/>
          </p:nvPr>
        </p:nvSpPr>
        <p:spPr/>
        <p:txBody>
          <a:bodyPr/>
          <a:lstStyle/>
          <a:p>
            <a:fld id="{870B49EC-A97F-4C54-AB44-010F6F75E39D}" type="slidenum">
              <a:rPr lang="en-GB" smtClean="0"/>
              <a:t>4</a:t>
            </a:fld>
            <a:endParaRPr lang="en-GB"/>
          </a:p>
        </p:txBody>
      </p:sp>
    </p:spTree>
    <p:extLst>
      <p:ext uri="{BB962C8B-B14F-4D97-AF65-F5344CB8AC3E}">
        <p14:creationId xmlns:p14="http://schemas.microsoft.com/office/powerpoint/2010/main" val="3767621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47FEA-DD97-AB65-435F-FA5F083903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F78F7B-55E8-DFBC-75BA-044FC79566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178A9-7673-67E2-9852-149CC2533D6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B71FAB0-3BE6-1CE3-941F-6C01B2A10F80}"/>
              </a:ext>
            </a:extLst>
          </p:cNvPr>
          <p:cNvSpPr>
            <a:spLocks noGrp="1"/>
          </p:cNvSpPr>
          <p:nvPr>
            <p:ph type="sldNum" sz="quarter" idx="5"/>
          </p:nvPr>
        </p:nvSpPr>
        <p:spPr/>
        <p:txBody>
          <a:bodyPr/>
          <a:lstStyle/>
          <a:p>
            <a:fld id="{AF397887-75C3-46F4-A77E-400A11DCD93F}" type="slidenum">
              <a:rPr lang="en-GB" smtClean="0"/>
              <a:t>5</a:t>
            </a:fld>
            <a:endParaRPr lang="en-GB"/>
          </a:p>
        </p:txBody>
      </p:sp>
    </p:spTree>
    <p:extLst>
      <p:ext uri="{BB962C8B-B14F-4D97-AF65-F5344CB8AC3E}">
        <p14:creationId xmlns:p14="http://schemas.microsoft.com/office/powerpoint/2010/main" val="350516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877ED-866C-60FA-C26B-631CC5A28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19ACB-9B18-15FC-2992-0462B84DD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D7E7CF-83A1-426F-DC92-F55AAC0D1F4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2E80E7D-8D6A-7000-BF45-2050341715F8}"/>
              </a:ext>
            </a:extLst>
          </p:cNvPr>
          <p:cNvSpPr>
            <a:spLocks noGrp="1"/>
          </p:cNvSpPr>
          <p:nvPr>
            <p:ph type="sldNum" sz="quarter" idx="5"/>
          </p:nvPr>
        </p:nvSpPr>
        <p:spPr/>
        <p:txBody>
          <a:bodyPr/>
          <a:lstStyle/>
          <a:p>
            <a:fld id="{AF397887-75C3-46F4-A77E-400A11DCD93F}" type="slidenum">
              <a:rPr lang="en-GB" smtClean="0"/>
              <a:t>6</a:t>
            </a:fld>
            <a:endParaRPr lang="en-GB"/>
          </a:p>
        </p:txBody>
      </p:sp>
    </p:spTree>
    <p:extLst>
      <p:ext uri="{BB962C8B-B14F-4D97-AF65-F5344CB8AC3E}">
        <p14:creationId xmlns:p14="http://schemas.microsoft.com/office/powerpoint/2010/main" val="3513995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F397887-75C3-46F4-A77E-400A11DCD93F}" type="slidenum">
              <a:rPr lang="en-GB" smtClean="0"/>
              <a:t>7</a:t>
            </a:fld>
            <a:endParaRPr lang="en-GB"/>
          </a:p>
        </p:txBody>
      </p:sp>
    </p:spTree>
    <p:extLst>
      <p:ext uri="{BB962C8B-B14F-4D97-AF65-F5344CB8AC3E}">
        <p14:creationId xmlns:p14="http://schemas.microsoft.com/office/powerpoint/2010/main" val="3127630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F397887-75C3-46F4-A77E-400A11DCD93F}" type="slidenum">
              <a:rPr lang="en-GB" smtClean="0"/>
              <a:t>9</a:t>
            </a:fld>
            <a:endParaRPr lang="en-GB"/>
          </a:p>
        </p:txBody>
      </p:sp>
    </p:spTree>
    <p:extLst>
      <p:ext uri="{BB962C8B-B14F-4D97-AF65-F5344CB8AC3E}">
        <p14:creationId xmlns:p14="http://schemas.microsoft.com/office/powerpoint/2010/main" val="1182665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F397887-75C3-46F4-A77E-400A11DCD93F}" type="slidenum">
              <a:rPr lang="en-GB" smtClean="0"/>
              <a:t>12</a:t>
            </a:fld>
            <a:endParaRPr lang="en-GB"/>
          </a:p>
        </p:txBody>
      </p:sp>
    </p:spTree>
    <p:extLst>
      <p:ext uri="{BB962C8B-B14F-4D97-AF65-F5344CB8AC3E}">
        <p14:creationId xmlns:p14="http://schemas.microsoft.com/office/powerpoint/2010/main" val="25345587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Midnight">
    <p:spTree>
      <p:nvGrpSpPr>
        <p:cNvPr id="1" name=""/>
        <p:cNvGrpSpPr/>
        <p:nvPr/>
      </p:nvGrpSpPr>
      <p:grpSpPr>
        <a:xfrm>
          <a:off x="0" y="0"/>
          <a:ext cx="0" cy="0"/>
          <a:chOff x="0" y="0"/>
          <a:chExt cx="0" cy="0"/>
        </a:xfrm>
      </p:grpSpPr>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868042" y="431800"/>
            <a:ext cx="714359" cy="375341"/>
          </a:xfrm>
          <a:prstGeom prst="rect">
            <a:avLst/>
          </a:prstGeom>
        </p:spPr>
      </p:pic>
      <p:sp>
        <p:nvSpPr>
          <p:cNvPr id="7" name="Title 1">
            <a:extLst>
              <a:ext uri="{FF2B5EF4-FFF2-40B4-BE49-F238E27FC236}">
                <a16:creationId xmlns:a16="http://schemas.microsoft.com/office/drawing/2014/main" id="{FB1806B9-59E1-8EE1-4B4C-90B4D0E1F8B6}"/>
              </a:ext>
            </a:extLst>
          </p:cNvPr>
          <p:cNvSpPr>
            <a:spLocks noGrp="1"/>
          </p:cNvSpPr>
          <p:nvPr>
            <p:ph type="ctrTitle" hasCustomPrompt="1"/>
          </p:nvPr>
        </p:nvSpPr>
        <p:spPr>
          <a:xfrm>
            <a:off x="609600" y="3200817"/>
            <a:ext cx="10972800" cy="1504200"/>
          </a:xfrm>
          <a:prstGeom prst="rect">
            <a:avLst/>
          </a:prstGeom>
        </p:spPr>
        <p:txBody>
          <a:bodyPr lIns="0" tIns="0" rIns="0" bIns="0" anchor="b" anchorCtr="0"/>
          <a:lstStyle>
            <a:lvl1pPr marL="0" indent="0" algn="r">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a:t>Presentation title </a:t>
            </a:r>
            <a:br>
              <a:rPr lang="en-GB"/>
            </a:br>
            <a:r>
              <a:rPr lang="en-GB"/>
              <a:t>goes here</a:t>
            </a:r>
            <a:endParaRPr lang="en-US"/>
          </a:p>
        </p:txBody>
      </p:sp>
      <p:sp>
        <p:nvSpPr>
          <p:cNvPr id="11" name="Subtitle">
            <a:extLst>
              <a:ext uri="{FF2B5EF4-FFF2-40B4-BE49-F238E27FC236}">
                <a16:creationId xmlns:a16="http://schemas.microsoft.com/office/drawing/2014/main" id="{0752FE33-C659-2420-3AB6-DE44957C4B0C}"/>
              </a:ext>
            </a:extLst>
          </p:cNvPr>
          <p:cNvSpPr>
            <a:spLocks noGrp="1"/>
          </p:cNvSpPr>
          <p:nvPr>
            <p:ph type="body" sz="quarter" idx="13" hasCustomPrompt="1"/>
          </p:nvPr>
        </p:nvSpPr>
        <p:spPr>
          <a:xfrm>
            <a:off x="609600" y="4807254"/>
            <a:ext cx="10972800" cy="398668"/>
          </a:xfrm>
          <a:prstGeom prst="rect">
            <a:avLst/>
          </a:prstGeom>
        </p:spPr>
        <p:txBody>
          <a:bodyPr lIns="0" tIns="0" rIns="0" bIns="0"/>
          <a:lstStyle>
            <a:lvl1pPr marL="0" indent="0" algn="r">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 goes here</a:t>
            </a:r>
          </a:p>
        </p:txBody>
      </p:sp>
      <p:sp>
        <p:nvSpPr>
          <p:cNvPr id="12" name="Speaker Name">
            <a:extLst>
              <a:ext uri="{FF2B5EF4-FFF2-40B4-BE49-F238E27FC236}">
                <a16:creationId xmlns:a16="http://schemas.microsoft.com/office/drawing/2014/main" id="{41F71C68-0397-BAD0-2DDC-F934B0E3B241}"/>
              </a:ext>
            </a:extLst>
          </p:cNvPr>
          <p:cNvSpPr>
            <a:spLocks noGrp="1"/>
          </p:cNvSpPr>
          <p:nvPr>
            <p:ph type="subTitle" idx="1" hasCustomPrompt="1"/>
          </p:nvPr>
        </p:nvSpPr>
        <p:spPr>
          <a:xfrm>
            <a:off x="609600" y="5314225"/>
            <a:ext cx="10972800" cy="807177"/>
          </a:xfrm>
          <a:prstGeom prst="rect">
            <a:avLst/>
          </a:prstGeom>
        </p:spPr>
        <p:txBody>
          <a:bodyPr lIns="0" tIns="0" rIns="0" bIns="0" anchor="t" anchorCtr="0">
            <a:noAutofit/>
          </a:bodyPr>
          <a:lstStyle>
            <a:lvl1pPr marL="0" indent="0" algn="r">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name, Speaker title </a:t>
            </a:r>
            <a:br>
              <a:rPr lang="en-GB"/>
            </a:br>
            <a:r>
              <a:rPr lang="en-GB"/>
              <a:t>Department</a:t>
            </a:r>
          </a:p>
          <a:p>
            <a:r>
              <a:rPr lang="en-GB"/>
              <a:t>Date</a:t>
            </a:r>
            <a:endParaRPr lang="en-US"/>
          </a:p>
        </p:txBody>
      </p:sp>
      <p:pic>
        <p:nvPicPr>
          <p:cNvPr id="14" name="Picture 13" descr="A close up of a bicycle wheel&#10;&#10;Description automatically generated with medium confidence">
            <a:extLst>
              <a:ext uri="{FF2B5EF4-FFF2-40B4-BE49-F238E27FC236}">
                <a16:creationId xmlns:a16="http://schemas.microsoft.com/office/drawing/2014/main" id="{5AE25C7A-1249-BCF4-6A15-0E65F3B81FA1}"/>
              </a:ext>
            </a:extLst>
          </p:cNvPr>
          <p:cNvPicPr>
            <a:picLocks noChangeAspect="1"/>
          </p:cNvPicPr>
          <p:nvPr/>
        </p:nvPicPr>
        <p:blipFill rotWithShape="1">
          <a:blip r:embed="rId3"/>
          <a:srcRect l="36612" t="37880"/>
          <a:stretch/>
        </p:blipFill>
        <p:spPr>
          <a:xfrm>
            <a:off x="0" y="0"/>
            <a:ext cx="3302296" cy="3186368"/>
          </a:xfrm>
          <a:prstGeom prst="rect">
            <a:avLst/>
          </a:prstGeom>
        </p:spPr>
      </p:pic>
    </p:spTree>
    <p:extLst>
      <p:ext uri="{BB962C8B-B14F-4D97-AF65-F5344CB8AC3E}">
        <p14:creationId xmlns:p14="http://schemas.microsoft.com/office/powerpoint/2010/main" val="20642514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Midnight 2">
    <p:spTree>
      <p:nvGrpSpPr>
        <p:cNvPr id="1" name=""/>
        <p:cNvGrpSpPr/>
        <p:nvPr/>
      </p:nvGrpSpPr>
      <p:grpSpPr>
        <a:xfrm>
          <a:off x="0" y="0"/>
          <a:ext cx="0" cy="0"/>
          <a:chOff x="0" y="0"/>
          <a:chExt cx="0" cy="0"/>
        </a:xfrm>
      </p:grpSpPr>
      <p:pic>
        <p:nvPicPr>
          <p:cNvPr id="11" name="Picture 7">
            <a:extLst>
              <a:ext uri="{FF2B5EF4-FFF2-40B4-BE49-F238E27FC236}">
                <a16:creationId xmlns:a16="http://schemas.microsoft.com/office/drawing/2014/main" id="{3E07EA67-4FBD-37ED-ACE3-23D90A302FC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868042" y="431800"/>
            <a:ext cx="714359" cy="375341"/>
          </a:xfrm>
          <a:prstGeom prst="rect">
            <a:avLst/>
          </a:prstGeom>
        </p:spPr>
      </p:pic>
      <p:sp>
        <p:nvSpPr>
          <p:cNvPr id="12" name="Title 1">
            <a:extLst>
              <a:ext uri="{FF2B5EF4-FFF2-40B4-BE49-F238E27FC236}">
                <a16:creationId xmlns:a16="http://schemas.microsoft.com/office/drawing/2014/main" id="{6C8A8D07-FD7D-5E31-8AB8-9278D8751FF2}"/>
              </a:ext>
            </a:extLst>
          </p:cNvPr>
          <p:cNvSpPr>
            <a:spLocks noGrp="1"/>
          </p:cNvSpPr>
          <p:nvPr>
            <p:ph type="ctrTitle" hasCustomPrompt="1"/>
          </p:nvPr>
        </p:nvSpPr>
        <p:spPr>
          <a:xfrm>
            <a:off x="609600" y="3200817"/>
            <a:ext cx="10972800" cy="1504200"/>
          </a:xfrm>
          <a:prstGeom prst="rect">
            <a:avLst/>
          </a:prstGeom>
        </p:spPr>
        <p:txBody>
          <a:bodyPr lIns="0" tIns="0" rIns="0" bIns="0" anchor="b" anchorCtr="0"/>
          <a:lstStyle>
            <a:lvl1pPr marL="0" indent="0" algn="r">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a:t>Presentation title </a:t>
            </a:r>
            <a:br>
              <a:rPr lang="en-GB"/>
            </a:br>
            <a:r>
              <a:rPr lang="en-GB"/>
              <a:t>goes here</a:t>
            </a:r>
            <a:endParaRPr lang="en-US"/>
          </a:p>
        </p:txBody>
      </p:sp>
      <p:sp>
        <p:nvSpPr>
          <p:cNvPr id="13" name="Subtitle">
            <a:extLst>
              <a:ext uri="{FF2B5EF4-FFF2-40B4-BE49-F238E27FC236}">
                <a16:creationId xmlns:a16="http://schemas.microsoft.com/office/drawing/2014/main" id="{66F1F590-BFCB-FED9-A671-92A04C309DC6}"/>
              </a:ext>
            </a:extLst>
          </p:cNvPr>
          <p:cNvSpPr>
            <a:spLocks noGrp="1"/>
          </p:cNvSpPr>
          <p:nvPr>
            <p:ph type="body" sz="quarter" idx="13" hasCustomPrompt="1"/>
          </p:nvPr>
        </p:nvSpPr>
        <p:spPr>
          <a:xfrm>
            <a:off x="609600" y="4807254"/>
            <a:ext cx="10972800" cy="398668"/>
          </a:xfrm>
          <a:prstGeom prst="rect">
            <a:avLst/>
          </a:prstGeom>
        </p:spPr>
        <p:txBody>
          <a:bodyPr lIns="0" tIns="0" rIns="0" bIns="0"/>
          <a:lstStyle>
            <a:lvl1pPr marL="0" indent="0" algn="r">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 goes here</a:t>
            </a:r>
          </a:p>
        </p:txBody>
      </p:sp>
      <p:sp>
        <p:nvSpPr>
          <p:cNvPr id="14" name="Speaker Name">
            <a:extLst>
              <a:ext uri="{FF2B5EF4-FFF2-40B4-BE49-F238E27FC236}">
                <a16:creationId xmlns:a16="http://schemas.microsoft.com/office/drawing/2014/main" id="{8A19B5E2-7CFA-E5A2-3774-526865A55811}"/>
              </a:ext>
            </a:extLst>
          </p:cNvPr>
          <p:cNvSpPr>
            <a:spLocks noGrp="1"/>
          </p:cNvSpPr>
          <p:nvPr>
            <p:ph type="subTitle" idx="1" hasCustomPrompt="1"/>
          </p:nvPr>
        </p:nvSpPr>
        <p:spPr>
          <a:xfrm>
            <a:off x="609600" y="5314225"/>
            <a:ext cx="10972800" cy="807177"/>
          </a:xfrm>
          <a:prstGeom prst="rect">
            <a:avLst/>
          </a:prstGeom>
        </p:spPr>
        <p:txBody>
          <a:bodyPr lIns="0" tIns="0" rIns="0" bIns="0" anchor="t" anchorCtr="0">
            <a:noAutofit/>
          </a:bodyPr>
          <a:lstStyle>
            <a:lvl1pPr marL="0" indent="0" algn="r">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name, Speaker title </a:t>
            </a:r>
            <a:br>
              <a:rPr lang="en-GB"/>
            </a:br>
            <a:r>
              <a:rPr lang="en-GB"/>
              <a:t>Department</a:t>
            </a:r>
          </a:p>
          <a:p>
            <a:r>
              <a:rPr lang="en-GB"/>
              <a:t>Date</a:t>
            </a:r>
            <a:endParaRPr lang="en-US"/>
          </a:p>
        </p:txBody>
      </p:sp>
      <p:pic>
        <p:nvPicPr>
          <p:cNvPr id="17" name="Graphic 16">
            <a:extLst>
              <a:ext uri="{FF2B5EF4-FFF2-40B4-BE49-F238E27FC236}">
                <a16:creationId xmlns:a16="http://schemas.microsoft.com/office/drawing/2014/main" id="{B1556834-75D2-108A-B33C-79765E2C9CFB}"/>
              </a:ext>
            </a:extLst>
          </p:cNvPr>
          <p:cNvPicPr>
            <a:picLocks noChangeAspect="1"/>
          </p:cNvPicPr>
          <p:nvPr/>
        </p:nvPicPr>
        <p:blipFill rotWithShape="1">
          <a:blip>
            <a:extLst>
              <a:ext uri="{96DAC541-7B7A-43D3-8B79-37D633B846F1}">
                <asvg:svgBlip xmlns:asvg="http://schemas.microsoft.com/office/drawing/2016/SVG/main" r:embed="rId3"/>
              </a:ext>
            </a:extLst>
          </a:blip>
          <a:srcRect l="40057" t="41915" b="1534"/>
          <a:stretch/>
        </p:blipFill>
        <p:spPr>
          <a:xfrm>
            <a:off x="22034" y="-2219"/>
            <a:ext cx="7116956" cy="6720012"/>
          </a:xfrm>
          <a:prstGeom prst="rect">
            <a:avLst/>
          </a:prstGeom>
        </p:spPr>
      </p:pic>
    </p:spTree>
    <p:extLst>
      <p:ext uri="{BB962C8B-B14F-4D97-AF65-F5344CB8AC3E}">
        <p14:creationId xmlns:p14="http://schemas.microsoft.com/office/powerpoint/2010/main" val="36378087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ky Title Midnight Left">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a:t>Presentation title </a:t>
            </a:r>
            <a:br>
              <a:rPr lang="en-GB"/>
            </a:br>
            <a:r>
              <a:rPr lang="en-GB"/>
              <a:t>goes here</a:t>
            </a:r>
            <a:endParaRPr lang="en-US"/>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bg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name, Speaker title </a:t>
            </a:r>
            <a:br>
              <a:rPr lang="en-GB"/>
            </a:br>
            <a:r>
              <a:rPr lang="en-GB"/>
              <a:t>Department</a:t>
            </a:r>
          </a:p>
          <a:p>
            <a:r>
              <a:rPr lang="en-GB"/>
              <a:t>Date</a:t>
            </a:r>
            <a:endParaRPr lang="en-US"/>
          </a:p>
        </p:txBody>
      </p:sp>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431800"/>
            <a:ext cx="714359" cy="375341"/>
          </a:xfrm>
          <a:prstGeom prst="rect">
            <a:avLst/>
          </a:prstGeom>
        </p:spPr>
      </p:pic>
      <p:pic>
        <p:nvPicPr>
          <p:cNvPr id="7" name="Graphic 6">
            <a:extLst>
              <a:ext uri="{FF2B5EF4-FFF2-40B4-BE49-F238E27FC236}">
                <a16:creationId xmlns:a16="http://schemas.microsoft.com/office/drawing/2014/main" id="{45E08A58-48AA-5A77-69A6-922023305F1F}"/>
              </a:ext>
            </a:extLst>
          </p:cNvPr>
          <p:cNvPicPr>
            <a:picLocks noChangeAspect="1"/>
          </p:cNvPicPr>
          <p:nvPr/>
        </p:nvPicPr>
        <p:blipFill rotWithShape="1">
          <a:blip>
            <a:extLst>
              <a:ext uri="{96DAC541-7B7A-43D3-8B79-37D633B846F1}">
                <asvg:svgBlip xmlns:asvg="http://schemas.microsoft.com/office/drawing/2016/SVG/main" r:embed="rId3"/>
              </a:ext>
            </a:extLst>
          </a:blip>
          <a:srcRect t="37725" r="36794"/>
          <a:stretch/>
        </p:blipFill>
        <p:spPr>
          <a:xfrm>
            <a:off x="8995972" y="0"/>
            <a:ext cx="3196029" cy="3148965"/>
          </a:xfrm>
          <a:prstGeom prst="rect">
            <a:avLst/>
          </a:prstGeom>
        </p:spPr>
      </p:pic>
    </p:spTree>
    <p:extLst>
      <p:ext uri="{BB962C8B-B14F-4D97-AF65-F5344CB8AC3E}">
        <p14:creationId xmlns:p14="http://schemas.microsoft.com/office/powerpoint/2010/main" val="31633598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Midnight Lef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a:t>Presentation title </a:t>
            </a:r>
            <a:br>
              <a:rPr lang="en-GB"/>
            </a:br>
            <a:r>
              <a:rPr lang="en-GB"/>
              <a:t>goes here</a:t>
            </a:r>
            <a:endParaRPr lang="en-US"/>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name, Speaker title </a:t>
            </a:r>
            <a:br>
              <a:rPr lang="en-GB"/>
            </a:br>
            <a:r>
              <a:rPr lang="en-GB"/>
              <a:t>Department</a:t>
            </a:r>
          </a:p>
          <a:p>
            <a:r>
              <a:rPr lang="en-GB"/>
              <a:t>Date</a:t>
            </a:r>
            <a:endParaRPr lang="en-US"/>
          </a:p>
        </p:txBody>
      </p:sp>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431800"/>
            <a:ext cx="714359" cy="375341"/>
          </a:xfrm>
          <a:prstGeom prst="rect">
            <a:avLst/>
          </a:prstGeom>
        </p:spPr>
      </p:pic>
      <p:pic>
        <p:nvPicPr>
          <p:cNvPr id="10" name="Graphic 9">
            <a:extLst>
              <a:ext uri="{FF2B5EF4-FFF2-40B4-BE49-F238E27FC236}">
                <a16:creationId xmlns:a16="http://schemas.microsoft.com/office/drawing/2014/main" id="{85B84F8A-4CB4-590D-0A8D-E932FEA97B8B}"/>
              </a:ext>
            </a:extLst>
          </p:cNvPr>
          <p:cNvPicPr>
            <a:picLocks noChangeAspect="1"/>
          </p:cNvPicPr>
          <p:nvPr/>
        </p:nvPicPr>
        <p:blipFill rotWithShape="1">
          <a:blip>
            <a:extLst>
              <a:ext uri="{96DAC541-7B7A-43D3-8B79-37D633B846F1}">
                <asvg:svgBlip xmlns:asvg="http://schemas.microsoft.com/office/drawing/2016/SVG/main" r:embed="rId3"/>
              </a:ext>
            </a:extLst>
          </a:blip>
          <a:srcRect t="37924" r="37399"/>
          <a:stretch/>
        </p:blipFill>
        <p:spPr>
          <a:xfrm>
            <a:off x="8934553" y="-1"/>
            <a:ext cx="3257447" cy="3230108"/>
          </a:xfrm>
          <a:prstGeom prst="rect">
            <a:avLst/>
          </a:prstGeom>
        </p:spPr>
      </p:pic>
    </p:spTree>
    <p:extLst>
      <p:ext uri="{BB962C8B-B14F-4D97-AF65-F5344CB8AC3E}">
        <p14:creationId xmlns:p14="http://schemas.microsoft.com/office/powerpoint/2010/main" val="20819709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Midnight Left Image">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8B79449B-D8FD-934A-BDBF-CDDC969F0C21}"/>
              </a:ext>
            </a:extLst>
          </p:cNvPr>
          <p:cNvSpPr>
            <a:spLocks noGrp="1"/>
          </p:cNvSpPr>
          <p:nvPr>
            <p:ph type="pic" sz="quarter" idx="10" hasCustomPrompt="1"/>
          </p:nvPr>
        </p:nvSpPr>
        <p:spPr>
          <a:xfrm>
            <a:off x="8186059" y="0"/>
            <a:ext cx="4005943" cy="6858000"/>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picture</a:t>
            </a:r>
          </a:p>
        </p:txBody>
      </p:sp>
      <p:pic>
        <p:nvPicPr>
          <p:cNvPr id="8" name="Picture 7">
            <a:extLst>
              <a:ext uri="{FF2B5EF4-FFF2-40B4-BE49-F238E27FC236}">
                <a16:creationId xmlns:a16="http://schemas.microsoft.com/office/drawing/2014/main" id="{D9C35F59-840A-4949-98EF-405713B32F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829427" y="431800"/>
            <a:ext cx="714359" cy="375341"/>
          </a:xfrm>
          <a:prstGeom prst="rect">
            <a:avLst/>
          </a:prstGeom>
        </p:spPr>
      </p:pic>
      <p:sp>
        <p:nvSpPr>
          <p:cNvPr id="16" name="Title 1">
            <a:extLst>
              <a:ext uri="{FF2B5EF4-FFF2-40B4-BE49-F238E27FC236}">
                <a16:creationId xmlns:a16="http://schemas.microsoft.com/office/drawing/2014/main" id="{295FAFAD-F810-39BD-3A75-77D90AC7B4C4}"/>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a:t>Presentation title </a:t>
            </a:r>
            <a:br>
              <a:rPr lang="en-GB"/>
            </a:br>
            <a:r>
              <a:rPr lang="en-GB"/>
              <a:t>goes here</a:t>
            </a:r>
            <a:endParaRPr lang="en-US"/>
          </a:p>
        </p:txBody>
      </p:sp>
      <p:sp>
        <p:nvSpPr>
          <p:cNvPr id="17" name="Subtitle">
            <a:extLst>
              <a:ext uri="{FF2B5EF4-FFF2-40B4-BE49-F238E27FC236}">
                <a16:creationId xmlns:a16="http://schemas.microsoft.com/office/drawing/2014/main" id="{8C37E0F8-C5E2-7BED-8AAC-897D792BB038}"/>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 goes here</a:t>
            </a:r>
          </a:p>
        </p:txBody>
      </p:sp>
      <p:sp>
        <p:nvSpPr>
          <p:cNvPr id="18" name="Subtitle 2">
            <a:extLst>
              <a:ext uri="{FF2B5EF4-FFF2-40B4-BE49-F238E27FC236}">
                <a16:creationId xmlns:a16="http://schemas.microsoft.com/office/drawing/2014/main" id="{CD577481-303C-6B3D-080C-D901A9CC28E2}"/>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name, Speaker title </a:t>
            </a:r>
            <a:br>
              <a:rPr lang="en-GB"/>
            </a:br>
            <a:r>
              <a:rPr lang="en-GB"/>
              <a:t>Department</a:t>
            </a:r>
          </a:p>
          <a:p>
            <a:r>
              <a:rPr lang="en-GB"/>
              <a:t>Date</a:t>
            </a:r>
            <a:endParaRPr lang="en-US"/>
          </a:p>
        </p:txBody>
      </p:sp>
      <p:pic>
        <p:nvPicPr>
          <p:cNvPr id="19" name="Picture 18" descr="A close up of a bicycle wheel&#10;&#10;Description automatically generated with medium confidence">
            <a:extLst>
              <a:ext uri="{FF2B5EF4-FFF2-40B4-BE49-F238E27FC236}">
                <a16:creationId xmlns:a16="http://schemas.microsoft.com/office/drawing/2014/main" id="{3E944F94-13BC-6112-DD6F-F3014229F406}"/>
              </a:ext>
            </a:extLst>
          </p:cNvPr>
          <p:cNvPicPr>
            <a:picLocks noChangeAspect="1"/>
          </p:cNvPicPr>
          <p:nvPr/>
        </p:nvPicPr>
        <p:blipFill rotWithShape="1">
          <a:blip r:embed="rId3"/>
          <a:srcRect l="36612" t="37880"/>
          <a:stretch/>
        </p:blipFill>
        <p:spPr>
          <a:xfrm>
            <a:off x="0" y="0"/>
            <a:ext cx="3302296" cy="3186368"/>
          </a:xfrm>
          <a:prstGeom prst="rect">
            <a:avLst/>
          </a:prstGeom>
        </p:spPr>
      </p:pic>
    </p:spTree>
    <p:extLst>
      <p:ext uri="{BB962C8B-B14F-4D97-AF65-F5344CB8AC3E}">
        <p14:creationId xmlns:p14="http://schemas.microsoft.com/office/powerpoint/2010/main" val="15246955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Righ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A31272-7678-5F4F-BF05-F087FA2FC8E9}"/>
              </a:ext>
            </a:extLst>
          </p:cNvPr>
          <p:cNvSpPr>
            <a:spLocks noGrp="1"/>
          </p:cNvSpPr>
          <p:nvPr>
            <p:ph type="ctrTitle" hasCustomPrompt="1"/>
          </p:nvPr>
        </p:nvSpPr>
        <p:spPr>
          <a:xfrm>
            <a:off x="609601" y="3101870"/>
            <a:ext cx="10972801" cy="1262529"/>
          </a:xfrm>
          <a:prstGeom prst="rect">
            <a:avLst/>
          </a:prstGeom>
        </p:spPr>
        <p:txBody>
          <a:bodyPr anchor="ctr"/>
          <a:lstStyle>
            <a:lvl1pPr marL="0" indent="0" algn="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Transition slide goes here</a:t>
            </a:r>
            <a:endParaRPr lang="en-US"/>
          </a:p>
        </p:txBody>
      </p:sp>
      <p:sp>
        <p:nvSpPr>
          <p:cNvPr id="9" name="Text Placeholder 2">
            <a:extLst>
              <a:ext uri="{FF2B5EF4-FFF2-40B4-BE49-F238E27FC236}">
                <a16:creationId xmlns:a16="http://schemas.microsoft.com/office/drawing/2014/main" id="{DECC8AF0-3BE8-4648-B8CF-BE366F78ABFC}"/>
              </a:ext>
            </a:extLst>
          </p:cNvPr>
          <p:cNvSpPr>
            <a:spLocks noGrp="1"/>
          </p:cNvSpPr>
          <p:nvPr>
            <p:ph type="body" sz="quarter" idx="14" hasCustomPrompt="1"/>
          </p:nvPr>
        </p:nvSpPr>
        <p:spPr>
          <a:xfrm>
            <a:off x="609603" y="431802"/>
            <a:ext cx="10972800" cy="398668"/>
          </a:xfrm>
          <a:prstGeom prst="rect">
            <a:avLst/>
          </a:prstGeom>
        </p:spPr>
        <p:txBody>
          <a:bodyPr lIns="0" tIns="0" rIns="0" bIns="0"/>
          <a:lstStyle>
            <a:lvl1pPr marL="0" indent="0" algn="r">
              <a:buFont typeface="Arial" panose="020B0604020202020204" pitchFamily="34" charset="0"/>
              <a:buNone/>
              <a:defRPr sz="1333"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pic>
        <p:nvPicPr>
          <p:cNvPr id="11" name="Graphic 10">
            <a:extLst>
              <a:ext uri="{FF2B5EF4-FFF2-40B4-BE49-F238E27FC236}">
                <a16:creationId xmlns:a16="http://schemas.microsoft.com/office/drawing/2014/main" id="{51FF43AA-FA61-3439-F600-7BB34C936572}"/>
              </a:ext>
            </a:extLst>
          </p:cNvPr>
          <p:cNvPicPr>
            <a:picLocks noChangeAspect="1"/>
          </p:cNvPicPr>
          <p:nvPr/>
        </p:nvPicPr>
        <p:blipFill rotWithShape="1">
          <a:blip>
            <a:extLst>
              <a:ext uri="{96DAC541-7B7A-43D3-8B79-37D633B846F1}">
                <asvg:svgBlip xmlns:asvg="http://schemas.microsoft.com/office/drawing/2016/SVG/main" r:embed="rId2"/>
              </a:ext>
            </a:extLst>
          </a:blip>
          <a:srcRect l="45429" t="46981"/>
          <a:stretch/>
        </p:blipFill>
        <p:spPr>
          <a:xfrm>
            <a:off x="-12192" y="0"/>
            <a:ext cx="6388608" cy="6212306"/>
          </a:xfrm>
          <a:prstGeom prst="rect">
            <a:avLst/>
          </a:prstGeom>
        </p:spPr>
      </p:pic>
      <p:sp>
        <p:nvSpPr>
          <p:cNvPr id="13" name="TextBox 12">
            <a:extLst>
              <a:ext uri="{FF2B5EF4-FFF2-40B4-BE49-F238E27FC236}">
                <a16:creationId xmlns:a16="http://schemas.microsoft.com/office/drawing/2014/main" id="{C4D79563-9547-9B5C-F7F4-A016B119A7E7}"/>
              </a:ext>
            </a:extLst>
          </p:cNvPr>
          <p:cNvSpPr txBox="1"/>
          <p:nvPr/>
        </p:nvSpPr>
        <p:spPr>
          <a:xfrm>
            <a:off x="4358642" y="-548640"/>
            <a:ext cx="184731" cy="369332"/>
          </a:xfrm>
          <a:prstGeom prst="rect">
            <a:avLst/>
          </a:prstGeom>
          <a:noFill/>
        </p:spPr>
        <p:txBody>
          <a:bodyPr wrap="none" rtlCol="0">
            <a:spAutoFit/>
          </a:bodyPr>
          <a:lstStyle/>
          <a:p>
            <a:endParaRPr lang="en-US">
              <a:latin typeface="+mn-lt"/>
            </a:endParaRPr>
          </a:p>
        </p:txBody>
      </p:sp>
    </p:spTree>
    <p:extLst>
      <p:ext uri="{BB962C8B-B14F-4D97-AF65-F5344CB8AC3E}">
        <p14:creationId xmlns:p14="http://schemas.microsoft.com/office/powerpoint/2010/main" val="3916777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ky Transition Right">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A31272-7678-5F4F-BF05-F087FA2FC8E9}"/>
              </a:ext>
            </a:extLst>
          </p:cNvPr>
          <p:cNvSpPr>
            <a:spLocks noGrp="1"/>
          </p:cNvSpPr>
          <p:nvPr>
            <p:ph type="ctrTitle" hasCustomPrompt="1"/>
          </p:nvPr>
        </p:nvSpPr>
        <p:spPr>
          <a:xfrm>
            <a:off x="609601" y="3101870"/>
            <a:ext cx="10972801" cy="1262529"/>
          </a:xfrm>
          <a:prstGeom prst="rect">
            <a:avLst/>
          </a:prstGeom>
        </p:spPr>
        <p:txBody>
          <a:bodyPr anchor="ctr"/>
          <a:lstStyle>
            <a:lvl1pPr marL="0" indent="0" algn="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Transition slide goes here</a:t>
            </a:r>
            <a:endParaRPr lang="en-US"/>
          </a:p>
        </p:txBody>
      </p:sp>
      <p:sp>
        <p:nvSpPr>
          <p:cNvPr id="9" name="Text Placeholder 2">
            <a:extLst>
              <a:ext uri="{FF2B5EF4-FFF2-40B4-BE49-F238E27FC236}">
                <a16:creationId xmlns:a16="http://schemas.microsoft.com/office/drawing/2014/main" id="{DECC8AF0-3BE8-4648-B8CF-BE366F78ABFC}"/>
              </a:ext>
            </a:extLst>
          </p:cNvPr>
          <p:cNvSpPr>
            <a:spLocks noGrp="1"/>
          </p:cNvSpPr>
          <p:nvPr>
            <p:ph type="body" sz="quarter" idx="14" hasCustomPrompt="1"/>
          </p:nvPr>
        </p:nvSpPr>
        <p:spPr>
          <a:xfrm>
            <a:off x="609603" y="431802"/>
            <a:ext cx="10972800" cy="398668"/>
          </a:xfrm>
          <a:prstGeom prst="rect">
            <a:avLst/>
          </a:prstGeom>
        </p:spPr>
        <p:txBody>
          <a:bodyPr lIns="0" tIns="0" rIns="0" bIns="0"/>
          <a:lstStyle>
            <a:lvl1pPr marL="0" indent="0" algn="r">
              <a:buFont typeface="Arial" panose="020B0604020202020204" pitchFamily="34" charset="0"/>
              <a:buNone/>
              <a:defRPr sz="1333"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3" name="TextBox 12">
            <a:extLst>
              <a:ext uri="{FF2B5EF4-FFF2-40B4-BE49-F238E27FC236}">
                <a16:creationId xmlns:a16="http://schemas.microsoft.com/office/drawing/2014/main" id="{C4D79563-9547-9B5C-F7F4-A016B119A7E7}"/>
              </a:ext>
            </a:extLst>
          </p:cNvPr>
          <p:cNvSpPr txBox="1"/>
          <p:nvPr/>
        </p:nvSpPr>
        <p:spPr>
          <a:xfrm>
            <a:off x="4358642" y="-548640"/>
            <a:ext cx="184731" cy="369332"/>
          </a:xfrm>
          <a:prstGeom prst="rect">
            <a:avLst/>
          </a:prstGeom>
          <a:noFill/>
        </p:spPr>
        <p:txBody>
          <a:bodyPr wrap="none" rtlCol="0">
            <a:spAutoFit/>
          </a:bodyPr>
          <a:lstStyle/>
          <a:p>
            <a:endParaRPr lang="en-US">
              <a:latin typeface="+mn-lt"/>
            </a:endParaRPr>
          </a:p>
        </p:txBody>
      </p:sp>
      <p:pic>
        <p:nvPicPr>
          <p:cNvPr id="7" name="Graphic 6">
            <a:extLst>
              <a:ext uri="{FF2B5EF4-FFF2-40B4-BE49-F238E27FC236}">
                <a16:creationId xmlns:a16="http://schemas.microsoft.com/office/drawing/2014/main" id="{CD16E0A2-8320-C766-5D9E-53EC4EE09E2D}"/>
              </a:ext>
            </a:extLst>
          </p:cNvPr>
          <p:cNvPicPr>
            <a:picLocks noChangeAspect="1"/>
          </p:cNvPicPr>
          <p:nvPr/>
        </p:nvPicPr>
        <p:blipFill rotWithShape="1">
          <a:blip>
            <a:extLst>
              <a:ext uri="{96DAC541-7B7A-43D3-8B79-37D633B846F1}">
                <asvg:svgBlip xmlns:asvg="http://schemas.microsoft.com/office/drawing/2016/SVG/main" r:embed="rId2"/>
              </a:ext>
            </a:extLst>
          </a:blip>
          <a:srcRect l="45455" t="47214"/>
          <a:stretch/>
        </p:blipFill>
        <p:spPr>
          <a:xfrm>
            <a:off x="0" y="1"/>
            <a:ext cx="5374832" cy="5205984"/>
          </a:xfrm>
          <a:prstGeom prst="rect">
            <a:avLst/>
          </a:prstGeom>
        </p:spPr>
      </p:pic>
    </p:spTree>
    <p:extLst>
      <p:ext uri="{BB962C8B-B14F-4D97-AF65-F5344CB8AC3E}">
        <p14:creationId xmlns:p14="http://schemas.microsoft.com/office/powerpoint/2010/main" val="1534041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tx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role</a:t>
            </a:r>
            <a:endParaRPr lang="en-US"/>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Speaker name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As the adoption of multi-cloud strategy grows, Ulla </a:t>
            </a:r>
            <a:r>
              <a:rPr lang="en-GB" err="1"/>
              <a:t>sitiora</a:t>
            </a:r>
            <a:r>
              <a:rPr lang="en-GB"/>
              <a:t> </a:t>
            </a:r>
            <a:r>
              <a:rPr lang="en-GB" err="1"/>
              <a:t>turest</a:t>
            </a:r>
            <a:r>
              <a:rPr lang="en-GB"/>
              <a:t> </a:t>
            </a:r>
            <a:r>
              <a:rPr lang="en-GB" err="1"/>
              <a:t>experibus</a:t>
            </a:r>
            <a:r>
              <a:rPr lang="en-GB"/>
              <a:t> </a:t>
            </a:r>
            <a:r>
              <a:rPr lang="en-GB" err="1"/>
              <a:t>ut</a:t>
            </a:r>
            <a:r>
              <a:rPr lang="en-GB"/>
              <a:t> pa </a:t>
            </a:r>
            <a:r>
              <a:rPr lang="en-GB" err="1"/>
              <a:t>dolor</a:t>
            </a:r>
            <a:r>
              <a:rPr lang="en-GB"/>
              <a:t> a </a:t>
            </a:r>
            <a:r>
              <a:rPr lang="en-GB" err="1"/>
              <a:t>conestia</a:t>
            </a:r>
            <a:r>
              <a:rPr lang="en-GB"/>
              <a:t> vent </a:t>
            </a:r>
            <a:r>
              <a:rPr lang="en-GB" err="1"/>
              <a:t>eosse</a:t>
            </a:r>
            <a:r>
              <a:rPr lang="en-GB"/>
              <a:t> non </a:t>
            </a:r>
            <a:r>
              <a:rPr lang="en-GB" err="1"/>
              <a:t>consequ</a:t>
            </a:r>
            <a:r>
              <a:rPr lang="en-GB"/>
              <a:t> </a:t>
            </a:r>
            <a:r>
              <a:rPr lang="en-GB" err="1"/>
              <a:t>aturit</a:t>
            </a:r>
            <a:r>
              <a:rPr lang="en-GB"/>
              <a:t> </a:t>
            </a:r>
            <a:r>
              <a:rPr lang="en-GB" err="1"/>
              <a:t>faccum</a:t>
            </a:r>
            <a:r>
              <a:rPr lang="en-GB"/>
              <a:t> qui </a:t>
            </a:r>
            <a:r>
              <a:rPr lang="en-GB" err="1"/>
              <a:t>dolor</a:t>
            </a:r>
            <a:r>
              <a:rPr lang="en-GB"/>
              <a:t> a </a:t>
            </a:r>
            <a:r>
              <a:rPr lang="en-GB" err="1"/>
              <a:t>num</a:t>
            </a:r>
            <a:endParaRPr lang="en-GB"/>
          </a:p>
        </p:txBody>
      </p:sp>
      <p:pic>
        <p:nvPicPr>
          <p:cNvPr id="8" name="Graphic 7">
            <a:extLst>
              <a:ext uri="{FF2B5EF4-FFF2-40B4-BE49-F238E27FC236}">
                <a16:creationId xmlns:a16="http://schemas.microsoft.com/office/drawing/2014/main" id="{8E18B2BC-5B8F-6442-A3B3-AB5D063112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41976" y="733891"/>
            <a:ext cx="1508048" cy="836396"/>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p:nvCxnSpPr>
        <p:spPr>
          <a:xfrm>
            <a:off x="4545877" y="4934857"/>
            <a:ext cx="310025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BC971E1A-FF32-8218-BAD9-002E42B9E7A8}"/>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4806" t="46981" r="50235"/>
          <a:stretch/>
        </p:blipFill>
        <p:spPr>
          <a:xfrm>
            <a:off x="8981440" y="0"/>
            <a:ext cx="3210560" cy="3121961"/>
          </a:xfrm>
          <a:prstGeom prst="rect">
            <a:avLst/>
          </a:prstGeom>
        </p:spPr>
      </p:pic>
    </p:spTree>
    <p:extLst>
      <p:ext uri="{BB962C8B-B14F-4D97-AF65-F5344CB8AC3E}">
        <p14:creationId xmlns:p14="http://schemas.microsoft.com/office/powerpoint/2010/main" val="17546131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ky Quote">
    <p:bg>
      <p:bgPr>
        <a:solidFill>
          <a:schemeClr val="accent1"/>
        </a:solidFill>
        <a:effectLst/>
      </p:bgPr>
    </p:bg>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bg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a:t>Speaker role</a:t>
            </a:r>
            <a:endParaRPr lang="en-US"/>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Speaker role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As the adoption of multi-cloud strategy grows, Ulla </a:t>
            </a:r>
            <a:r>
              <a:rPr lang="en-GB" err="1"/>
              <a:t>sitiora</a:t>
            </a:r>
            <a:r>
              <a:rPr lang="en-GB"/>
              <a:t> </a:t>
            </a:r>
            <a:r>
              <a:rPr lang="en-GB" err="1"/>
              <a:t>turest</a:t>
            </a:r>
            <a:r>
              <a:rPr lang="en-GB"/>
              <a:t> </a:t>
            </a:r>
            <a:r>
              <a:rPr lang="en-GB" err="1"/>
              <a:t>experibus</a:t>
            </a:r>
            <a:r>
              <a:rPr lang="en-GB"/>
              <a:t> </a:t>
            </a:r>
            <a:r>
              <a:rPr lang="en-GB" err="1"/>
              <a:t>ut</a:t>
            </a:r>
            <a:r>
              <a:rPr lang="en-GB"/>
              <a:t> pa </a:t>
            </a:r>
            <a:r>
              <a:rPr lang="en-GB" err="1"/>
              <a:t>dolor</a:t>
            </a:r>
            <a:r>
              <a:rPr lang="en-GB"/>
              <a:t> a </a:t>
            </a:r>
            <a:r>
              <a:rPr lang="en-GB" err="1"/>
              <a:t>conestia</a:t>
            </a:r>
            <a:r>
              <a:rPr lang="en-GB"/>
              <a:t> vent </a:t>
            </a:r>
            <a:r>
              <a:rPr lang="en-GB" err="1"/>
              <a:t>eosse</a:t>
            </a:r>
            <a:r>
              <a:rPr lang="en-GB"/>
              <a:t> non </a:t>
            </a:r>
            <a:r>
              <a:rPr lang="en-GB" err="1"/>
              <a:t>consequ</a:t>
            </a:r>
            <a:r>
              <a:rPr lang="en-GB"/>
              <a:t> </a:t>
            </a:r>
            <a:r>
              <a:rPr lang="en-GB" err="1"/>
              <a:t>aturit</a:t>
            </a:r>
            <a:r>
              <a:rPr lang="en-GB"/>
              <a:t> </a:t>
            </a:r>
            <a:r>
              <a:rPr lang="en-GB" err="1"/>
              <a:t>faccum</a:t>
            </a:r>
            <a:r>
              <a:rPr lang="en-GB"/>
              <a:t> qui </a:t>
            </a:r>
            <a:r>
              <a:rPr lang="en-GB" err="1"/>
              <a:t>dolor</a:t>
            </a:r>
            <a:r>
              <a:rPr lang="en-GB"/>
              <a:t> a </a:t>
            </a:r>
            <a:r>
              <a:rPr lang="en-GB" err="1"/>
              <a:t>num</a:t>
            </a:r>
            <a:endParaRPr lang="en-GB"/>
          </a:p>
        </p:txBody>
      </p:sp>
      <p:pic>
        <p:nvPicPr>
          <p:cNvPr id="8" name="Graphic 7">
            <a:extLst>
              <a:ext uri="{FF2B5EF4-FFF2-40B4-BE49-F238E27FC236}">
                <a16:creationId xmlns:a16="http://schemas.microsoft.com/office/drawing/2014/main" id="{8E18B2BC-5B8F-6442-A3B3-AB5D063112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41976" y="733891"/>
            <a:ext cx="1508048" cy="836396"/>
          </a:xfrm>
          <a:prstGeom prst="rect">
            <a:avLst/>
          </a:prstGeom>
        </p:spPr>
      </p:pic>
      <p:pic>
        <p:nvPicPr>
          <p:cNvPr id="16" name="Graphic 15">
            <a:extLst>
              <a:ext uri="{FF2B5EF4-FFF2-40B4-BE49-F238E27FC236}">
                <a16:creationId xmlns:a16="http://schemas.microsoft.com/office/drawing/2014/main" id="{DF934E4D-2E37-A7A2-A96B-A43A1A9B1543}"/>
              </a:ext>
            </a:extLst>
          </p:cNvPr>
          <p:cNvPicPr>
            <a:picLocks noChangeAspect="1"/>
          </p:cNvPicPr>
          <p:nvPr/>
        </p:nvPicPr>
        <p:blipFill rotWithShape="1">
          <a:blip>
            <a:alphaModFix/>
            <a:extLst>
              <a:ext uri="{96DAC541-7B7A-43D3-8B79-37D633B846F1}">
                <asvg:svgBlip xmlns:asvg="http://schemas.microsoft.com/office/drawing/2016/SVG/main" r:embed="rId3"/>
              </a:ext>
            </a:extLst>
          </a:blip>
          <a:srcRect l="-6339" t="50000" r="47438" b="-7103"/>
          <a:stretch/>
        </p:blipFill>
        <p:spPr>
          <a:xfrm>
            <a:off x="8778240" y="-1"/>
            <a:ext cx="3413760" cy="3312384"/>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p:nvCxnSpPr>
        <p:spPr>
          <a:xfrm>
            <a:off x="4545877" y="4934857"/>
            <a:ext cx="3100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56720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que Lef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FE63EB2-AC2A-7CCF-67A5-94304A46048C}"/>
              </a:ext>
            </a:extLst>
          </p:cNvPr>
          <p:cNvPicPr>
            <a:picLocks noChangeAspect="1"/>
          </p:cNvPicPr>
          <p:nvPr/>
        </p:nvPicPr>
        <p:blipFill rotWithShape="1">
          <a:blip>
            <a:extLst>
              <a:ext uri="{96DAC541-7B7A-43D3-8B79-37D633B846F1}">
                <asvg:svgBlip xmlns:asvg="http://schemas.microsoft.com/office/drawing/2016/SVG/main" r:embed="rId2"/>
              </a:ext>
            </a:extLst>
          </a:blip>
          <a:srcRect l="-4806" t="-1734" r="50235" b="48715"/>
          <a:stretch/>
        </p:blipFill>
        <p:spPr>
          <a:xfrm>
            <a:off x="4925568" y="-207905"/>
            <a:ext cx="7266432" cy="7065906"/>
          </a:xfrm>
          <a:prstGeom prst="rect">
            <a:avLst/>
          </a:prstGeom>
        </p:spPr>
      </p:pic>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Segue slide copy goes here</a:t>
            </a:r>
            <a:endParaRPr lang="en-US"/>
          </a:p>
        </p:txBody>
      </p:sp>
    </p:spTree>
    <p:extLst>
      <p:ext uri="{BB962C8B-B14F-4D97-AF65-F5344CB8AC3E}">
        <p14:creationId xmlns:p14="http://schemas.microsoft.com/office/powerpoint/2010/main" val="16194845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ky Seque Left">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Segue slide copy goes here</a:t>
            </a:r>
            <a:endParaRPr lang="en-US"/>
          </a:p>
        </p:txBody>
      </p:sp>
      <p:pic>
        <p:nvPicPr>
          <p:cNvPr id="4" name="Graphic 3">
            <a:extLst>
              <a:ext uri="{FF2B5EF4-FFF2-40B4-BE49-F238E27FC236}">
                <a16:creationId xmlns:a16="http://schemas.microsoft.com/office/drawing/2014/main" id="{6BC94FF4-6CDA-6176-11AC-4CEBD21C85D6}"/>
              </a:ext>
            </a:extLst>
          </p:cNvPr>
          <p:cNvPicPr>
            <a:picLocks noChangeAspect="1"/>
          </p:cNvPicPr>
          <p:nvPr/>
        </p:nvPicPr>
        <p:blipFill rotWithShape="1">
          <a:blip>
            <a:extLst>
              <a:ext uri="{96DAC541-7B7A-43D3-8B79-37D633B846F1}">
                <asvg:svgBlip xmlns:asvg="http://schemas.microsoft.com/office/drawing/2016/SVG/main" r:embed="rId2"/>
              </a:ext>
            </a:extLst>
          </a:blip>
          <a:srcRect l="-3398" t="350" r="48853" b="46864"/>
          <a:stretch/>
        </p:blipFill>
        <p:spPr>
          <a:xfrm>
            <a:off x="6835927" y="1652016"/>
            <a:ext cx="5374832" cy="5205984"/>
          </a:xfrm>
          <a:prstGeom prst="rect">
            <a:avLst/>
          </a:prstGeom>
        </p:spPr>
      </p:pic>
    </p:spTree>
    <p:extLst>
      <p:ext uri="{BB962C8B-B14F-4D97-AF65-F5344CB8AC3E}">
        <p14:creationId xmlns:p14="http://schemas.microsoft.com/office/powerpoint/2010/main" val="39149058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Lef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316443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ky Text Left">
    <p:bg>
      <p:bgPr>
        <a:solidFill>
          <a:schemeClr val="accent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1899153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xt Left 2">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Tree>
    <p:extLst>
      <p:ext uri="{BB962C8B-B14F-4D97-AF65-F5344CB8AC3E}">
        <p14:creationId xmlns:p14="http://schemas.microsoft.com/office/powerpoint/2010/main" val="40995714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ky Text Left 2">
    <p:bg>
      <p:bgPr>
        <a:solidFill>
          <a:schemeClr val="accent1"/>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Tree>
    <p:extLst>
      <p:ext uri="{BB962C8B-B14F-4D97-AF65-F5344CB8AC3E}">
        <p14:creationId xmlns:p14="http://schemas.microsoft.com/office/powerpoint/2010/main" val="9812358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xt Two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2E8BD34-9749-B741-B93E-2D7E0CB595D9}"/>
              </a:ext>
            </a:extLst>
          </p:cNvPr>
          <p:cNvSpPr>
            <a:spLocks noGrp="1"/>
          </p:cNvSpPr>
          <p:nvPr>
            <p:ph type="body" sz="quarter" idx="19" hasCustomPrompt="1"/>
          </p:nvPr>
        </p:nvSpPr>
        <p:spPr>
          <a:xfrm>
            <a:off x="6407661" y="1766048"/>
            <a:ext cx="5165819" cy="443754"/>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26" name="Text Placeholder 2">
            <a:extLst>
              <a:ext uri="{FF2B5EF4-FFF2-40B4-BE49-F238E27FC236}">
                <a16:creationId xmlns:a16="http://schemas.microsoft.com/office/drawing/2014/main" id="{35059BF6-2F19-7F49-9CBE-82197BDDFC8C}"/>
              </a:ext>
            </a:extLst>
          </p:cNvPr>
          <p:cNvSpPr>
            <a:spLocks noGrp="1"/>
          </p:cNvSpPr>
          <p:nvPr>
            <p:ph type="body" sz="quarter" idx="24" hasCustomPrompt="1"/>
          </p:nvPr>
        </p:nvSpPr>
        <p:spPr>
          <a:xfrm>
            <a:off x="6410937"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65873738-C849-95A4-C52A-CD496785A3AA}"/>
              </a:ext>
            </a:extLst>
          </p:cNvPr>
          <p:cNvSpPr>
            <a:spLocks noGrp="1"/>
          </p:cNvSpPr>
          <p:nvPr>
            <p:ph type="body" sz="quarter" idx="27" hasCustomPrompt="1"/>
          </p:nvPr>
        </p:nvSpPr>
        <p:spPr>
          <a:xfrm>
            <a:off x="6410937"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1" name="Title 1">
            <a:extLst>
              <a:ext uri="{FF2B5EF4-FFF2-40B4-BE49-F238E27FC236}">
                <a16:creationId xmlns:a16="http://schemas.microsoft.com/office/drawing/2014/main" id="{96FF2EC3-7B94-61AD-89EE-6563C3D30D5B}"/>
              </a:ext>
            </a:extLst>
          </p:cNvPr>
          <p:cNvSpPr>
            <a:spLocks noGrp="1"/>
          </p:cNvSpPr>
          <p:nvPr>
            <p:ph type="ctrTitle" hasCustomPrompt="1"/>
          </p:nvPr>
        </p:nvSpPr>
        <p:spPr>
          <a:xfrm>
            <a:off x="621966" y="1766048"/>
            <a:ext cx="5169260"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
        <p:nvSpPr>
          <p:cNvPr id="22" name="Text Placeholder 2">
            <a:extLst>
              <a:ext uri="{FF2B5EF4-FFF2-40B4-BE49-F238E27FC236}">
                <a16:creationId xmlns:a16="http://schemas.microsoft.com/office/drawing/2014/main" id="{D19CCA2B-1CE2-77CF-F749-DC772E2A717C}"/>
              </a:ext>
            </a:extLst>
          </p:cNvPr>
          <p:cNvSpPr>
            <a:spLocks noGrp="1"/>
          </p:cNvSpPr>
          <p:nvPr>
            <p:ph type="body" sz="quarter" idx="15" hasCustomPrompt="1"/>
          </p:nvPr>
        </p:nvSpPr>
        <p:spPr>
          <a:xfrm>
            <a:off x="621966"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3" name="Text Placeholder 2">
            <a:extLst>
              <a:ext uri="{FF2B5EF4-FFF2-40B4-BE49-F238E27FC236}">
                <a16:creationId xmlns:a16="http://schemas.microsoft.com/office/drawing/2014/main" id="{A8B70A03-DFE5-BAFE-E792-E9F9971D5DDA}"/>
              </a:ext>
            </a:extLst>
          </p:cNvPr>
          <p:cNvSpPr>
            <a:spLocks noGrp="1"/>
          </p:cNvSpPr>
          <p:nvPr>
            <p:ph type="body" sz="quarter" idx="28" hasCustomPrompt="1"/>
          </p:nvPr>
        </p:nvSpPr>
        <p:spPr>
          <a:xfrm>
            <a:off x="621965"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0" name="Text Placeholder 2">
            <a:extLst>
              <a:ext uri="{FF2B5EF4-FFF2-40B4-BE49-F238E27FC236}">
                <a16:creationId xmlns:a16="http://schemas.microsoft.com/office/drawing/2014/main" id="{492B656F-A7D0-42FB-D9A5-80362B0197F2}"/>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5103670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Three Column">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B27A1D91-B0C5-82DE-7D46-53E481769CC7}"/>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56024974-A0B0-7C6B-9AD0-E630E95DA949}"/>
              </a:ext>
            </a:extLst>
          </p:cNvPr>
          <p:cNvSpPr>
            <a:spLocks noGrp="1"/>
          </p:cNvSpPr>
          <p:nvPr>
            <p:ph type="body" sz="quarter" idx="15" hasCustomPrompt="1"/>
          </p:nvPr>
        </p:nvSpPr>
        <p:spPr>
          <a:xfrm>
            <a:off x="63212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1" name="Text Placeholder 2">
            <a:extLst>
              <a:ext uri="{FF2B5EF4-FFF2-40B4-BE49-F238E27FC236}">
                <a16:creationId xmlns:a16="http://schemas.microsoft.com/office/drawing/2014/main" id="{45F39481-2908-3822-701D-5FF87E1F03A5}"/>
              </a:ext>
            </a:extLst>
          </p:cNvPr>
          <p:cNvSpPr>
            <a:spLocks noGrp="1"/>
          </p:cNvSpPr>
          <p:nvPr>
            <p:ph type="body" sz="quarter" idx="17" hasCustomPrompt="1"/>
          </p:nvPr>
        </p:nvSpPr>
        <p:spPr>
          <a:xfrm>
            <a:off x="80931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2" name="Text Placeholder 2">
            <a:extLst>
              <a:ext uri="{FF2B5EF4-FFF2-40B4-BE49-F238E27FC236}">
                <a16:creationId xmlns:a16="http://schemas.microsoft.com/office/drawing/2014/main" id="{8390454E-C6EF-BF2D-F598-5D31E91A5C5B}"/>
              </a:ext>
            </a:extLst>
          </p:cNvPr>
          <p:cNvSpPr>
            <a:spLocks noGrp="1"/>
          </p:cNvSpPr>
          <p:nvPr>
            <p:ph type="body" sz="quarter" idx="18" hasCustomPrompt="1"/>
          </p:nvPr>
        </p:nvSpPr>
        <p:spPr>
          <a:xfrm>
            <a:off x="80931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7" name="Text Placeholder 2">
            <a:extLst>
              <a:ext uri="{FF2B5EF4-FFF2-40B4-BE49-F238E27FC236}">
                <a16:creationId xmlns:a16="http://schemas.microsoft.com/office/drawing/2014/main" id="{3BD0ABDF-0D5E-A765-9F69-3BC9541847C2}"/>
              </a:ext>
            </a:extLst>
          </p:cNvPr>
          <p:cNvSpPr>
            <a:spLocks noGrp="1"/>
          </p:cNvSpPr>
          <p:nvPr>
            <p:ph type="body" sz="quarter" idx="19" hasCustomPrompt="1"/>
          </p:nvPr>
        </p:nvSpPr>
        <p:spPr>
          <a:xfrm>
            <a:off x="436264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9" name="Text Placeholder 2">
            <a:extLst>
              <a:ext uri="{FF2B5EF4-FFF2-40B4-BE49-F238E27FC236}">
                <a16:creationId xmlns:a16="http://schemas.microsoft.com/office/drawing/2014/main" id="{57A872EF-F192-39C4-B234-D15D6561B47C}"/>
              </a:ext>
            </a:extLst>
          </p:cNvPr>
          <p:cNvSpPr>
            <a:spLocks noGrp="1"/>
          </p:cNvSpPr>
          <p:nvPr>
            <p:ph type="body" sz="quarter" idx="20" hasCustomPrompt="1"/>
          </p:nvPr>
        </p:nvSpPr>
        <p:spPr>
          <a:xfrm>
            <a:off x="436264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30" name="Text Placeholder 6">
            <a:extLst>
              <a:ext uri="{FF2B5EF4-FFF2-40B4-BE49-F238E27FC236}">
                <a16:creationId xmlns:a16="http://schemas.microsoft.com/office/drawing/2014/main" id="{3EB9F6D8-47DF-1F5B-55DF-071309C37FDE}"/>
              </a:ext>
            </a:extLst>
          </p:cNvPr>
          <p:cNvSpPr>
            <a:spLocks noGrp="1"/>
          </p:cNvSpPr>
          <p:nvPr>
            <p:ph type="body" sz="quarter" idx="21" hasCustomPrompt="1"/>
          </p:nvPr>
        </p:nvSpPr>
        <p:spPr>
          <a:xfrm>
            <a:off x="4359392"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31" name="Text Placeholder 6">
            <a:extLst>
              <a:ext uri="{FF2B5EF4-FFF2-40B4-BE49-F238E27FC236}">
                <a16:creationId xmlns:a16="http://schemas.microsoft.com/office/drawing/2014/main" id="{1B9F0F59-8C07-4391-070A-F127239E51B0}"/>
              </a:ext>
            </a:extLst>
          </p:cNvPr>
          <p:cNvSpPr>
            <a:spLocks noGrp="1"/>
          </p:cNvSpPr>
          <p:nvPr>
            <p:ph type="body" sz="quarter" idx="22" hasCustomPrompt="1"/>
          </p:nvPr>
        </p:nvSpPr>
        <p:spPr>
          <a:xfrm>
            <a:off x="8096015"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3" name="Title 1">
            <a:extLst>
              <a:ext uri="{FF2B5EF4-FFF2-40B4-BE49-F238E27FC236}">
                <a16:creationId xmlns:a16="http://schemas.microsoft.com/office/drawing/2014/main" id="{BE2AD77B-1466-B731-C28A-2731D668CCBE}"/>
              </a:ext>
            </a:extLst>
          </p:cNvPr>
          <p:cNvSpPr>
            <a:spLocks noGrp="1"/>
          </p:cNvSpPr>
          <p:nvPr>
            <p:ph type="ctrTitle" hasCustomPrompt="1"/>
          </p:nvPr>
        </p:nvSpPr>
        <p:spPr>
          <a:xfrm>
            <a:off x="63212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a:t>
            </a:r>
            <a:endParaRPr lang="en-US"/>
          </a:p>
        </p:txBody>
      </p:sp>
      <p:sp>
        <p:nvSpPr>
          <p:cNvPr id="14" name="Text Placeholder 2">
            <a:extLst>
              <a:ext uri="{FF2B5EF4-FFF2-40B4-BE49-F238E27FC236}">
                <a16:creationId xmlns:a16="http://schemas.microsoft.com/office/drawing/2014/main" id="{D81B37B4-1168-CDEB-FB62-4B4E3C4E0AD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0880305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Two Column Icons">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23679"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6" name="Text Placeholder 6">
            <a:extLst>
              <a:ext uri="{FF2B5EF4-FFF2-40B4-BE49-F238E27FC236}">
                <a16:creationId xmlns:a16="http://schemas.microsoft.com/office/drawing/2014/main" id="{3148D23F-4FB0-0283-D700-8A06DCABC281}"/>
              </a:ext>
            </a:extLst>
          </p:cNvPr>
          <p:cNvSpPr>
            <a:spLocks noGrp="1"/>
          </p:cNvSpPr>
          <p:nvPr>
            <p:ph type="body" sz="quarter" idx="25" hasCustomPrompt="1"/>
          </p:nvPr>
        </p:nvSpPr>
        <p:spPr>
          <a:xfrm>
            <a:off x="6390621"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27" name="Picture Placeholder 2">
            <a:extLst>
              <a:ext uri="{FF2B5EF4-FFF2-40B4-BE49-F238E27FC236}">
                <a16:creationId xmlns:a16="http://schemas.microsoft.com/office/drawing/2014/main" id="{C5C6BDEC-E33F-4C34-5403-6A238AB80D5E}"/>
              </a:ext>
            </a:extLst>
          </p:cNvPr>
          <p:cNvSpPr>
            <a:spLocks noGrp="1"/>
          </p:cNvSpPr>
          <p:nvPr>
            <p:ph type="pic" sz="quarter" idx="26" hasCustomPrompt="1"/>
          </p:nvPr>
        </p:nvSpPr>
        <p:spPr>
          <a:xfrm>
            <a:off x="6399978"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marketing icon</a:t>
            </a:r>
          </a:p>
        </p:txBody>
      </p:sp>
      <p:sp>
        <p:nvSpPr>
          <p:cNvPr id="28" name="Text Placeholder 2">
            <a:extLst>
              <a:ext uri="{FF2B5EF4-FFF2-40B4-BE49-F238E27FC236}">
                <a16:creationId xmlns:a16="http://schemas.microsoft.com/office/drawing/2014/main" id="{2136F578-A3CF-9005-0901-E724D7D5226F}"/>
              </a:ext>
            </a:extLst>
          </p:cNvPr>
          <p:cNvSpPr>
            <a:spLocks noGrp="1"/>
          </p:cNvSpPr>
          <p:nvPr>
            <p:ph type="body" sz="quarter" idx="27" hasCustomPrompt="1"/>
          </p:nvPr>
        </p:nvSpPr>
        <p:spPr>
          <a:xfrm>
            <a:off x="6399977"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9" name="Text Placeholder 6">
            <a:extLst>
              <a:ext uri="{FF2B5EF4-FFF2-40B4-BE49-F238E27FC236}">
                <a16:creationId xmlns:a16="http://schemas.microsoft.com/office/drawing/2014/main" id="{ADFE46B3-A8B5-C645-B495-DA6D53180536}"/>
              </a:ext>
            </a:extLst>
          </p:cNvPr>
          <p:cNvSpPr>
            <a:spLocks noGrp="1"/>
          </p:cNvSpPr>
          <p:nvPr>
            <p:ph type="body" sz="quarter" idx="23" hasCustomPrompt="1"/>
          </p:nvPr>
        </p:nvSpPr>
        <p:spPr>
          <a:xfrm>
            <a:off x="621758"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0" name="Text Placeholder 2">
            <a:extLst>
              <a:ext uri="{FF2B5EF4-FFF2-40B4-BE49-F238E27FC236}">
                <a16:creationId xmlns:a16="http://schemas.microsoft.com/office/drawing/2014/main" id="{0D0EB105-4FE7-7E30-8C23-A63566AB41F9}"/>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4065840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Three Column Icons">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2281728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ky Text Three Column Icons">
    <p:bg>
      <p:bgPr>
        <a:solidFill>
          <a:schemeClr val="accent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et dolore.</a:t>
            </a:r>
          </a:p>
          <a:p>
            <a:pPr lvl="0"/>
            <a:endParaRPr lang="en-GB"/>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0829496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Heading and title">
    <p:bg>
      <p:bgPr>
        <a:solidFill>
          <a:schemeClr val="bg2"/>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0C30067D-BDB2-4ED3-9FF2-9A7F7110FF90}"/>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8" name="Text Placeholder 6">
            <a:extLst>
              <a:ext uri="{FF2B5EF4-FFF2-40B4-BE49-F238E27FC236}">
                <a16:creationId xmlns:a16="http://schemas.microsoft.com/office/drawing/2014/main" id="{1878F7B9-C122-B8FB-05FB-508A64772A99}"/>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35282756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ullet Lis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7E84602F-A2F5-0AB3-EDDA-2F6FBCDFA885}"/>
              </a:ext>
            </a:extLst>
          </p:cNvPr>
          <p:cNvSpPr>
            <a:spLocks noGrp="1"/>
          </p:cNvSpPr>
          <p:nvPr>
            <p:ph type="body" sz="quarter" idx="10" hasCustomPrompt="1"/>
          </p:nvPr>
        </p:nvSpPr>
        <p:spPr>
          <a:xfrm>
            <a:off x="632818" y="1602317"/>
            <a:ext cx="11088236" cy="4519083"/>
          </a:xfrm>
          <a:prstGeom prst="rect">
            <a:avLst/>
          </a:prstGeom>
        </p:spPr>
        <p:txBody>
          <a:bodyPr lIns="91420" tIns="45710" rIns="91420" bIns="45710">
            <a:noAutofit/>
          </a:bodyPr>
          <a:lstStyle>
            <a:lvl1pPr marL="304798" indent="-228598">
              <a:lnSpc>
                <a:spcPct val="95000"/>
              </a:lnSpc>
              <a:spcBef>
                <a:spcPts val="1480"/>
              </a:spcBef>
              <a:buClr>
                <a:schemeClr val="bg1"/>
              </a:buClr>
              <a:buSzPct val="80000"/>
              <a:buFont typeface="Arial"/>
              <a:buChar char="•"/>
              <a:defRPr sz="2400" b="0" i="0">
                <a:solidFill>
                  <a:schemeClr val="tx1"/>
                </a:solidFill>
                <a:latin typeface="+mn-lt"/>
                <a:ea typeface="CiscoSansTT Thin" charset="0"/>
                <a:cs typeface="CiscoSansTT Thin" charset="0"/>
              </a:defRPr>
            </a:lvl1pPr>
            <a:lvl2pPr marL="609595" indent="-220132">
              <a:lnSpc>
                <a:spcPct val="95000"/>
              </a:lnSpc>
              <a:spcBef>
                <a:spcPts val="600"/>
              </a:spcBef>
              <a:buClr>
                <a:schemeClr val="bg1"/>
              </a:buClr>
              <a:buSzPct val="80000"/>
              <a:buFont typeface="Arial"/>
              <a:buChar char="•"/>
              <a:defRPr sz="1867" b="0" i="0">
                <a:solidFill>
                  <a:schemeClr val="tx1"/>
                </a:solidFill>
                <a:latin typeface="+mn-lt"/>
                <a:ea typeface="CiscoSansTT Thin" charset="0"/>
                <a:cs typeface="CiscoSansTT Thin" charset="0"/>
              </a:defRPr>
            </a:lvl2pPr>
            <a:lvl3pPr marL="914392" indent="-146050">
              <a:buClr>
                <a:schemeClr val="bg1"/>
              </a:buClr>
              <a:buSzPct val="80000"/>
              <a:buFont typeface="Arial"/>
              <a:buChar char="•"/>
              <a:defRPr sz="1600" b="0" i="0">
                <a:solidFill>
                  <a:schemeClr val="tx1"/>
                </a:solidFill>
                <a:latin typeface="CiscoSansTT" panose="020B0503020201020303" pitchFamily="34" charset="0"/>
                <a:ea typeface="CiscoSansTT" panose="020B0503020201020303" pitchFamily="34" charset="0"/>
                <a:cs typeface="CiscoSansTT" panose="020B0503020201020303" pitchFamily="34" charset="0"/>
              </a:defRPr>
            </a:lvl3pPr>
            <a:lvl4pPr marL="1214703" indent="-228552">
              <a:buClr>
                <a:schemeClr val="bg1"/>
              </a:buClr>
              <a:buSzPct val="80000"/>
              <a:buFont typeface="Arial"/>
              <a:buChar char="•"/>
              <a:defRPr sz="1333" b="0" i="0">
                <a:solidFill>
                  <a:schemeClr val="tx1"/>
                </a:solidFill>
                <a:latin typeface="CiscoSansTT Medium" panose="020B0503020201020303" pitchFamily="34" charset="0"/>
                <a:ea typeface="CiscoSansTT Medium" panose="020B0503020201020303" pitchFamily="34" charset="0"/>
                <a:cs typeface="CiscoSansTT Medium" panose="020B0503020201020303" pitchFamily="34" charset="0"/>
              </a:defRPr>
            </a:lvl4pPr>
            <a:lvl5pPr marL="1443255" indent="-224318">
              <a:buClr>
                <a:schemeClr val="bg2"/>
              </a:buClr>
              <a:buSzPct val="80000"/>
              <a:buFont typeface="Arial"/>
              <a:buChar char="•"/>
              <a:defRPr sz="1333" b="0" i="0">
                <a:solidFill>
                  <a:schemeClr val="bg2"/>
                </a:solidFill>
                <a:latin typeface="+mn-lt"/>
                <a:ea typeface="CiscoSansTT Thin" charset="0"/>
                <a:cs typeface="CiscoSansTT Thin" charset="0"/>
              </a:defRPr>
            </a:lvl5pPr>
          </a:lstStyle>
          <a:p>
            <a:pPr lvl="0"/>
            <a:r>
              <a:rPr lang="en-GB"/>
              <a:t>First level</a:t>
            </a:r>
          </a:p>
          <a:p>
            <a:pPr lvl="1"/>
            <a:r>
              <a:rPr lang="en-GB"/>
              <a:t>Second level</a:t>
            </a:r>
          </a:p>
          <a:p>
            <a:pPr lvl="2"/>
            <a:r>
              <a:rPr lang="en-GB"/>
              <a:t>Third level</a:t>
            </a:r>
          </a:p>
          <a:p>
            <a:pPr lvl="3"/>
            <a:r>
              <a:rPr lang="en-GB"/>
              <a:t>Fourth level</a:t>
            </a:r>
          </a:p>
        </p:txBody>
      </p:sp>
      <p:sp>
        <p:nvSpPr>
          <p:cNvPr id="8" name="Text Placeholder 2">
            <a:extLst>
              <a:ext uri="{FF2B5EF4-FFF2-40B4-BE49-F238E27FC236}">
                <a16:creationId xmlns:a16="http://schemas.microsoft.com/office/drawing/2014/main" id="{59A4C47A-6966-3B09-BD1C-38665845F9B1}"/>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0" name="Text Placeholder 6">
            <a:extLst>
              <a:ext uri="{FF2B5EF4-FFF2-40B4-BE49-F238E27FC236}">
                <a16:creationId xmlns:a16="http://schemas.microsoft.com/office/drawing/2014/main" id="{1FCB4DFA-B41D-91DA-5108-E390AFFDD535}"/>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27103871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6" name="Table Placeholder 11">
            <a:extLst>
              <a:ext uri="{FF2B5EF4-FFF2-40B4-BE49-F238E27FC236}">
                <a16:creationId xmlns:a16="http://schemas.microsoft.com/office/drawing/2014/main" id="{C83B223E-030E-74D0-B6FA-BEC3DA7BD3FA}"/>
              </a:ext>
            </a:extLst>
          </p:cNvPr>
          <p:cNvSpPr>
            <a:spLocks noGrp="1"/>
          </p:cNvSpPr>
          <p:nvPr>
            <p:ph type="tbl" sz="quarter" idx="12"/>
          </p:nvPr>
        </p:nvSpPr>
        <p:spPr>
          <a:xfrm>
            <a:off x="621102" y="1602317"/>
            <a:ext cx="10974395" cy="3739704"/>
          </a:xfrm>
          <a:prstGeom prst="rect">
            <a:avLst/>
          </a:prstGeom>
        </p:spPr>
        <p:txBody>
          <a:bodyPr lIns="91420" tIns="45710" rIns="91420" bIns="45710">
            <a:noAutofit/>
          </a:bodyPr>
          <a:lstStyle>
            <a:lvl1pPr marL="0" indent="0" algn="ctr">
              <a:buNone/>
              <a:defRPr sz="2667" baseline="0">
                <a:solidFill>
                  <a:schemeClr val="tx1"/>
                </a:solidFill>
                <a:latin typeface="+mn-lt"/>
                <a:cs typeface="CiscoSansTT Medium" panose="020B0903020201020303" pitchFamily="34" charset="0"/>
              </a:defRPr>
            </a:lvl1pPr>
          </a:lstStyle>
          <a:p>
            <a:pPr lvl="0"/>
            <a:r>
              <a:rPr lang="en-US" noProof="0" dirty="0"/>
              <a:t>Click icon to add table</a:t>
            </a:r>
            <a:endParaRPr lang="en-GB" noProof="0" dirty="0"/>
          </a:p>
        </p:txBody>
      </p:sp>
      <p:sp>
        <p:nvSpPr>
          <p:cNvPr id="11" name="Text Placeholder 2">
            <a:extLst>
              <a:ext uri="{FF2B5EF4-FFF2-40B4-BE49-F238E27FC236}">
                <a16:creationId xmlns:a16="http://schemas.microsoft.com/office/drawing/2014/main" id="{89B8D9E7-EAC8-4A5C-4139-BA396711F078}"/>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Table caption goes here</a:t>
            </a:r>
          </a:p>
        </p:txBody>
      </p:sp>
      <p:sp>
        <p:nvSpPr>
          <p:cNvPr id="7" name="Text Placeholder 2">
            <a:extLst>
              <a:ext uri="{FF2B5EF4-FFF2-40B4-BE49-F238E27FC236}">
                <a16:creationId xmlns:a16="http://schemas.microsoft.com/office/drawing/2014/main" id="{DD6F855F-C6CE-B2F9-57E7-33E8ABD1C6C3}"/>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8" name="Text Placeholder 6">
            <a:extLst>
              <a:ext uri="{FF2B5EF4-FFF2-40B4-BE49-F238E27FC236}">
                <a16:creationId xmlns:a16="http://schemas.microsoft.com/office/drawing/2014/main" id="{AABDEAAE-DE1D-CF0D-8281-B39078C1DE9D}"/>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12545634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48CE7DB6-039C-AC58-5C90-9B19A4AA26C7}"/>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Table caption goes here</a:t>
            </a:r>
          </a:p>
        </p:txBody>
      </p:sp>
      <p:sp>
        <p:nvSpPr>
          <p:cNvPr id="14" name="Chart Placeholder 2">
            <a:extLst>
              <a:ext uri="{FF2B5EF4-FFF2-40B4-BE49-F238E27FC236}">
                <a16:creationId xmlns:a16="http://schemas.microsoft.com/office/drawing/2014/main" id="{BD75F8AD-CDF4-CE28-1C24-08F6FA9598D3}"/>
              </a:ext>
            </a:extLst>
          </p:cNvPr>
          <p:cNvSpPr>
            <a:spLocks noGrp="1"/>
          </p:cNvSpPr>
          <p:nvPr>
            <p:ph type="chart" sz="quarter" idx="10"/>
          </p:nvPr>
        </p:nvSpPr>
        <p:spPr>
          <a:xfrm>
            <a:off x="632125" y="1602319"/>
            <a:ext cx="10960608" cy="3744383"/>
          </a:xfrm>
          <a:prstGeom prst="rect">
            <a:avLst/>
          </a:prstGeom>
        </p:spPr>
        <p:txBody>
          <a:bodyPr vert="horz" lIns="91420" tIns="45710" rIns="91420" bIns="45710">
            <a:noAutofit/>
          </a:bodyPr>
          <a:lstStyle>
            <a:lvl1pPr marL="0" indent="0" algn="ctr">
              <a:buNone/>
              <a:defRPr sz="2667" b="0" i="0">
                <a:solidFill>
                  <a:schemeClr val="tx1"/>
                </a:solidFill>
                <a:latin typeface="+mn-lt"/>
                <a:cs typeface="CiscoSans ExtraLight"/>
              </a:defRPr>
            </a:lvl1pPr>
          </a:lstStyle>
          <a:p>
            <a:pPr lvl="0"/>
            <a:r>
              <a:rPr lang="en-US" noProof="0"/>
              <a:t>Click icon to add chart</a:t>
            </a:r>
          </a:p>
        </p:txBody>
      </p:sp>
      <p:sp>
        <p:nvSpPr>
          <p:cNvPr id="9" name="Text Placeholder 2">
            <a:extLst>
              <a:ext uri="{FF2B5EF4-FFF2-40B4-BE49-F238E27FC236}">
                <a16:creationId xmlns:a16="http://schemas.microsoft.com/office/drawing/2014/main" id="{705B1628-7130-AF0C-17E8-DBDAD7001336}"/>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0" name="Text Placeholder 6">
            <a:extLst>
              <a:ext uri="{FF2B5EF4-FFF2-40B4-BE49-F238E27FC236}">
                <a16:creationId xmlns:a16="http://schemas.microsoft.com/office/drawing/2014/main" id="{A7267393-CC82-21AE-BF48-82206C9952EE}"/>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23699458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Heading only">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8A973767-6838-8C37-C9AB-EBCBB78A52A3}"/>
              </a:ext>
            </a:extLst>
          </p:cNvPr>
          <p:cNvSpPr>
            <a:spLocks noGrp="1"/>
          </p:cNvSpPr>
          <p:nvPr>
            <p:ph type="body" sz="quarter" idx="82"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21514827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Half Page Tex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522ACBA-6A0D-C74B-AFCB-38D9D94CE143}"/>
              </a:ext>
            </a:extLst>
          </p:cNvPr>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latin typeface="CiscoSansTT ExtraLight" panose="020B0303020201020303" pitchFamily="34" charset="0"/>
            </a:endParaRPr>
          </a:p>
        </p:txBody>
      </p:sp>
      <p:sp>
        <p:nvSpPr>
          <p:cNvPr id="7" name="Title 1">
            <a:extLst>
              <a:ext uri="{FF2B5EF4-FFF2-40B4-BE49-F238E27FC236}">
                <a16:creationId xmlns:a16="http://schemas.microsoft.com/office/drawing/2014/main" id="{EB0442CC-18E0-97B7-E62C-0397FB025279}"/>
              </a:ext>
            </a:extLst>
          </p:cNvPr>
          <p:cNvSpPr>
            <a:spLocks noGrp="1"/>
          </p:cNvSpPr>
          <p:nvPr>
            <p:ph type="ctrTitle" hasCustomPrompt="1"/>
          </p:nvPr>
        </p:nvSpPr>
        <p:spPr>
          <a:xfrm>
            <a:off x="627425" y="1766047"/>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9" name="Text Placeholder 2">
            <a:extLst>
              <a:ext uri="{FF2B5EF4-FFF2-40B4-BE49-F238E27FC236}">
                <a16:creationId xmlns:a16="http://schemas.microsoft.com/office/drawing/2014/main" id="{5F030301-E75F-E7BE-D423-283E76983DD5}"/>
              </a:ext>
            </a:extLst>
          </p:cNvPr>
          <p:cNvSpPr>
            <a:spLocks noGrp="1"/>
          </p:cNvSpPr>
          <p:nvPr>
            <p:ph type="body" sz="quarter" idx="16" hasCustomPrompt="1"/>
          </p:nvPr>
        </p:nvSpPr>
        <p:spPr>
          <a:xfrm>
            <a:off x="627425" y="2421515"/>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2" name="Text Placeholder 2">
            <a:extLst>
              <a:ext uri="{FF2B5EF4-FFF2-40B4-BE49-F238E27FC236}">
                <a16:creationId xmlns:a16="http://schemas.microsoft.com/office/drawing/2014/main" id="{9CFD8466-F4CC-C5A0-9C5C-BABB06B9214C}"/>
              </a:ext>
            </a:extLst>
          </p:cNvPr>
          <p:cNvSpPr>
            <a:spLocks noGrp="1"/>
          </p:cNvSpPr>
          <p:nvPr>
            <p:ph type="body" sz="quarter" idx="15" hasCustomPrompt="1"/>
          </p:nvPr>
        </p:nvSpPr>
        <p:spPr>
          <a:xfrm>
            <a:off x="627425" y="2852062"/>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1" name="Text Placeholder 2">
            <a:extLst>
              <a:ext uri="{FF2B5EF4-FFF2-40B4-BE49-F238E27FC236}">
                <a16:creationId xmlns:a16="http://schemas.microsoft.com/office/drawing/2014/main" id="{56C75B5F-2754-AB33-5A12-A2F80412EA7C}"/>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1005199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Half Page Text 2">
    <p:spTree>
      <p:nvGrpSpPr>
        <p:cNvPr id="1" name=""/>
        <p:cNvGrpSpPr/>
        <p:nvPr/>
      </p:nvGrpSpPr>
      <p:grpSpPr>
        <a:xfrm>
          <a:off x="0" y="0"/>
          <a:ext cx="0" cy="0"/>
          <a:chOff x="0" y="0"/>
          <a:chExt cx="0" cy="0"/>
        </a:xfrm>
      </p:grpSpPr>
      <p:sp>
        <p:nvSpPr>
          <p:cNvPr id="4" name="Rectangle 3"/>
          <p:cNvSpPr/>
          <p:nvPr/>
        </p:nvSpPr>
        <p:spPr>
          <a:xfrm>
            <a:off x="0"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solidFill>
                <a:srgbClr val="0D274D"/>
              </a:solidFill>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pic>
        <p:nvPicPr>
          <p:cNvPr id="21" name="Picture 7">
            <a:extLst>
              <a:ext uri="{FF2B5EF4-FFF2-40B4-BE49-F238E27FC236}">
                <a16:creationId xmlns:a16="http://schemas.microsoft.com/office/drawing/2014/main" id="{C8840F6B-282B-A945-9690-ABC74CE8E7D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6342698"/>
            <a:ext cx="396305" cy="208228"/>
          </a:xfrm>
          <a:prstGeom prst="rect">
            <a:avLst/>
          </a:prstGeom>
        </p:spPr>
      </p:pic>
      <p:sp>
        <p:nvSpPr>
          <p:cNvPr id="22" name="Rectangle 21">
            <a:extLst>
              <a:ext uri="{FF2B5EF4-FFF2-40B4-BE49-F238E27FC236}">
                <a16:creationId xmlns:a16="http://schemas.microsoft.com/office/drawing/2014/main" id="{2C5D8762-2A1E-3E48-9704-3A8D36FCB834}"/>
              </a:ext>
            </a:extLst>
          </p:cNvPr>
          <p:cNvSpPr>
            <a:spLocks noChangeArrowheads="1"/>
          </p:cNvSpPr>
          <p:nvPr/>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a:solidFill>
                  <a:srgbClr val="0D274D"/>
                </a:solidFill>
                <a:latin typeface="CiscoSansTT Light" panose="020B0503020201020303" pitchFamily="34" charset="0"/>
                <a:ea typeface="+mn-ea"/>
                <a:cs typeface="CiscoSansTT Light" panose="020B0503020201020303" pitchFamily="34" charset="0"/>
              </a:rPr>
              <a:t>© 2022  Cisco and/or its affiliates. All rights reserved.   Cisco Confidential</a:t>
            </a:r>
          </a:p>
        </p:txBody>
      </p:sp>
      <p:sp>
        <p:nvSpPr>
          <p:cNvPr id="12" name="Text Placeholder 2">
            <a:extLst>
              <a:ext uri="{FF2B5EF4-FFF2-40B4-BE49-F238E27FC236}">
                <a16:creationId xmlns:a16="http://schemas.microsoft.com/office/drawing/2014/main" id="{D9178804-B96E-BE4F-9C01-F123A4E79750}"/>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4" name="Text Placeholder 2">
            <a:extLst>
              <a:ext uri="{FF2B5EF4-FFF2-40B4-BE49-F238E27FC236}">
                <a16:creationId xmlns:a16="http://schemas.microsoft.com/office/drawing/2014/main" id="{0496D4BA-1A90-CD12-46A7-BEFF3610D8BF}"/>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6" name="Text Placeholder 2">
            <a:extLst>
              <a:ext uri="{FF2B5EF4-FFF2-40B4-BE49-F238E27FC236}">
                <a16:creationId xmlns:a16="http://schemas.microsoft.com/office/drawing/2014/main" id="{E5754773-B320-74FF-360B-AE12573C9FE6}"/>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0E77DDFA-F376-BD29-5DEA-72F5308CBF7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9" name="Text Placeholder 2">
            <a:extLst>
              <a:ext uri="{FF2B5EF4-FFF2-40B4-BE49-F238E27FC236}">
                <a16:creationId xmlns:a16="http://schemas.microsoft.com/office/drawing/2014/main" id="{12102193-3492-4BAB-8F98-FC7C55191E4D}"/>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0" name="Text Placeholder 2">
            <a:extLst>
              <a:ext uri="{FF2B5EF4-FFF2-40B4-BE49-F238E27FC236}">
                <a16:creationId xmlns:a16="http://schemas.microsoft.com/office/drawing/2014/main" id="{0A6491F4-97AD-1094-3D4C-75416A30CE37}"/>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3" name="Text Placeholder 2">
            <a:extLst>
              <a:ext uri="{FF2B5EF4-FFF2-40B4-BE49-F238E27FC236}">
                <a16:creationId xmlns:a16="http://schemas.microsoft.com/office/drawing/2014/main" id="{792FD8C7-8C8B-6909-C32B-EAA567C1FEF3}"/>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Tree>
    <p:extLst>
      <p:ext uri="{BB962C8B-B14F-4D97-AF65-F5344CB8AC3E}">
        <p14:creationId xmlns:p14="http://schemas.microsoft.com/office/powerpoint/2010/main" val="42556835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alf Page Text 3">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3E8268D0-2B6B-14C3-F3A8-834B9EAEC765}"/>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4" name="Text Placeholder 2">
            <a:extLst>
              <a:ext uri="{FF2B5EF4-FFF2-40B4-BE49-F238E27FC236}">
                <a16:creationId xmlns:a16="http://schemas.microsoft.com/office/drawing/2014/main" id="{8A14A143-03AF-F347-89FC-0666167C56A7}"/>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5" name="Text Placeholder 2">
            <a:extLst>
              <a:ext uri="{FF2B5EF4-FFF2-40B4-BE49-F238E27FC236}">
                <a16:creationId xmlns:a16="http://schemas.microsoft.com/office/drawing/2014/main" id="{1E323F44-643B-8464-6F8E-6F0C68F4A75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6" name="Text Placeholder 2">
            <a:extLst>
              <a:ext uri="{FF2B5EF4-FFF2-40B4-BE49-F238E27FC236}">
                <a16:creationId xmlns:a16="http://schemas.microsoft.com/office/drawing/2014/main" id="{77D7AA59-52D3-A85E-06D7-7D6C84CBBB83}"/>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0" name="Text Placeholder 2">
            <a:extLst>
              <a:ext uri="{FF2B5EF4-FFF2-40B4-BE49-F238E27FC236}">
                <a16:creationId xmlns:a16="http://schemas.microsoft.com/office/drawing/2014/main" id="{6481995A-7D97-808B-623A-0F2B9B54B1FA}"/>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2" name="Text Placeholder 2">
            <a:extLst>
              <a:ext uri="{FF2B5EF4-FFF2-40B4-BE49-F238E27FC236}">
                <a16:creationId xmlns:a16="http://schemas.microsoft.com/office/drawing/2014/main" id="{C2C22A22-15C4-D3F3-399F-EBDDB222B289}"/>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3" name="Title 1">
            <a:extLst>
              <a:ext uri="{FF2B5EF4-FFF2-40B4-BE49-F238E27FC236}">
                <a16:creationId xmlns:a16="http://schemas.microsoft.com/office/drawing/2014/main" id="{3576ECFD-ABB0-1491-EDD7-7F12498F6CCC}"/>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24" name="Text Placeholder 2">
            <a:extLst>
              <a:ext uri="{FF2B5EF4-FFF2-40B4-BE49-F238E27FC236}">
                <a16:creationId xmlns:a16="http://schemas.microsoft.com/office/drawing/2014/main" id="{AEDD64BB-96E9-B53B-7D4D-690B8C23D059}"/>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5858225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Half Page Text 4">
    <p:spTree>
      <p:nvGrpSpPr>
        <p:cNvPr id="1" name=""/>
        <p:cNvGrpSpPr/>
        <p:nvPr/>
      </p:nvGrpSpPr>
      <p:grpSpPr>
        <a:xfrm>
          <a:off x="0" y="0"/>
          <a:ext cx="0" cy="0"/>
          <a:chOff x="0" y="0"/>
          <a:chExt cx="0" cy="0"/>
        </a:xfrm>
      </p:grpSpPr>
      <p:sp>
        <p:nvSpPr>
          <p:cNvPr id="4" name="Rectangle 3"/>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16" name="Text Placeholder 2">
            <a:extLst>
              <a:ext uri="{FF2B5EF4-FFF2-40B4-BE49-F238E27FC236}">
                <a16:creationId xmlns:a16="http://schemas.microsoft.com/office/drawing/2014/main" id="{6D48D0B9-5AAE-5EA0-915E-F4A587C78D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13" name="Text Placeholder 2">
            <a:extLst>
              <a:ext uri="{FF2B5EF4-FFF2-40B4-BE49-F238E27FC236}">
                <a16:creationId xmlns:a16="http://schemas.microsoft.com/office/drawing/2014/main" id="{FD776BEA-9222-9BAE-1B0A-D130A0C27386}"/>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4" name="Text Placeholder 2">
            <a:extLst>
              <a:ext uri="{FF2B5EF4-FFF2-40B4-BE49-F238E27FC236}">
                <a16:creationId xmlns:a16="http://schemas.microsoft.com/office/drawing/2014/main" id="{4FF5CF4C-D0EB-653A-EF97-9B340B356D4E}"/>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5" name="Text Placeholder 2">
            <a:extLst>
              <a:ext uri="{FF2B5EF4-FFF2-40B4-BE49-F238E27FC236}">
                <a16:creationId xmlns:a16="http://schemas.microsoft.com/office/drawing/2014/main" id="{AD7E996C-EDDD-1C3A-F435-CE74CC8C66CD}"/>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0" name="Text Placeholder 2">
            <a:extLst>
              <a:ext uri="{FF2B5EF4-FFF2-40B4-BE49-F238E27FC236}">
                <a16:creationId xmlns:a16="http://schemas.microsoft.com/office/drawing/2014/main" id="{7EAE9D52-E667-E111-D1B1-C8DA2561EB82}"/>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2" name="Text Placeholder 2">
            <a:extLst>
              <a:ext uri="{FF2B5EF4-FFF2-40B4-BE49-F238E27FC236}">
                <a16:creationId xmlns:a16="http://schemas.microsoft.com/office/drawing/2014/main" id="{43217552-FC77-55C0-C4C3-86742477333B}"/>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3" name="Text Placeholder 2">
            <a:extLst>
              <a:ext uri="{FF2B5EF4-FFF2-40B4-BE49-F238E27FC236}">
                <a16:creationId xmlns:a16="http://schemas.microsoft.com/office/drawing/2014/main" id="{61B96D09-51F8-E400-53C3-04E0CB41305D}"/>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Tree>
    <p:extLst>
      <p:ext uri="{BB962C8B-B14F-4D97-AF65-F5344CB8AC3E}">
        <p14:creationId xmlns:p14="http://schemas.microsoft.com/office/powerpoint/2010/main" val="19642544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Half page text 5">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F37C714-926C-B64D-A4F5-C938E3E4ED20}"/>
              </a:ext>
            </a:extLst>
          </p:cNvPr>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a:latin typeface="CiscoSansTT ExtraLight" panose="020B0303020201020303" pitchFamily="34" charset="0"/>
            </a:endParaRPr>
          </a:p>
        </p:txBody>
      </p:sp>
      <p:sp>
        <p:nvSpPr>
          <p:cNvPr id="16" name="Text Placeholder 2">
            <a:extLst>
              <a:ext uri="{FF2B5EF4-FFF2-40B4-BE49-F238E27FC236}">
                <a16:creationId xmlns:a16="http://schemas.microsoft.com/office/drawing/2014/main" id="{C2CBB27D-4ECC-7D57-A8D7-9837ACB4C785}"/>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4E4DEDCA-B1D8-2700-95AE-F61F2A5A40E4}"/>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9" name="Text Placeholder 2">
            <a:extLst>
              <a:ext uri="{FF2B5EF4-FFF2-40B4-BE49-F238E27FC236}">
                <a16:creationId xmlns:a16="http://schemas.microsoft.com/office/drawing/2014/main" id="{DCB8C56B-FD0B-ED99-1F78-93E2F9DB6316}"/>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1" name="Text Placeholder 2">
            <a:extLst>
              <a:ext uri="{FF2B5EF4-FFF2-40B4-BE49-F238E27FC236}">
                <a16:creationId xmlns:a16="http://schemas.microsoft.com/office/drawing/2014/main" id="{4FF4178D-EA14-1DB3-76F5-F17A2F680081}"/>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2" name="Text Placeholder 2">
            <a:extLst>
              <a:ext uri="{FF2B5EF4-FFF2-40B4-BE49-F238E27FC236}">
                <a16:creationId xmlns:a16="http://schemas.microsoft.com/office/drawing/2014/main" id="{C50465A6-124F-F258-49BE-3472BBC000E1}"/>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3" name="Text Placeholder 2">
            <a:extLst>
              <a:ext uri="{FF2B5EF4-FFF2-40B4-BE49-F238E27FC236}">
                <a16:creationId xmlns:a16="http://schemas.microsoft.com/office/drawing/2014/main" id="{88F04DA7-F805-D415-F2BB-79E89146E2C0}"/>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4" name="Title 1">
            <a:extLst>
              <a:ext uri="{FF2B5EF4-FFF2-40B4-BE49-F238E27FC236}">
                <a16:creationId xmlns:a16="http://schemas.microsoft.com/office/drawing/2014/main" id="{63195051-635B-6257-E964-771DABF5DF3B}"/>
              </a:ext>
            </a:extLst>
          </p:cNvPr>
          <p:cNvSpPr>
            <a:spLocks noGrp="1"/>
          </p:cNvSpPr>
          <p:nvPr>
            <p:ph type="ctrTitle" hasCustomPrompt="1"/>
          </p:nvPr>
        </p:nvSpPr>
        <p:spPr>
          <a:xfrm>
            <a:off x="632125" y="1771876"/>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25" name="Text Placeholder 2">
            <a:extLst>
              <a:ext uri="{FF2B5EF4-FFF2-40B4-BE49-F238E27FC236}">
                <a16:creationId xmlns:a16="http://schemas.microsoft.com/office/drawing/2014/main" id="{D0A8471E-2BBA-AE3D-CE56-68CCA2519DA0}"/>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6" name="Text Placeholder 2">
            <a:extLst>
              <a:ext uri="{FF2B5EF4-FFF2-40B4-BE49-F238E27FC236}">
                <a16:creationId xmlns:a16="http://schemas.microsoft.com/office/drawing/2014/main" id="{748B7AD2-C316-D1F7-99FE-EF6B9A10F889}"/>
              </a:ext>
            </a:extLst>
          </p:cNvPr>
          <p:cNvSpPr>
            <a:spLocks noGrp="1"/>
          </p:cNvSpPr>
          <p:nvPr>
            <p:ph type="body" sz="quarter" idx="30" hasCustomPrompt="1"/>
          </p:nvPr>
        </p:nvSpPr>
        <p:spPr>
          <a:xfrm>
            <a:off x="632125" y="2813068"/>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8" name="Text Placeholder 2">
            <a:extLst>
              <a:ext uri="{FF2B5EF4-FFF2-40B4-BE49-F238E27FC236}">
                <a16:creationId xmlns:a16="http://schemas.microsoft.com/office/drawing/2014/main" id="{B3D1F05A-245C-2C85-24CE-BAD42CCB0C2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7705512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8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Image Large Captio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goes here</a:t>
            </a:r>
            <a:endParaRPr lang="en-US"/>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picture</a:t>
            </a:r>
          </a:p>
        </p:txBody>
      </p:sp>
    </p:spTree>
    <p:extLst>
      <p:ext uri="{BB962C8B-B14F-4D97-AF65-F5344CB8AC3E}">
        <p14:creationId xmlns:p14="http://schemas.microsoft.com/office/powerpoint/2010/main" val="1315570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ky Image Large Caption">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goes here</a:t>
            </a:r>
            <a:endParaRPr lang="en-US"/>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picture</a:t>
            </a:r>
          </a:p>
        </p:txBody>
      </p:sp>
    </p:spTree>
    <p:extLst>
      <p:ext uri="{BB962C8B-B14F-4D97-AF65-F5344CB8AC3E}">
        <p14:creationId xmlns:p14="http://schemas.microsoft.com/office/powerpoint/2010/main" val="4771751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Image Full">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picture</a:t>
            </a:r>
          </a:p>
        </p:txBody>
      </p:sp>
    </p:spTree>
    <p:extLst>
      <p:ext uri="{BB962C8B-B14F-4D97-AF65-F5344CB8AC3E}">
        <p14:creationId xmlns:p14="http://schemas.microsoft.com/office/powerpoint/2010/main" val="17140791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ky Image Full">
    <p:bg>
      <p:bgPr>
        <a:solidFill>
          <a:schemeClr val="accent1"/>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picture</a:t>
            </a:r>
          </a:p>
        </p:txBody>
      </p:sp>
    </p:spTree>
    <p:extLst>
      <p:ext uri="{BB962C8B-B14F-4D97-AF65-F5344CB8AC3E}">
        <p14:creationId xmlns:p14="http://schemas.microsoft.com/office/powerpoint/2010/main" val="2797461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Half page image caption">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cs typeface="CiscoSansTT Medium" panose="020B0903020201020303" pitchFamily="34" charset="0"/>
              </a:defRPr>
            </a:lvl1pPr>
          </a:lstStyle>
          <a:p>
            <a:r>
              <a:rPr lang="en-US" dirty="0"/>
              <a:t>Click icon to add picture</a:t>
            </a:r>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tx1"/>
                </a:solidFill>
                <a:cs typeface="CiscoSansTT Medium" panose="020B0903020201020303" pitchFamily="34" charset="0"/>
              </a:defRPr>
            </a:lvl1pPr>
          </a:lstStyle>
          <a:p>
            <a:pPr lvl="0"/>
            <a:r>
              <a:rPr lang="en-US" dirty="0"/>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3394826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ky Half page image caption">
    <p:bg>
      <p:bgPr>
        <a:solidFill>
          <a:schemeClr val="accent1"/>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cs typeface="CiscoSansTT Medium" panose="020B0903020201020303" pitchFamily="34" charset="0"/>
              </a:defRPr>
            </a:lvl1pPr>
          </a:lstStyle>
          <a:p>
            <a:r>
              <a:rPr lang="en-US" dirty="0"/>
              <a:t>Click icon to add picture</a:t>
            </a:r>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bg1"/>
                </a:solidFill>
                <a:cs typeface="CiscoSansTT Medium" panose="020B0903020201020303" pitchFamily="34" charset="0"/>
              </a:defRPr>
            </a:lvl1pPr>
          </a:lstStyle>
          <a:p>
            <a:pPr lvl="0"/>
            <a:r>
              <a:rPr lang="en-US" dirty="0"/>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9254982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Half page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tx1"/>
                </a:solidFill>
                <a:cs typeface="CiscoSansTT Medium" panose="020B0903020201020303" pitchFamily="34" charset="0"/>
              </a:defRPr>
            </a:lvl1pPr>
          </a:lstStyle>
          <a:p>
            <a:r>
              <a:rPr lang="en-US" dirty="0"/>
              <a:t>Click icon to add picture</a:t>
            </a:r>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540862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ky Half page image">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bg1"/>
                </a:solidFill>
                <a:cs typeface="CiscoSansTT Medium" panose="020B0903020201020303" pitchFamily="34" charset="0"/>
              </a:defRPr>
            </a:lvl1pPr>
          </a:lstStyle>
          <a:p>
            <a:r>
              <a:rPr lang="en-US" dirty="0"/>
              <a:t>Click icon to add picture</a:t>
            </a:r>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1626541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Half page image text">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cs typeface="CiscoSansTT Medium" panose="020B0903020201020303" pitchFamily="34" charset="0"/>
              </a:defRPr>
            </a:lvl1pPr>
          </a:lstStyle>
          <a:p>
            <a:r>
              <a:rPr lang="en-US" dirty="0"/>
              <a:t>Click icon to add picture</a:t>
            </a:r>
          </a:p>
        </p:txBody>
      </p:sp>
      <p:sp>
        <p:nvSpPr>
          <p:cNvPr id="11" name="Title 1">
            <a:extLst>
              <a:ext uri="{FF2B5EF4-FFF2-40B4-BE49-F238E27FC236}">
                <a16:creationId xmlns:a16="http://schemas.microsoft.com/office/drawing/2014/main" id="{421E50EE-B08A-1619-635E-A2F7D64943D1}"/>
              </a:ext>
            </a:extLst>
          </p:cNvPr>
          <p:cNvSpPr>
            <a:spLocks noGrp="1"/>
          </p:cNvSpPr>
          <p:nvPr>
            <p:ph type="ctrTitle" hasCustomPrompt="1"/>
          </p:nvPr>
        </p:nvSpPr>
        <p:spPr>
          <a:xfrm>
            <a:off x="632125" y="1760885"/>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12" name="Text Placeholder 2">
            <a:extLst>
              <a:ext uri="{FF2B5EF4-FFF2-40B4-BE49-F238E27FC236}">
                <a16:creationId xmlns:a16="http://schemas.microsoft.com/office/drawing/2014/main" id="{A9C9E047-3B79-01FB-2668-552BA3E030C5}"/>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3" name="Text Placeholder 2">
            <a:extLst>
              <a:ext uri="{FF2B5EF4-FFF2-40B4-BE49-F238E27FC236}">
                <a16:creationId xmlns:a16="http://schemas.microsoft.com/office/drawing/2014/main" id="{59B16207-AF3E-950B-D412-7CB2B8BB687D}"/>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4" name="Text Placeholder 2">
            <a:extLst>
              <a:ext uri="{FF2B5EF4-FFF2-40B4-BE49-F238E27FC236}">
                <a16:creationId xmlns:a16="http://schemas.microsoft.com/office/drawing/2014/main" id="{39E0DAAB-B12B-D73A-BFD5-E3645B1EFF04}"/>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
        <p:nvSpPr>
          <p:cNvPr id="21" name="Text Placeholder 2">
            <a:extLst>
              <a:ext uri="{FF2B5EF4-FFF2-40B4-BE49-F238E27FC236}">
                <a16:creationId xmlns:a16="http://schemas.microsoft.com/office/drawing/2014/main" id="{D575CD87-CAFE-A05B-6B97-0E87969006E4}"/>
              </a:ext>
            </a:extLst>
          </p:cNvPr>
          <p:cNvSpPr>
            <a:spLocks noGrp="1"/>
          </p:cNvSpPr>
          <p:nvPr>
            <p:ph type="body" sz="quarter" idx="33" hasCustomPrompt="1"/>
          </p:nvPr>
        </p:nvSpPr>
        <p:spPr>
          <a:xfrm>
            <a:off x="632125" y="4216904"/>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22" name="Text Placeholder 2">
            <a:extLst>
              <a:ext uri="{FF2B5EF4-FFF2-40B4-BE49-F238E27FC236}">
                <a16:creationId xmlns:a16="http://schemas.microsoft.com/office/drawing/2014/main" id="{A9674B6B-6A39-1F78-81F7-17B4220675D4}"/>
              </a:ext>
            </a:extLst>
          </p:cNvPr>
          <p:cNvSpPr>
            <a:spLocks noGrp="1"/>
          </p:cNvSpPr>
          <p:nvPr>
            <p:ph type="body" sz="quarter" idx="34" hasCustomPrompt="1"/>
          </p:nvPr>
        </p:nvSpPr>
        <p:spPr>
          <a:xfrm>
            <a:off x="632125" y="4647451"/>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Tree>
    <p:extLst>
      <p:ext uri="{BB962C8B-B14F-4D97-AF65-F5344CB8AC3E}">
        <p14:creationId xmlns:p14="http://schemas.microsoft.com/office/powerpoint/2010/main" val="11222466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Half page image text icons">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cs typeface="CiscoSansTT Medium" panose="020B0903020201020303" pitchFamily="34" charset="0"/>
              </a:defRPr>
            </a:lvl1pPr>
          </a:lstStyle>
          <a:p>
            <a:r>
              <a:rPr lang="en-US" dirty="0"/>
              <a:t>Click icon to add picture</a:t>
            </a:r>
          </a:p>
        </p:txBody>
      </p:sp>
      <p:sp>
        <p:nvSpPr>
          <p:cNvPr id="9" name="Title 1">
            <a:extLst>
              <a:ext uri="{FF2B5EF4-FFF2-40B4-BE49-F238E27FC236}">
                <a16:creationId xmlns:a16="http://schemas.microsoft.com/office/drawing/2014/main" id="{453354D0-16E5-6249-964F-2F9A7EBF7C36}"/>
              </a:ext>
            </a:extLst>
          </p:cNvPr>
          <p:cNvSpPr>
            <a:spLocks noGrp="1"/>
          </p:cNvSpPr>
          <p:nvPr>
            <p:ph type="ctrTitle" hasCustomPrompt="1"/>
          </p:nvPr>
        </p:nvSpPr>
        <p:spPr>
          <a:xfrm>
            <a:off x="1727148"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13" name="Picture Placeholder 2">
            <a:extLst>
              <a:ext uri="{FF2B5EF4-FFF2-40B4-BE49-F238E27FC236}">
                <a16:creationId xmlns:a16="http://schemas.microsoft.com/office/drawing/2014/main" id="{DB316346-3BC8-EF4A-BBC3-4B56BAC5B9A5}"/>
              </a:ext>
            </a:extLst>
          </p:cNvPr>
          <p:cNvSpPr>
            <a:spLocks noGrp="1"/>
          </p:cNvSpPr>
          <p:nvPr>
            <p:ph type="pic" sz="quarter" idx="24" hasCustomPrompt="1"/>
          </p:nvPr>
        </p:nvSpPr>
        <p:spPr>
          <a:xfrm>
            <a:off x="632127" y="236220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marketing icon</a:t>
            </a:r>
          </a:p>
        </p:txBody>
      </p:sp>
      <p:sp>
        <p:nvSpPr>
          <p:cNvPr id="14" name="Picture Placeholder 2">
            <a:extLst>
              <a:ext uri="{FF2B5EF4-FFF2-40B4-BE49-F238E27FC236}">
                <a16:creationId xmlns:a16="http://schemas.microsoft.com/office/drawing/2014/main" id="{3FD419D2-A5E0-5441-8593-FDCDFEAFC54B}"/>
              </a:ext>
            </a:extLst>
          </p:cNvPr>
          <p:cNvSpPr>
            <a:spLocks noGrp="1"/>
          </p:cNvSpPr>
          <p:nvPr>
            <p:ph type="pic" sz="quarter" idx="25" hasCustomPrompt="1"/>
          </p:nvPr>
        </p:nvSpPr>
        <p:spPr>
          <a:xfrm>
            <a:off x="632127" y="420663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a:t>Click to add marketing icon</a:t>
            </a:r>
          </a:p>
        </p:txBody>
      </p:sp>
      <p:sp>
        <p:nvSpPr>
          <p:cNvPr id="15" name="Text Placeholder 2">
            <a:extLst>
              <a:ext uri="{FF2B5EF4-FFF2-40B4-BE49-F238E27FC236}">
                <a16:creationId xmlns:a16="http://schemas.microsoft.com/office/drawing/2014/main" id="{B5E5EDE7-AAAF-8C40-8D1E-D24E33A2ADF4}"/>
              </a:ext>
            </a:extLst>
          </p:cNvPr>
          <p:cNvSpPr>
            <a:spLocks noGrp="1"/>
          </p:cNvSpPr>
          <p:nvPr>
            <p:ph type="body" sz="quarter" idx="16" hasCustomPrompt="1"/>
          </p:nvPr>
        </p:nvSpPr>
        <p:spPr>
          <a:xfrm>
            <a:off x="1727148" y="236220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7" name="Text Placeholder 2">
            <a:extLst>
              <a:ext uri="{FF2B5EF4-FFF2-40B4-BE49-F238E27FC236}">
                <a16:creationId xmlns:a16="http://schemas.microsoft.com/office/drawing/2014/main" id="{458D6C5F-0B29-8A4E-A858-26BECF27D154}"/>
              </a:ext>
            </a:extLst>
          </p:cNvPr>
          <p:cNvSpPr>
            <a:spLocks noGrp="1"/>
          </p:cNvSpPr>
          <p:nvPr>
            <p:ph type="body" sz="quarter" idx="20" hasCustomPrompt="1"/>
          </p:nvPr>
        </p:nvSpPr>
        <p:spPr>
          <a:xfrm>
            <a:off x="1727148" y="420663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9" name="Text Placeholder 2">
            <a:extLst>
              <a:ext uri="{FF2B5EF4-FFF2-40B4-BE49-F238E27FC236}">
                <a16:creationId xmlns:a16="http://schemas.microsoft.com/office/drawing/2014/main" id="{C414CF6E-DEBF-5A4C-8822-AC1C0D5EE905}"/>
              </a:ext>
            </a:extLst>
          </p:cNvPr>
          <p:cNvSpPr>
            <a:spLocks noGrp="1"/>
          </p:cNvSpPr>
          <p:nvPr>
            <p:ph type="body" sz="quarter" idx="32" hasCustomPrompt="1"/>
          </p:nvPr>
        </p:nvSpPr>
        <p:spPr>
          <a:xfrm>
            <a:off x="1727148" y="4625586"/>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20" name="Text Placeholder 2">
            <a:extLst>
              <a:ext uri="{FF2B5EF4-FFF2-40B4-BE49-F238E27FC236}">
                <a16:creationId xmlns:a16="http://schemas.microsoft.com/office/drawing/2014/main" id="{E10C3C35-F284-9842-AF8E-B4C121DB854F}"/>
              </a:ext>
            </a:extLst>
          </p:cNvPr>
          <p:cNvSpPr>
            <a:spLocks noGrp="1"/>
          </p:cNvSpPr>
          <p:nvPr>
            <p:ph type="body" sz="quarter" idx="31" hasCustomPrompt="1"/>
          </p:nvPr>
        </p:nvSpPr>
        <p:spPr>
          <a:xfrm>
            <a:off x="1727148" y="2792747"/>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a:t>
            </a:r>
            <a:r>
              <a:rPr lang="en-GB" err="1"/>
              <a:t>labore</a:t>
            </a:r>
            <a:r>
              <a:rPr lang="en-GB"/>
              <a:t>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2" name="Text Placeholder 2">
            <a:extLst>
              <a:ext uri="{FF2B5EF4-FFF2-40B4-BE49-F238E27FC236}">
                <a16:creationId xmlns:a16="http://schemas.microsoft.com/office/drawing/2014/main" id="{530ECFE8-BB22-2C91-22E4-8B647E6289E0}"/>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424370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5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Half page chart">
    <p:spTree>
      <p:nvGrpSpPr>
        <p:cNvPr id="1" name=""/>
        <p:cNvGrpSpPr/>
        <p:nvPr/>
      </p:nvGrpSpPr>
      <p:grpSpPr>
        <a:xfrm>
          <a:off x="0" y="0"/>
          <a:ext cx="0" cy="0"/>
          <a:chOff x="0" y="0"/>
          <a:chExt cx="0" cy="0"/>
        </a:xfrm>
      </p:grpSpPr>
      <p:sp>
        <p:nvSpPr>
          <p:cNvPr id="6" name="Chart Placeholder 5"/>
          <p:cNvSpPr>
            <a:spLocks noGrp="1"/>
          </p:cNvSpPr>
          <p:nvPr>
            <p:ph type="chart" sz="quarter" idx="10"/>
          </p:nvPr>
        </p:nvSpPr>
        <p:spPr>
          <a:xfrm>
            <a:off x="6786035" y="431803"/>
            <a:ext cx="4796367" cy="6045199"/>
          </a:xfrm>
          <a:prstGeom prst="rect">
            <a:avLst/>
          </a:prstGeom>
        </p:spPr>
        <p:txBody>
          <a:bodyPr anchor="ctr" anchorCtr="0"/>
          <a:lstStyle>
            <a:lvl1pPr marL="0" indent="0" algn="ctr">
              <a:buNone/>
              <a:defRPr>
                <a:solidFill>
                  <a:schemeClr val="tx1"/>
                </a:solidFill>
                <a:cs typeface="CiscoSansTT Medium" panose="020B0903020201020303" pitchFamily="34" charset="0"/>
              </a:defRPr>
            </a:lvl1pPr>
          </a:lstStyle>
          <a:p>
            <a:r>
              <a:rPr lang="en-US" dirty="0"/>
              <a:t>Click icon to add chart</a:t>
            </a:r>
          </a:p>
        </p:txBody>
      </p:sp>
      <p:sp>
        <p:nvSpPr>
          <p:cNvPr id="4" name="Title 1">
            <a:extLst>
              <a:ext uri="{FF2B5EF4-FFF2-40B4-BE49-F238E27FC236}">
                <a16:creationId xmlns:a16="http://schemas.microsoft.com/office/drawing/2014/main" id="{7C0FB4A9-9785-254F-982E-7E82B77BF549}"/>
              </a:ext>
            </a:extLst>
          </p:cNvPr>
          <p:cNvSpPr>
            <a:spLocks noGrp="1"/>
          </p:cNvSpPr>
          <p:nvPr>
            <p:ph type="ctrTitle" hasCustomPrompt="1"/>
          </p:nvPr>
        </p:nvSpPr>
        <p:spPr>
          <a:xfrm>
            <a:off x="636096"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Slide copy should</a:t>
            </a:r>
            <a:br>
              <a:rPr lang="en-GB"/>
            </a:br>
            <a:r>
              <a:rPr lang="en-GB"/>
              <a:t>go here</a:t>
            </a:r>
            <a:endParaRPr lang="en-US"/>
          </a:p>
        </p:txBody>
      </p:sp>
      <p:sp>
        <p:nvSpPr>
          <p:cNvPr id="7" name="Text Placeholder 2">
            <a:extLst>
              <a:ext uri="{FF2B5EF4-FFF2-40B4-BE49-F238E27FC236}">
                <a16:creationId xmlns:a16="http://schemas.microsoft.com/office/drawing/2014/main" id="{25F9E7A7-281F-24AD-2948-98640334E32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3018367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Map">
    <p:spTree>
      <p:nvGrpSpPr>
        <p:cNvPr id="1" name=""/>
        <p:cNvGrpSpPr/>
        <p:nvPr/>
      </p:nvGrpSpPr>
      <p:grpSpPr>
        <a:xfrm>
          <a:off x="0" y="0"/>
          <a:ext cx="0" cy="0"/>
          <a:chOff x="0" y="0"/>
          <a:chExt cx="0" cy="0"/>
        </a:xfrm>
      </p:grpSpPr>
      <p:sp>
        <p:nvSpPr>
          <p:cNvPr id="239" name="Text Placeholder 2">
            <a:extLst>
              <a:ext uri="{FF2B5EF4-FFF2-40B4-BE49-F238E27FC236}">
                <a16:creationId xmlns:a16="http://schemas.microsoft.com/office/drawing/2014/main" id="{0432F0B5-AA18-A142-8000-0B8E86D9192F}"/>
              </a:ext>
            </a:extLst>
          </p:cNvPr>
          <p:cNvSpPr>
            <a:spLocks noGrp="1"/>
          </p:cNvSpPr>
          <p:nvPr>
            <p:ph type="body" sz="quarter" idx="15" hasCustomPrompt="1"/>
          </p:nvPr>
        </p:nvSpPr>
        <p:spPr>
          <a:xfrm>
            <a:off x="632125" y="4261989"/>
            <a:ext cx="2587813" cy="1859411"/>
          </a:xfrm>
          <a:prstGeom prst="rect">
            <a:avLst/>
          </a:prstGeom>
        </p:spPr>
        <p:txBody>
          <a:bodyPr lIns="0" tIns="0" rIns="0" bIns="0"/>
          <a:lstStyle>
            <a:lvl1pPr marL="0" marR="0" indent="0" algn="l" defTabSz="912276" rtl="0" eaLnBrk="1" fontAlgn="base" latinLnBrk="0" hangingPunct="1">
              <a:lnSpc>
                <a:spcPts val="1467"/>
              </a:lnSpc>
              <a:spcBef>
                <a:spcPts val="0"/>
              </a:spcBef>
              <a:spcAft>
                <a:spcPts val="800"/>
              </a:spcAft>
              <a:buClr>
                <a:schemeClr val="tx2"/>
              </a:buClr>
              <a:buSzPct val="90000"/>
              <a:buFont typeface="Arial" panose="020B0604020202020204" pitchFamily="34" charset="0"/>
              <a:buNone/>
              <a:tabLst/>
              <a:defRPr sz="1067" b="0" i="1"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This map is fully editable. Double-click </a:t>
            </a:r>
            <a:br>
              <a:rPr lang="en-GB"/>
            </a:br>
            <a:r>
              <a:rPr lang="en-GB"/>
              <a:t>or ungroup to edit individual countries. </a:t>
            </a:r>
            <a:br>
              <a:rPr lang="en-GB"/>
            </a:br>
            <a:br>
              <a:rPr lang="en-GB"/>
            </a:br>
            <a:r>
              <a:rPr lang="en-GB"/>
              <a:t>Disclaimer: This map is sourced from the current UN map. It represents only the approximate relative location of boundaries and is not authoritative. This is for informational purposes and is not prepared or suitable for legal, engineering or survey purposes.  </a:t>
            </a:r>
          </a:p>
          <a:p>
            <a:pPr lvl="0"/>
            <a:endParaRPr lang="en-GB"/>
          </a:p>
        </p:txBody>
      </p:sp>
      <p:sp>
        <p:nvSpPr>
          <p:cNvPr id="6" name="Text Placeholder 6">
            <a:extLst>
              <a:ext uri="{FF2B5EF4-FFF2-40B4-BE49-F238E27FC236}">
                <a16:creationId xmlns:a16="http://schemas.microsoft.com/office/drawing/2014/main" id="{CF248584-E96B-60F6-5CB7-077CEF8F3BDE}"/>
              </a:ext>
            </a:extLst>
          </p:cNvPr>
          <p:cNvSpPr>
            <a:spLocks noGrp="1"/>
          </p:cNvSpPr>
          <p:nvPr>
            <p:ph type="body" sz="quarter" idx="23"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
        <p:nvSpPr>
          <p:cNvPr id="7" name="Text Placeholder 2">
            <a:extLst>
              <a:ext uri="{FF2B5EF4-FFF2-40B4-BE49-F238E27FC236}">
                <a16:creationId xmlns:a16="http://schemas.microsoft.com/office/drawing/2014/main" id="{37AD3E42-A8B0-11B1-2428-C383D019513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6357682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Org chart 1">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32127" y="1349831"/>
            <a:ext cx="2490219"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696827" y="1917045"/>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696827" y="2535199"/>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696827" y="3153354"/>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696827" y="3771509"/>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696827" y="4389663"/>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696827" y="5007818"/>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696827" y="5625970"/>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235089"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235089"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235089"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235089"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235089"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235089"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235089"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349831"/>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286023" y="1917045"/>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286023" y="2535199"/>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286023" y="3153354"/>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286023" y="3771509"/>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286023" y="4389663"/>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286023" y="5007818"/>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286022" y="5625970"/>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824285"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824285"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824285"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824285"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824285"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824285"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824285"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349831"/>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22959" y="1917045"/>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22959" y="2535199"/>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22959" y="3153354"/>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22959" y="3771509"/>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22959" y="4389663"/>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22959" y="5007818"/>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22957" y="5625970"/>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961220"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961220"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961220"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961220"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961220"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961220"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961220"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349831"/>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573593" y="1917045"/>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573593" y="2535199"/>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573593" y="3153354"/>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573593" y="3771509"/>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573593" y="4389663"/>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573593" y="5007818"/>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573591" y="5625970"/>
            <a:ext cx="538263" cy="538263"/>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4111853"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4111853"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4111853"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4111853"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4111853"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4111853"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4111853"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64" name="Text Placeholder 6">
            <a:extLst>
              <a:ext uri="{FF2B5EF4-FFF2-40B4-BE49-F238E27FC236}">
                <a16:creationId xmlns:a16="http://schemas.microsoft.com/office/drawing/2014/main" id="{58C553A7-8A31-870C-101B-0A204C3890FC}"/>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
        <p:nvSpPr>
          <p:cNvPr id="65" name="Text Placeholder 2">
            <a:extLst>
              <a:ext uri="{FF2B5EF4-FFF2-40B4-BE49-F238E27FC236}">
                <a16:creationId xmlns:a16="http://schemas.microsoft.com/office/drawing/2014/main" id="{7469A137-485B-5AAB-AAF4-554238BF1365}"/>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9577631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Org chart 2">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14635"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724227" y="1578211"/>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724227" y="2166105"/>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724227" y="2754000"/>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724227" y="3341895"/>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724227" y="3929789"/>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724227" y="4517684"/>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724224" y="5105579"/>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235089"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235089"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235089"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235089"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235089"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235089"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235089"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313421" y="1578211"/>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313421" y="2166105"/>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313421" y="2754000"/>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313421" y="3341895"/>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313421" y="3929789"/>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313421" y="4517684"/>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313421" y="5105579"/>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824285"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824285"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824285"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824285"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824285"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824285"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824285"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50356" y="1578211"/>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50356" y="2166105"/>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50356" y="2754000"/>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50356" y="3341895"/>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50356" y="3929789"/>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50356" y="4517684"/>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50356" y="5105579"/>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961220"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961220"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961220"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961220"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961220"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961220"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961220"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600989" y="1578211"/>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600989" y="2166105"/>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600989" y="2754000"/>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600989" y="3341895"/>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600989" y="3929789"/>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600989" y="4517684"/>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600988" y="5105579"/>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4111853"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4111853"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4111853"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4111853"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4111853"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4111853"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4111853"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64" name="Picture Placeholder 3">
            <a:extLst>
              <a:ext uri="{FF2B5EF4-FFF2-40B4-BE49-F238E27FC236}">
                <a16:creationId xmlns:a16="http://schemas.microsoft.com/office/drawing/2014/main" id="{12FBBD29-DE96-1B40-80B4-0F0231B1AC5D}"/>
              </a:ext>
            </a:extLst>
          </p:cNvPr>
          <p:cNvSpPr>
            <a:spLocks noGrp="1"/>
          </p:cNvSpPr>
          <p:nvPr>
            <p:ph type="pic" sz="quarter" idx="82"/>
          </p:nvPr>
        </p:nvSpPr>
        <p:spPr>
          <a:xfrm>
            <a:off x="724224" y="5693473"/>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65" name="Text Placeholder 7">
            <a:extLst>
              <a:ext uri="{FF2B5EF4-FFF2-40B4-BE49-F238E27FC236}">
                <a16:creationId xmlns:a16="http://schemas.microsoft.com/office/drawing/2014/main" id="{39F508A9-3E93-DC43-B332-68A35B7D24FA}"/>
              </a:ext>
            </a:extLst>
          </p:cNvPr>
          <p:cNvSpPr>
            <a:spLocks noGrp="1"/>
          </p:cNvSpPr>
          <p:nvPr>
            <p:ph type="body" sz="quarter" idx="83" hasCustomPrompt="1"/>
          </p:nvPr>
        </p:nvSpPr>
        <p:spPr>
          <a:xfrm>
            <a:off x="1235089"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66" name="Picture Placeholder 3">
            <a:extLst>
              <a:ext uri="{FF2B5EF4-FFF2-40B4-BE49-F238E27FC236}">
                <a16:creationId xmlns:a16="http://schemas.microsoft.com/office/drawing/2014/main" id="{6840C14B-D589-C94B-B8F9-28CFE94FABCE}"/>
              </a:ext>
            </a:extLst>
          </p:cNvPr>
          <p:cNvSpPr>
            <a:spLocks noGrp="1"/>
          </p:cNvSpPr>
          <p:nvPr>
            <p:ph type="pic" sz="quarter" idx="84"/>
          </p:nvPr>
        </p:nvSpPr>
        <p:spPr>
          <a:xfrm>
            <a:off x="9313421" y="5693473"/>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67" name="Text Placeholder 7">
            <a:extLst>
              <a:ext uri="{FF2B5EF4-FFF2-40B4-BE49-F238E27FC236}">
                <a16:creationId xmlns:a16="http://schemas.microsoft.com/office/drawing/2014/main" id="{6F63A7A9-9CFA-0F4D-8695-447FE1CB25B8}"/>
              </a:ext>
            </a:extLst>
          </p:cNvPr>
          <p:cNvSpPr>
            <a:spLocks noGrp="1"/>
          </p:cNvSpPr>
          <p:nvPr>
            <p:ph type="body" sz="quarter" idx="85" hasCustomPrompt="1"/>
          </p:nvPr>
        </p:nvSpPr>
        <p:spPr>
          <a:xfrm>
            <a:off x="9824285"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68" name="Picture Placeholder 3">
            <a:extLst>
              <a:ext uri="{FF2B5EF4-FFF2-40B4-BE49-F238E27FC236}">
                <a16:creationId xmlns:a16="http://schemas.microsoft.com/office/drawing/2014/main" id="{39551C59-03A2-B642-967F-11FFE636352F}"/>
              </a:ext>
            </a:extLst>
          </p:cNvPr>
          <p:cNvSpPr>
            <a:spLocks noGrp="1"/>
          </p:cNvSpPr>
          <p:nvPr>
            <p:ph type="pic" sz="quarter" idx="86"/>
          </p:nvPr>
        </p:nvSpPr>
        <p:spPr>
          <a:xfrm>
            <a:off x="6450356" y="5693473"/>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69" name="Text Placeholder 7">
            <a:extLst>
              <a:ext uri="{FF2B5EF4-FFF2-40B4-BE49-F238E27FC236}">
                <a16:creationId xmlns:a16="http://schemas.microsoft.com/office/drawing/2014/main" id="{C02837D7-FC31-B34E-9191-971D6AEF1BA0}"/>
              </a:ext>
            </a:extLst>
          </p:cNvPr>
          <p:cNvSpPr>
            <a:spLocks noGrp="1"/>
          </p:cNvSpPr>
          <p:nvPr>
            <p:ph type="body" sz="quarter" idx="87" hasCustomPrompt="1"/>
          </p:nvPr>
        </p:nvSpPr>
        <p:spPr>
          <a:xfrm>
            <a:off x="6961220"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70" name="Picture Placeholder 3">
            <a:extLst>
              <a:ext uri="{FF2B5EF4-FFF2-40B4-BE49-F238E27FC236}">
                <a16:creationId xmlns:a16="http://schemas.microsoft.com/office/drawing/2014/main" id="{0A9A16C4-5950-FE46-8970-C4FE824F08F2}"/>
              </a:ext>
            </a:extLst>
          </p:cNvPr>
          <p:cNvSpPr>
            <a:spLocks noGrp="1"/>
          </p:cNvSpPr>
          <p:nvPr>
            <p:ph type="pic" sz="quarter" idx="88"/>
          </p:nvPr>
        </p:nvSpPr>
        <p:spPr>
          <a:xfrm>
            <a:off x="3600988" y="5693473"/>
            <a:ext cx="483467" cy="483464"/>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71" name="Text Placeholder 7">
            <a:extLst>
              <a:ext uri="{FF2B5EF4-FFF2-40B4-BE49-F238E27FC236}">
                <a16:creationId xmlns:a16="http://schemas.microsoft.com/office/drawing/2014/main" id="{F0A4E703-0CB6-8D41-8B11-CDC79E494EEE}"/>
              </a:ext>
            </a:extLst>
          </p:cNvPr>
          <p:cNvSpPr>
            <a:spLocks noGrp="1"/>
          </p:cNvSpPr>
          <p:nvPr>
            <p:ph type="body" sz="quarter" idx="89" hasCustomPrompt="1"/>
          </p:nvPr>
        </p:nvSpPr>
        <p:spPr>
          <a:xfrm>
            <a:off x="4111853"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74" name="Text Placeholder 6">
            <a:extLst>
              <a:ext uri="{FF2B5EF4-FFF2-40B4-BE49-F238E27FC236}">
                <a16:creationId xmlns:a16="http://schemas.microsoft.com/office/drawing/2014/main" id="{1E10DC83-CCB3-2596-F842-884E3BF17A47}"/>
              </a:ext>
            </a:extLst>
          </p:cNvPr>
          <p:cNvSpPr>
            <a:spLocks noGrp="1"/>
          </p:cNvSpPr>
          <p:nvPr>
            <p:ph type="body" sz="quarter" idx="90"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37446684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Org chart 3">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32126" y="1029572"/>
            <a:ext cx="2517617"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711691" y="1479553"/>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711691" y="2004320"/>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711691" y="2529085"/>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711691" y="3053849"/>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711691" y="3578614"/>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711691" y="4103380"/>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711690" y="4628145"/>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108119"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108119"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108119"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108119"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108119"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108119"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108119"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300887" y="1479553"/>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300887" y="2004320"/>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300887" y="2529085"/>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300887" y="3053849"/>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300887" y="3578614"/>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300887" y="4103380"/>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300886" y="4628145"/>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697315"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697315"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697315"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697315"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697315"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697315"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697315"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37822" y="1479553"/>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37822" y="2004320"/>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37822" y="2529085"/>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37822" y="3053849"/>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37822" y="3578614"/>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37822" y="4103380"/>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37820" y="4628145"/>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834251"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834251"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834251"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834251"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834251"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834251"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834251"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588455" y="1479553"/>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588455" y="2004320"/>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588455" y="2529085"/>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588455" y="3053849"/>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588455" y="3578614"/>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588455" y="4103380"/>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588454" y="4628145"/>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3984883"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3984883"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3984883"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3984883"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3984883"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3984883"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3984883"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64" name="Picture Placeholder 3">
            <a:extLst>
              <a:ext uri="{FF2B5EF4-FFF2-40B4-BE49-F238E27FC236}">
                <a16:creationId xmlns:a16="http://schemas.microsoft.com/office/drawing/2014/main" id="{12FBBD29-DE96-1B40-80B4-0F0231B1AC5D}"/>
              </a:ext>
            </a:extLst>
          </p:cNvPr>
          <p:cNvSpPr>
            <a:spLocks noGrp="1"/>
          </p:cNvSpPr>
          <p:nvPr>
            <p:ph type="pic" sz="quarter" idx="82"/>
          </p:nvPr>
        </p:nvSpPr>
        <p:spPr>
          <a:xfrm>
            <a:off x="711690" y="5152912"/>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65" name="Text Placeholder 7">
            <a:extLst>
              <a:ext uri="{FF2B5EF4-FFF2-40B4-BE49-F238E27FC236}">
                <a16:creationId xmlns:a16="http://schemas.microsoft.com/office/drawing/2014/main" id="{39F508A9-3E93-DC43-B332-68A35B7D24FA}"/>
              </a:ext>
            </a:extLst>
          </p:cNvPr>
          <p:cNvSpPr>
            <a:spLocks noGrp="1"/>
          </p:cNvSpPr>
          <p:nvPr>
            <p:ph type="body" sz="quarter" idx="83" hasCustomPrompt="1"/>
          </p:nvPr>
        </p:nvSpPr>
        <p:spPr>
          <a:xfrm>
            <a:off x="1108119"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66" name="Picture Placeholder 3">
            <a:extLst>
              <a:ext uri="{FF2B5EF4-FFF2-40B4-BE49-F238E27FC236}">
                <a16:creationId xmlns:a16="http://schemas.microsoft.com/office/drawing/2014/main" id="{6840C14B-D589-C94B-B8F9-28CFE94FABCE}"/>
              </a:ext>
            </a:extLst>
          </p:cNvPr>
          <p:cNvSpPr>
            <a:spLocks noGrp="1"/>
          </p:cNvSpPr>
          <p:nvPr>
            <p:ph type="pic" sz="quarter" idx="84"/>
          </p:nvPr>
        </p:nvSpPr>
        <p:spPr>
          <a:xfrm>
            <a:off x="9300886" y="5152912"/>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67" name="Text Placeholder 7">
            <a:extLst>
              <a:ext uri="{FF2B5EF4-FFF2-40B4-BE49-F238E27FC236}">
                <a16:creationId xmlns:a16="http://schemas.microsoft.com/office/drawing/2014/main" id="{6F63A7A9-9CFA-0F4D-8695-447FE1CB25B8}"/>
              </a:ext>
            </a:extLst>
          </p:cNvPr>
          <p:cNvSpPr>
            <a:spLocks noGrp="1"/>
          </p:cNvSpPr>
          <p:nvPr>
            <p:ph type="body" sz="quarter" idx="85" hasCustomPrompt="1"/>
          </p:nvPr>
        </p:nvSpPr>
        <p:spPr>
          <a:xfrm>
            <a:off x="9697315"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68" name="Picture Placeholder 3">
            <a:extLst>
              <a:ext uri="{FF2B5EF4-FFF2-40B4-BE49-F238E27FC236}">
                <a16:creationId xmlns:a16="http://schemas.microsoft.com/office/drawing/2014/main" id="{39551C59-03A2-B642-967F-11FFE636352F}"/>
              </a:ext>
            </a:extLst>
          </p:cNvPr>
          <p:cNvSpPr>
            <a:spLocks noGrp="1"/>
          </p:cNvSpPr>
          <p:nvPr>
            <p:ph type="pic" sz="quarter" idx="86"/>
          </p:nvPr>
        </p:nvSpPr>
        <p:spPr>
          <a:xfrm>
            <a:off x="6437820" y="5152912"/>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69" name="Text Placeholder 7">
            <a:extLst>
              <a:ext uri="{FF2B5EF4-FFF2-40B4-BE49-F238E27FC236}">
                <a16:creationId xmlns:a16="http://schemas.microsoft.com/office/drawing/2014/main" id="{C02837D7-FC31-B34E-9191-971D6AEF1BA0}"/>
              </a:ext>
            </a:extLst>
          </p:cNvPr>
          <p:cNvSpPr>
            <a:spLocks noGrp="1"/>
          </p:cNvSpPr>
          <p:nvPr>
            <p:ph type="body" sz="quarter" idx="87" hasCustomPrompt="1"/>
          </p:nvPr>
        </p:nvSpPr>
        <p:spPr>
          <a:xfrm>
            <a:off x="6834251"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70" name="Picture Placeholder 3">
            <a:extLst>
              <a:ext uri="{FF2B5EF4-FFF2-40B4-BE49-F238E27FC236}">
                <a16:creationId xmlns:a16="http://schemas.microsoft.com/office/drawing/2014/main" id="{0A9A16C4-5950-FE46-8970-C4FE824F08F2}"/>
              </a:ext>
            </a:extLst>
          </p:cNvPr>
          <p:cNvSpPr>
            <a:spLocks noGrp="1"/>
          </p:cNvSpPr>
          <p:nvPr>
            <p:ph type="pic" sz="quarter" idx="88"/>
          </p:nvPr>
        </p:nvSpPr>
        <p:spPr>
          <a:xfrm>
            <a:off x="3588454" y="5152912"/>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71" name="Text Placeholder 7">
            <a:extLst>
              <a:ext uri="{FF2B5EF4-FFF2-40B4-BE49-F238E27FC236}">
                <a16:creationId xmlns:a16="http://schemas.microsoft.com/office/drawing/2014/main" id="{F0A4E703-0CB6-8D41-8B11-CDC79E494EEE}"/>
              </a:ext>
            </a:extLst>
          </p:cNvPr>
          <p:cNvSpPr>
            <a:spLocks noGrp="1"/>
          </p:cNvSpPr>
          <p:nvPr>
            <p:ph type="body" sz="quarter" idx="89" hasCustomPrompt="1"/>
          </p:nvPr>
        </p:nvSpPr>
        <p:spPr>
          <a:xfrm>
            <a:off x="3984883"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5" name="Picture Placeholder 3">
            <a:extLst>
              <a:ext uri="{FF2B5EF4-FFF2-40B4-BE49-F238E27FC236}">
                <a16:creationId xmlns:a16="http://schemas.microsoft.com/office/drawing/2014/main" id="{1DCBBC5A-83E1-534A-A729-2AAE15A559D1}"/>
              </a:ext>
            </a:extLst>
          </p:cNvPr>
          <p:cNvSpPr>
            <a:spLocks noGrp="1"/>
          </p:cNvSpPr>
          <p:nvPr>
            <p:ph type="pic" sz="quarter" idx="90"/>
          </p:nvPr>
        </p:nvSpPr>
        <p:spPr>
          <a:xfrm>
            <a:off x="711690" y="5677676"/>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96" name="Text Placeholder 7">
            <a:extLst>
              <a:ext uri="{FF2B5EF4-FFF2-40B4-BE49-F238E27FC236}">
                <a16:creationId xmlns:a16="http://schemas.microsoft.com/office/drawing/2014/main" id="{D7A1E629-C759-8A43-BBEE-5E84A4D978CA}"/>
              </a:ext>
            </a:extLst>
          </p:cNvPr>
          <p:cNvSpPr>
            <a:spLocks noGrp="1"/>
          </p:cNvSpPr>
          <p:nvPr>
            <p:ph type="body" sz="quarter" idx="91" hasCustomPrompt="1"/>
          </p:nvPr>
        </p:nvSpPr>
        <p:spPr>
          <a:xfrm>
            <a:off x="1108119"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7" name="Picture Placeholder 3">
            <a:extLst>
              <a:ext uri="{FF2B5EF4-FFF2-40B4-BE49-F238E27FC236}">
                <a16:creationId xmlns:a16="http://schemas.microsoft.com/office/drawing/2014/main" id="{32560AF2-6EDC-E545-AC85-CD3E6C2E8432}"/>
              </a:ext>
            </a:extLst>
          </p:cNvPr>
          <p:cNvSpPr>
            <a:spLocks noGrp="1"/>
          </p:cNvSpPr>
          <p:nvPr>
            <p:ph type="pic" sz="quarter" idx="92"/>
          </p:nvPr>
        </p:nvSpPr>
        <p:spPr>
          <a:xfrm>
            <a:off x="9300886" y="5677676"/>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98" name="Text Placeholder 7">
            <a:extLst>
              <a:ext uri="{FF2B5EF4-FFF2-40B4-BE49-F238E27FC236}">
                <a16:creationId xmlns:a16="http://schemas.microsoft.com/office/drawing/2014/main" id="{0BF57D0D-FFC1-8745-91E3-01339FD39DB6}"/>
              </a:ext>
            </a:extLst>
          </p:cNvPr>
          <p:cNvSpPr>
            <a:spLocks noGrp="1"/>
          </p:cNvSpPr>
          <p:nvPr>
            <p:ph type="body" sz="quarter" idx="93" hasCustomPrompt="1"/>
          </p:nvPr>
        </p:nvSpPr>
        <p:spPr>
          <a:xfrm>
            <a:off x="9697315"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9" name="Picture Placeholder 3">
            <a:extLst>
              <a:ext uri="{FF2B5EF4-FFF2-40B4-BE49-F238E27FC236}">
                <a16:creationId xmlns:a16="http://schemas.microsoft.com/office/drawing/2014/main" id="{98DE4193-D11C-344E-B5AB-974997CACEED}"/>
              </a:ext>
            </a:extLst>
          </p:cNvPr>
          <p:cNvSpPr>
            <a:spLocks noGrp="1"/>
          </p:cNvSpPr>
          <p:nvPr>
            <p:ph type="pic" sz="quarter" idx="94"/>
          </p:nvPr>
        </p:nvSpPr>
        <p:spPr>
          <a:xfrm>
            <a:off x="6437820" y="5677676"/>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00" name="Text Placeholder 7">
            <a:extLst>
              <a:ext uri="{FF2B5EF4-FFF2-40B4-BE49-F238E27FC236}">
                <a16:creationId xmlns:a16="http://schemas.microsoft.com/office/drawing/2014/main" id="{3765874A-1593-9045-B59A-2202C9F499A1}"/>
              </a:ext>
            </a:extLst>
          </p:cNvPr>
          <p:cNvSpPr>
            <a:spLocks noGrp="1"/>
          </p:cNvSpPr>
          <p:nvPr>
            <p:ph type="body" sz="quarter" idx="95" hasCustomPrompt="1"/>
          </p:nvPr>
        </p:nvSpPr>
        <p:spPr>
          <a:xfrm>
            <a:off x="6834251"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101" name="Picture Placeholder 3">
            <a:extLst>
              <a:ext uri="{FF2B5EF4-FFF2-40B4-BE49-F238E27FC236}">
                <a16:creationId xmlns:a16="http://schemas.microsoft.com/office/drawing/2014/main" id="{9EAEB5CC-1475-8842-A12E-5F1190B1EACB}"/>
              </a:ext>
            </a:extLst>
          </p:cNvPr>
          <p:cNvSpPr>
            <a:spLocks noGrp="1"/>
          </p:cNvSpPr>
          <p:nvPr>
            <p:ph type="pic" sz="quarter" idx="96"/>
          </p:nvPr>
        </p:nvSpPr>
        <p:spPr>
          <a:xfrm>
            <a:off x="3588454" y="5677676"/>
            <a:ext cx="396429" cy="396427"/>
          </a:xfrm>
          <a:prstGeom prst="ellipse">
            <a:avLst/>
          </a:prstGeom>
          <a:ln>
            <a:noFill/>
          </a:ln>
        </p:spPr>
        <p:txBody>
          <a:bodyPr anchor="ctr" anchorCtr="0"/>
          <a:lstStyle>
            <a:lvl1pPr marL="0" indent="0" algn="ctr">
              <a:buNone/>
              <a:defRPr sz="267">
                <a:solidFill>
                  <a:schemeClr val="tx1"/>
                </a:solidFill>
                <a:cs typeface="CiscoSansTT Medium" panose="020B0903020201020303" pitchFamily="34" charset="0"/>
              </a:defRPr>
            </a:lvl1pPr>
          </a:lstStyle>
          <a:p>
            <a:r>
              <a:rPr lang="en-US" dirty="0"/>
              <a:t>Click icon to add picture</a:t>
            </a:r>
          </a:p>
        </p:txBody>
      </p:sp>
      <p:sp>
        <p:nvSpPr>
          <p:cNvPr id="102" name="Text Placeholder 7">
            <a:extLst>
              <a:ext uri="{FF2B5EF4-FFF2-40B4-BE49-F238E27FC236}">
                <a16:creationId xmlns:a16="http://schemas.microsoft.com/office/drawing/2014/main" id="{6203C484-A713-F14B-94DA-4C6D5A4958CC}"/>
              </a:ext>
            </a:extLst>
          </p:cNvPr>
          <p:cNvSpPr>
            <a:spLocks noGrp="1"/>
          </p:cNvSpPr>
          <p:nvPr>
            <p:ph type="body" sz="quarter" idx="97" hasCustomPrompt="1"/>
          </p:nvPr>
        </p:nvSpPr>
        <p:spPr>
          <a:xfrm>
            <a:off x="3984883"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a:t>Place text here</a:t>
            </a:r>
          </a:p>
        </p:txBody>
      </p:sp>
      <p:sp>
        <p:nvSpPr>
          <p:cNvPr id="94" name="Text Placeholder 6">
            <a:extLst>
              <a:ext uri="{FF2B5EF4-FFF2-40B4-BE49-F238E27FC236}">
                <a16:creationId xmlns:a16="http://schemas.microsoft.com/office/drawing/2014/main" id="{125F027B-F432-97D0-4000-2DD17AFB9473}"/>
              </a:ext>
            </a:extLst>
          </p:cNvPr>
          <p:cNvSpPr>
            <a:spLocks noGrp="1"/>
          </p:cNvSpPr>
          <p:nvPr>
            <p:ph type="body" sz="quarter" idx="98"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536844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Photo grid 1">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711200" y="1650808"/>
            <a:ext cx="1828800" cy="1828800"/>
          </a:xfrm>
          <a:prstGeom prst="ellipse">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3" name="Picture Placeholder 3"/>
          <p:cNvSpPr>
            <a:spLocks noGrp="1"/>
          </p:cNvSpPr>
          <p:nvPr>
            <p:ph type="pic" sz="quarter" idx="11"/>
          </p:nvPr>
        </p:nvSpPr>
        <p:spPr>
          <a:xfrm>
            <a:off x="711200" y="3946044"/>
            <a:ext cx="1828800" cy="1828800"/>
          </a:xfrm>
          <a:prstGeom prst="ellipse">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4" name="Picture Placeholder 3"/>
          <p:cNvSpPr>
            <a:spLocks noGrp="1"/>
          </p:cNvSpPr>
          <p:nvPr>
            <p:ph type="pic" sz="quarter" idx="12"/>
          </p:nvPr>
        </p:nvSpPr>
        <p:spPr>
          <a:xfrm>
            <a:off x="6087533" y="1650808"/>
            <a:ext cx="1828800" cy="1828800"/>
          </a:xfrm>
          <a:prstGeom prst="ellipse">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5" name="Picture Placeholder 3"/>
          <p:cNvSpPr>
            <a:spLocks noGrp="1"/>
          </p:cNvSpPr>
          <p:nvPr>
            <p:ph type="pic" sz="quarter" idx="13"/>
          </p:nvPr>
        </p:nvSpPr>
        <p:spPr>
          <a:xfrm>
            <a:off x="6087533" y="3946044"/>
            <a:ext cx="1828800" cy="1828800"/>
          </a:xfrm>
          <a:prstGeom prst="ellipse">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8" name="Text Placeholder 7"/>
          <p:cNvSpPr>
            <a:spLocks noGrp="1"/>
          </p:cNvSpPr>
          <p:nvPr>
            <p:ph type="body" sz="quarter" idx="14" hasCustomPrompt="1"/>
          </p:nvPr>
        </p:nvSpPr>
        <p:spPr>
          <a:xfrm>
            <a:off x="2708570"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a:t>Place title here</a:t>
            </a:r>
          </a:p>
        </p:txBody>
      </p:sp>
      <p:sp>
        <p:nvSpPr>
          <p:cNvPr id="9" name="Text Placeholder 7"/>
          <p:cNvSpPr>
            <a:spLocks noGrp="1"/>
          </p:cNvSpPr>
          <p:nvPr>
            <p:ph type="body" sz="quarter" idx="15" hasCustomPrompt="1"/>
          </p:nvPr>
        </p:nvSpPr>
        <p:spPr>
          <a:xfrm>
            <a:off x="2708570" y="2565210"/>
            <a:ext cx="2997201" cy="406401"/>
          </a:xfrm>
          <a:prstGeom prst="rect">
            <a:avLst/>
          </a:prstGeom>
        </p:spPr>
        <p:txBody>
          <a:bodyPr/>
          <a:lstStyle>
            <a:lvl1pPr marL="0" indent="0">
              <a:buNone/>
              <a:defRPr sz="1300" baseline="0">
                <a:solidFill>
                  <a:schemeClr val="tx1"/>
                </a:solidFill>
                <a:cs typeface="CiscoSansTT Medium" panose="020B0903020201020303" pitchFamily="34" charset="0"/>
              </a:defRPr>
            </a:lvl1pPr>
          </a:lstStyle>
          <a:p>
            <a:pPr lvl="0"/>
            <a:r>
              <a:rPr lang="en-US" dirty="0"/>
              <a:t>Place text here</a:t>
            </a:r>
          </a:p>
        </p:txBody>
      </p:sp>
      <p:sp>
        <p:nvSpPr>
          <p:cNvPr id="10" name="Text Placeholder 7"/>
          <p:cNvSpPr>
            <a:spLocks noGrp="1"/>
          </p:cNvSpPr>
          <p:nvPr>
            <p:ph type="body" sz="quarter" idx="16" hasCustomPrompt="1"/>
          </p:nvPr>
        </p:nvSpPr>
        <p:spPr>
          <a:xfrm>
            <a:off x="2708570"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a:t>Place title here</a:t>
            </a:r>
          </a:p>
        </p:txBody>
      </p:sp>
      <p:sp>
        <p:nvSpPr>
          <p:cNvPr id="11" name="Text Placeholder 7"/>
          <p:cNvSpPr>
            <a:spLocks noGrp="1"/>
          </p:cNvSpPr>
          <p:nvPr>
            <p:ph type="body" sz="quarter" idx="17" hasCustomPrompt="1"/>
          </p:nvPr>
        </p:nvSpPr>
        <p:spPr>
          <a:xfrm>
            <a:off x="2708570" y="4897970"/>
            <a:ext cx="2997201" cy="406401"/>
          </a:xfrm>
          <a:prstGeom prst="rect">
            <a:avLst/>
          </a:prstGeom>
        </p:spPr>
        <p:txBody>
          <a:bodyPr/>
          <a:lstStyle>
            <a:lvl1pPr marL="0" indent="0">
              <a:buNone/>
              <a:defRPr sz="1300" baseline="0">
                <a:solidFill>
                  <a:schemeClr val="tx1"/>
                </a:solidFill>
                <a:cs typeface="CiscoSansTT Medium" panose="020B0903020201020303" pitchFamily="34" charset="0"/>
              </a:defRPr>
            </a:lvl1pPr>
          </a:lstStyle>
          <a:p>
            <a:pPr lvl="0"/>
            <a:r>
              <a:rPr lang="en-US" dirty="0"/>
              <a:t>Place text here</a:t>
            </a:r>
          </a:p>
        </p:txBody>
      </p:sp>
      <p:sp>
        <p:nvSpPr>
          <p:cNvPr id="12" name="Text Placeholder 7"/>
          <p:cNvSpPr>
            <a:spLocks noGrp="1"/>
          </p:cNvSpPr>
          <p:nvPr>
            <p:ph type="body" sz="quarter" idx="18" hasCustomPrompt="1"/>
          </p:nvPr>
        </p:nvSpPr>
        <p:spPr>
          <a:xfrm>
            <a:off x="8079516"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a:t>Place title here</a:t>
            </a:r>
          </a:p>
        </p:txBody>
      </p:sp>
      <p:sp>
        <p:nvSpPr>
          <p:cNvPr id="13" name="Text Placeholder 7"/>
          <p:cNvSpPr>
            <a:spLocks noGrp="1"/>
          </p:cNvSpPr>
          <p:nvPr>
            <p:ph type="body" sz="quarter" idx="19" hasCustomPrompt="1"/>
          </p:nvPr>
        </p:nvSpPr>
        <p:spPr>
          <a:xfrm>
            <a:off x="8079516" y="2565210"/>
            <a:ext cx="2997201" cy="406401"/>
          </a:xfrm>
          <a:prstGeom prst="rect">
            <a:avLst/>
          </a:prstGeom>
        </p:spPr>
        <p:txBody>
          <a:bodyPr/>
          <a:lstStyle>
            <a:lvl1pPr marL="0" indent="0">
              <a:buNone/>
              <a:defRPr sz="1300" baseline="0">
                <a:solidFill>
                  <a:schemeClr val="tx1"/>
                </a:solidFill>
                <a:cs typeface="CiscoSansTT Medium" panose="020B0903020201020303" pitchFamily="34" charset="0"/>
              </a:defRPr>
            </a:lvl1pPr>
          </a:lstStyle>
          <a:p>
            <a:pPr lvl="0"/>
            <a:r>
              <a:rPr lang="en-US" dirty="0"/>
              <a:t>Place text here</a:t>
            </a:r>
          </a:p>
        </p:txBody>
      </p:sp>
      <p:sp>
        <p:nvSpPr>
          <p:cNvPr id="14" name="Text Placeholder 7"/>
          <p:cNvSpPr>
            <a:spLocks noGrp="1"/>
          </p:cNvSpPr>
          <p:nvPr>
            <p:ph type="body" sz="quarter" idx="20" hasCustomPrompt="1"/>
          </p:nvPr>
        </p:nvSpPr>
        <p:spPr>
          <a:xfrm>
            <a:off x="8079516"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a:t>Place title here</a:t>
            </a:r>
          </a:p>
        </p:txBody>
      </p:sp>
      <p:sp>
        <p:nvSpPr>
          <p:cNvPr id="15" name="Text Placeholder 7"/>
          <p:cNvSpPr>
            <a:spLocks noGrp="1"/>
          </p:cNvSpPr>
          <p:nvPr>
            <p:ph type="body" sz="quarter" idx="21" hasCustomPrompt="1"/>
          </p:nvPr>
        </p:nvSpPr>
        <p:spPr>
          <a:xfrm>
            <a:off x="8079516" y="4897970"/>
            <a:ext cx="2997201" cy="406401"/>
          </a:xfrm>
          <a:prstGeom prst="rect">
            <a:avLst/>
          </a:prstGeom>
        </p:spPr>
        <p:txBody>
          <a:bodyPr/>
          <a:lstStyle>
            <a:lvl1pPr marL="0" indent="0">
              <a:buNone/>
              <a:defRPr sz="1300" baseline="0">
                <a:solidFill>
                  <a:schemeClr val="tx1"/>
                </a:solidFill>
                <a:cs typeface="CiscoSansTT Medium" panose="020B0903020201020303" pitchFamily="34" charset="0"/>
              </a:defRPr>
            </a:lvl1pPr>
          </a:lstStyle>
          <a:p>
            <a:pPr lvl="0"/>
            <a:r>
              <a:rPr lang="en-US" dirty="0"/>
              <a:t>Place text here</a:t>
            </a:r>
          </a:p>
        </p:txBody>
      </p:sp>
      <p:sp>
        <p:nvSpPr>
          <p:cNvPr id="17" name="Text Placeholder 6">
            <a:extLst>
              <a:ext uri="{FF2B5EF4-FFF2-40B4-BE49-F238E27FC236}">
                <a16:creationId xmlns:a16="http://schemas.microsoft.com/office/drawing/2014/main" id="{3DEB8E48-2D47-6099-899C-CC43C4DAD7E9}"/>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
        <p:nvSpPr>
          <p:cNvPr id="18" name="Text Placeholder 2">
            <a:extLst>
              <a:ext uri="{FF2B5EF4-FFF2-40B4-BE49-F238E27FC236}">
                <a16:creationId xmlns:a16="http://schemas.microsoft.com/office/drawing/2014/main" id="{F06F0745-63A2-1254-09D6-046F1BA1A66E}"/>
              </a:ext>
            </a:extLst>
          </p:cNvPr>
          <p:cNvSpPr>
            <a:spLocks noGrp="1"/>
          </p:cNvSpPr>
          <p:nvPr>
            <p:ph type="body" sz="quarter" idx="83"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40242487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hoto grid 2">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995219" y="2413195"/>
            <a:ext cx="1828800" cy="1828800"/>
          </a:xfrm>
          <a:prstGeom prst="ellipse">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3" name="Picture Placeholder 3"/>
          <p:cNvSpPr>
            <a:spLocks noGrp="1"/>
          </p:cNvSpPr>
          <p:nvPr>
            <p:ph type="pic" sz="quarter" idx="11"/>
          </p:nvPr>
        </p:nvSpPr>
        <p:spPr>
          <a:xfrm>
            <a:off x="3770748" y="2413195"/>
            <a:ext cx="1828800" cy="1828800"/>
          </a:xfrm>
          <a:prstGeom prst="ellipse">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9" name="Text Placeholder 7"/>
          <p:cNvSpPr>
            <a:spLocks noGrp="1"/>
          </p:cNvSpPr>
          <p:nvPr>
            <p:ph type="body" sz="quarter" idx="15" hasCustomPrompt="1"/>
          </p:nvPr>
        </p:nvSpPr>
        <p:spPr>
          <a:xfrm>
            <a:off x="660399" y="4449429"/>
            <a:ext cx="2498440" cy="406401"/>
          </a:xfrm>
          <a:prstGeom prst="rect">
            <a:avLst/>
          </a:prstGeom>
        </p:spPr>
        <p:txBody>
          <a:bodyPr/>
          <a:lstStyle>
            <a:lvl1pPr marL="0" indent="0" algn="ctr">
              <a:buNone/>
              <a:defRPr sz="1600" baseline="0">
                <a:solidFill>
                  <a:schemeClr val="tx1"/>
                </a:solidFill>
                <a:cs typeface="CiscoSansTT Medium" panose="020B0903020201020303" pitchFamily="34" charset="0"/>
              </a:defRPr>
            </a:lvl1pPr>
          </a:lstStyle>
          <a:p>
            <a:pPr lvl="0"/>
            <a:r>
              <a:rPr lang="en-US" dirty="0"/>
              <a:t>Place text here</a:t>
            </a:r>
          </a:p>
        </p:txBody>
      </p:sp>
      <p:sp>
        <p:nvSpPr>
          <p:cNvPr id="16" name="Picture Placeholder 3"/>
          <p:cNvSpPr>
            <a:spLocks noGrp="1"/>
          </p:cNvSpPr>
          <p:nvPr>
            <p:ph type="pic" sz="quarter" idx="16"/>
          </p:nvPr>
        </p:nvSpPr>
        <p:spPr>
          <a:xfrm>
            <a:off x="6546277" y="2413195"/>
            <a:ext cx="1828800" cy="1828800"/>
          </a:xfrm>
          <a:prstGeom prst="ellipse">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17" name="Picture Placeholder 3"/>
          <p:cNvSpPr>
            <a:spLocks noGrp="1"/>
          </p:cNvSpPr>
          <p:nvPr>
            <p:ph type="pic" sz="quarter" idx="17"/>
          </p:nvPr>
        </p:nvSpPr>
        <p:spPr>
          <a:xfrm>
            <a:off x="9321807" y="2413195"/>
            <a:ext cx="1828800" cy="1828800"/>
          </a:xfrm>
          <a:prstGeom prst="ellipse">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18" name="Text Placeholder 7"/>
          <p:cNvSpPr>
            <a:spLocks noGrp="1"/>
          </p:cNvSpPr>
          <p:nvPr>
            <p:ph type="body" sz="quarter" idx="18" hasCustomPrompt="1"/>
          </p:nvPr>
        </p:nvSpPr>
        <p:spPr>
          <a:xfrm>
            <a:off x="3435928" y="4449429"/>
            <a:ext cx="2498440" cy="406401"/>
          </a:xfrm>
          <a:prstGeom prst="rect">
            <a:avLst/>
          </a:prstGeom>
        </p:spPr>
        <p:txBody>
          <a:bodyPr/>
          <a:lstStyle>
            <a:lvl1pPr marL="0" indent="0" algn="ctr">
              <a:buNone/>
              <a:defRPr sz="1600" baseline="0">
                <a:solidFill>
                  <a:schemeClr val="tx1"/>
                </a:solidFill>
                <a:cs typeface="CiscoSansTT Medium" panose="020B0903020201020303" pitchFamily="34" charset="0"/>
              </a:defRPr>
            </a:lvl1pPr>
          </a:lstStyle>
          <a:p>
            <a:pPr lvl="0"/>
            <a:r>
              <a:rPr lang="en-US" dirty="0"/>
              <a:t>Place text here</a:t>
            </a:r>
          </a:p>
        </p:txBody>
      </p:sp>
      <p:sp>
        <p:nvSpPr>
          <p:cNvPr id="19" name="Text Placeholder 7"/>
          <p:cNvSpPr>
            <a:spLocks noGrp="1"/>
          </p:cNvSpPr>
          <p:nvPr>
            <p:ph type="body" sz="quarter" idx="19" hasCustomPrompt="1"/>
          </p:nvPr>
        </p:nvSpPr>
        <p:spPr>
          <a:xfrm>
            <a:off x="6211457" y="4449428"/>
            <a:ext cx="2498440" cy="406401"/>
          </a:xfrm>
          <a:prstGeom prst="rect">
            <a:avLst/>
          </a:prstGeom>
        </p:spPr>
        <p:txBody>
          <a:bodyPr/>
          <a:lstStyle>
            <a:lvl1pPr marL="0" indent="0" algn="ctr">
              <a:buNone/>
              <a:defRPr sz="1600" baseline="0">
                <a:solidFill>
                  <a:schemeClr val="tx1"/>
                </a:solidFill>
                <a:cs typeface="CiscoSansTT Medium" panose="020B0903020201020303" pitchFamily="34" charset="0"/>
              </a:defRPr>
            </a:lvl1pPr>
          </a:lstStyle>
          <a:p>
            <a:pPr lvl="0"/>
            <a:r>
              <a:rPr lang="en-US" dirty="0"/>
              <a:t>Place text here</a:t>
            </a:r>
          </a:p>
        </p:txBody>
      </p:sp>
      <p:sp>
        <p:nvSpPr>
          <p:cNvPr id="20" name="Text Placeholder 7"/>
          <p:cNvSpPr>
            <a:spLocks noGrp="1"/>
          </p:cNvSpPr>
          <p:nvPr>
            <p:ph type="body" sz="quarter" idx="20" hasCustomPrompt="1"/>
          </p:nvPr>
        </p:nvSpPr>
        <p:spPr>
          <a:xfrm>
            <a:off x="8986987" y="4449428"/>
            <a:ext cx="2498440" cy="406401"/>
          </a:xfrm>
          <a:prstGeom prst="rect">
            <a:avLst/>
          </a:prstGeom>
        </p:spPr>
        <p:txBody>
          <a:bodyPr/>
          <a:lstStyle>
            <a:lvl1pPr marL="0" indent="0" algn="ctr">
              <a:buNone/>
              <a:defRPr sz="1600" baseline="0">
                <a:solidFill>
                  <a:schemeClr val="tx1"/>
                </a:solidFill>
                <a:cs typeface="CiscoSansTT Medium" panose="020B0903020201020303" pitchFamily="34" charset="0"/>
              </a:defRPr>
            </a:lvl1pPr>
          </a:lstStyle>
          <a:p>
            <a:pPr lvl="0"/>
            <a:r>
              <a:rPr lang="en-US" dirty="0"/>
              <a:t>Place text here</a:t>
            </a:r>
          </a:p>
        </p:txBody>
      </p:sp>
      <p:sp>
        <p:nvSpPr>
          <p:cNvPr id="13" name="Text Placeholder 6">
            <a:extLst>
              <a:ext uri="{FF2B5EF4-FFF2-40B4-BE49-F238E27FC236}">
                <a16:creationId xmlns:a16="http://schemas.microsoft.com/office/drawing/2014/main" id="{50803B00-0EE4-C61E-4729-4F2D43BC9D87}"/>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
        <p:nvSpPr>
          <p:cNvPr id="14" name="Text Placeholder 2">
            <a:extLst>
              <a:ext uri="{FF2B5EF4-FFF2-40B4-BE49-F238E27FC236}">
                <a16:creationId xmlns:a16="http://schemas.microsoft.com/office/drawing/2014/main" id="{D2C895CD-0B4F-C354-1D22-FA1B2FD3F33B}"/>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824535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hoto grid 3">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ellipse">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3" name="Picture Placeholder 3"/>
          <p:cNvSpPr>
            <a:spLocks noGrp="1"/>
          </p:cNvSpPr>
          <p:nvPr>
            <p:ph type="pic" sz="quarter" idx="11"/>
          </p:nvPr>
        </p:nvSpPr>
        <p:spPr>
          <a:xfrm>
            <a:off x="4849684" y="2143624"/>
            <a:ext cx="2367941" cy="2367941"/>
          </a:xfrm>
          <a:prstGeom prst="ellipse">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cs typeface="CiscoSansTT Medium" panose="020B0903020201020303" pitchFamily="34" charset="0"/>
              </a:defRPr>
            </a:lvl1pPr>
          </a:lstStyle>
          <a:p>
            <a:pPr lvl="0"/>
            <a:r>
              <a:rPr lang="en-US" dirty="0"/>
              <a:t>Place text here</a:t>
            </a:r>
          </a:p>
        </p:txBody>
      </p:sp>
      <p:sp>
        <p:nvSpPr>
          <p:cNvPr id="16" name="Picture Placeholder 3"/>
          <p:cNvSpPr>
            <a:spLocks noGrp="1"/>
          </p:cNvSpPr>
          <p:nvPr>
            <p:ph type="pic" sz="quarter" idx="16"/>
          </p:nvPr>
        </p:nvSpPr>
        <p:spPr>
          <a:xfrm>
            <a:off x="8228328" y="2143624"/>
            <a:ext cx="2367941" cy="2367941"/>
          </a:xfrm>
          <a:prstGeom prst="ellipse">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cs typeface="CiscoSansTT Medium" panose="020B0903020201020303" pitchFamily="34" charset="0"/>
              </a:defRPr>
            </a:lvl1pPr>
          </a:lstStyle>
          <a:p>
            <a:pPr lvl="0"/>
            <a:r>
              <a:rPr lang="en-US" dirty="0"/>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cs typeface="CiscoSansTT Medium" panose="020B0903020201020303" pitchFamily="34" charset="0"/>
              </a:defRPr>
            </a:lvl1pPr>
          </a:lstStyle>
          <a:p>
            <a:pPr lvl="0"/>
            <a:r>
              <a:rPr lang="en-US" dirty="0"/>
              <a:t>Place text here</a:t>
            </a:r>
          </a:p>
        </p:txBody>
      </p:sp>
      <p:sp>
        <p:nvSpPr>
          <p:cNvPr id="11" name="Text Placeholder 6">
            <a:extLst>
              <a:ext uri="{FF2B5EF4-FFF2-40B4-BE49-F238E27FC236}">
                <a16:creationId xmlns:a16="http://schemas.microsoft.com/office/drawing/2014/main" id="{66C0B82B-6F6E-E1F1-69CE-89CB9D2191BF}"/>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
        <p:nvSpPr>
          <p:cNvPr id="12" name="Text Placeholder 2">
            <a:extLst>
              <a:ext uri="{FF2B5EF4-FFF2-40B4-BE49-F238E27FC236}">
                <a16:creationId xmlns:a16="http://schemas.microsoft.com/office/drawing/2014/main" id="{71920B54-2EBF-B031-EB94-7A543B266B68}"/>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10599119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hoto grid 4">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rect">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3" name="Picture Placeholder 3"/>
          <p:cNvSpPr>
            <a:spLocks noGrp="1"/>
          </p:cNvSpPr>
          <p:nvPr>
            <p:ph type="pic" sz="quarter" idx="11"/>
          </p:nvPr>
        </p:nvSpPr>
        <p:spPr>
          <a:xfrm>
            <a:off x="4849684" y="2143624"/>
            <a:ext cx="2367941" cy="2367941"/>
          </a:xfrm>
          <a:prstGeom prst="rect">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cs typeface="CiscoSansTT Medium" panose="020B0903020201020303" pitchFamily="34" charset="0"/>
              </a:defRPr>
            </a:lvl1pPr>
          </a:lstStyle>
          <a:p>
            <a:pPr lvl="0"/>
            <a:r>
              <a:rPr lang="en-US" dirty="0"/>
              <a:t>Place text here</a:t>
            </a:r>
          </a:p>
        </p:txBody>
      </p:sp>
      <p:sp>
        <p:nvSpPr>
          <p:cNvPr id="16" name="Picture Placeholder 3"/>
          <p:cNvSpPr>
            <a:spLocks noGrp="1"/>
          </p:cNvSpPr>
          <p:nvPr>
            <p:ph type="pic" sz="quarter" idx="16"/>
          </p:nvPr>
        </p:nvSpPr>
        <p:spPr>
          <a:xfrm>
            <a:off x="8228328" y="2143624"/>
            <a:ext cx="2367941" cy="2367941"/>
          </a:xfrm>
          <a:prstGeom prst="rect">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cs typeface="CiscoSansTT Medium" panose="020B0903020201020303" pitchFamily="34" charset="0"/>
              </a:defRPr>
            </a:lvl1pPr>
          </a:lstStyle>
          <a:p>
            <a:pPr lvl="0"/>
            <a:r>
              <a:rPr lang="en-US" dirty="0"/>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cs typeface="CiscoSansTT Medium" panose="020B0903020201020303" pitchFamily="34" charset="0"/>
              </a:defRPr>
            </a:lvl1pPr>
          </a:lstStyle>
          <a:p>
            <a:pPr lvl="0"/>
            <a:r>
              <a:rPr lang="en-US" dirty="0"/>
              <a:t>Place text here</a:t>
            </a:r>
          </a:p>
        </p:txBody>
      </p:sp>
      <p:sp>
        <p:nvSpPr>
          <p:cNvPr id="11" name="Text Placeholder 6">
            <a:extLst>
              <a:ext uri="{FF2B5EF4-FFF2-40B4-BE49-F238E27FC236}">
                <a16:creationId xmlns:a16="http://schemas.microsoft.com/office/drawing/2014/main" id="{7CABE2E7-E078-26DB-4F0D-5DDB55E4CF1E}"/>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
        <p:nvSpPr>
          <p:cNvPr id="12" name="Text Placeholder 2">
            <a:extLst>
              <a:ext uri="{FF2B5EF4-FFF2-40B4-BE49-F238E27FC236}">
                <a16:creationId xmlns:a16="http://schemas.microsoft.com/office/drawing/2014/main" id="{BBFBD563-070B-FA44-E0C3-00C57DF2D622}"/>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2320709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hoto grid 5">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277249" y="1430868"/>
            <a:ext cx="2755521" cy="3742549"/>
          </a:xfrm>
          <a:prstGeom prst="rect">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9" name="Text Placeholder 7"/>
          <p:cNvSpPr>
            <a:spLocks noGrp="1"/>
          </p:cNvSpPr>
          <p:nvPr>
            <p:ph type="body" sz="quarter" idx="15" hasCustomPrompt="1"/>
          </p:nvPr>
        </p:nvSpPr>
        <p:spPr>
          <a:xfrm>
            <a:off x="1405788" y="5479776"/>
            <a:ext cx="2498440" cy="406401"/>
          </a:xfrm>
          <a:prstGeom prst="rect">
            <a:avLst/>
          </a:prstGeom>
        </p:spPr>
        <p:txBody>
          <a:bodyPr/>
          <a:lstStyle>
            <a:lvl1pPr marL="0" indent="0" algn="ctr">
              <a:buNone/>
              <a:defRPr sz="1600" baseline="0">
                <a:solidFill>
                  <a:schemeClr val="tx1"/>
                </a:solidFill>
                <a:cs typeface="CiscoSansTT Medium" panose="020B0903020201020303" pitchFamily="34" charset="0"/>
              </a:defRPr>
            </a:lvl1pPr>
          </a:lstStyle>
          <a:p>
            <a:pPr lvl="0"/>
            <a:r>
              <a:rPr lang="en-US" dirty="0"/>
              <a:t>Place text here</a:t>
            </a:r>
          </a:p>
        </p:txBody>
      </p:sp>
      <p:sp>
        <p:nvSpPr>
          <p:cNvPr id="18" name="Text Placeholder 7"/>
          <p:cNvSpPr>
            <a:spLocks noGrp="1"/>
          </p:cNvSpPr>
          <p:nvPr>
            <p:ph type="body" sz="quarter" idx="18" hasCustomPrompt="1"/>
          </p:nvPr>
        </p:nvSpPr>
        <p:spPr>
          <a:xfrm>
            <a:off x="4784435" y="5479776"/>
            <a:ext cx="2498440" cy="406401"/>
          </a:xfrm>
          <a:prstGeom prst="rect">
            <a:avLst/>
          </a:prstGeom>
        </p:spPr>
        <p:txBody>
          <a:bodyPr/>
          <a:lstStyle>
            <a:lvl1pPr marL="0" indent="0" algn="ctr">
              <a:buNone/>
              <a:defRPr sz="1600" baseline="0">
                <a:solidFill>
                  <a:schemeClr val="tx1"/>
                </a:solidFill>
                <a:cs typeface="CiscoSansTT Medium" panose="020B0903020201020303" pitchFamily="34" charset="0"/>
              </a:defRPr>
            </a:lvl1pPr>
          </a:lstStyle>
          <a:p>
            <a:pPr lvl="0"/>
            <a:r>
              <a:rPr lang="en-US" dirty="0"/>
              <a:t>Place text here</a:t>
            </a:r>
          </a:p>
        </p:txBody>
      </p:sp>
      <p:sp>
        <p:nvSpPr>
          <p:cNvPr id="19" name="Text Placeholder 7"/>
          <p:cNvSpPr>
            <a:spLocks noGrp="1"/>
          </p:cNvSpPr>
          <p:nvPr>
            <p:ph type="body" sz="quarter" idx="19" hasCustomPrompt="1"/>
          </p:nvPr>
        </p:nvSpPr>
        <p:spPr>
          <a:xfrm>
            <a:off x="8163079" y="5479774"/>
            <a:ext cx="2498440" cy="406401"/>
          </a:xfrm>
          <a:prstGeom prst="rect">
            <a:avLst/>
          </a:prstGeom>
        </p:spPr>
        <p:txBody>
          <a:bodyPr/>
          <a:lstStyle>
            <a:lvl1pPr marL="0" indent="0" algn="ctr">
              <a:buNone/>
              <a:defRPr sz="1867" baseline="0">
                <a:solidFill>
                  <a:schemeClr val="tx1"/>
                </a:solidFill>
                <a:cs typeface="CiscoSansTT Medium" panose="020B0903020201020303" pitchFamily="34" charset="0"/>
              </a:defRPr>
            </a:lvl1pPr>
          </a:lstStyle>
          <a:p>
            <a:pPr lvl="0"/>
            <a:r>
              <a:rPr lang="en-US" dirty="0"/>
              <a:t>Place text here</a:t>
            </a:r>
          </a:p>
        </p:txBody>
      </p:sp>
      <p:sp>
        <p:nvSpPr>
          <p:cNvPr id="10" name="Picture Placeholder 3">
            <a:extLst>
              <a:ext uri="{FF2B5EF4-FFF2-40B4-BE49-F238E27FC236}">
                <a16:creationId xmlns:a16="http://schemas.microsoft.com/office/drawing/2014/main" id="{5912C578-2CFA-2609-B2B9-3A660B33A60F}"/>
              </a:ext>
            </a:extLst>
          </p:cNvPr>
          <p:cNvSpPr>
            <a:spLocks noGrp="1"/>
          </p:cNvSpPr>
          <p:nvPr>
            <p:ph type="pic" sz="quarter" idx="20"/>
          </p:nvPr>
        </p:nvSpPr>
        <p:spPr>
          <a:xfrm>
            <a:off x="4709773" y="1430868"/>
            <a:ext cx="2755521" cy="3742549"/>
          </a:xfrm>
          <a:prstGeom prst="rect">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11" name="Picture Placeholder 3">
            <a:extLst>
              <a:ext uri="{FF2B5EF4-FFF2-40B4-BE49-F238E27FC236}">
                <a16:creationId xmlns:a16="http://schemas.microsoft.com/office/drawing/2014/main" id="{75019E6F-7EDE-0A1E-A05A-9C903808C1F4}"/>
              </a:ext>
            </a:extLst>
          </p:cNvPr>
          <p:cNvSpPr>
            <a:spLocks noGrp="1"/>
          </p:cNvSpPr>
          <p:nvPr>
            <p:ph type="pic" sz="quarter" idx="21"/>
          </p:nvPr>
        </p:nvSpPr>
        <p:spPr>
          <a:xfrm>
            <a:off x="8034540" y="1430868"/>
            <a:ext cx="2755521" cy="3742549"/>
          </a:xfrm>
          <a:prstGeom prst="rect">
            <a:avLst/>
          </a:prstGeom>
          <a:ln>
            <a:noFill/>
          </a:ln>
        </p:spPr>
        <p:txBody>
          <a:bodyPr anchor="ctr" anchorCtr="0"/>
          <a:lstStyle>
            <a:lvl1pPr marL="0" indent="0" algn="ctr">
              <a:buNone/>
              <a:defRPr sz="1467">
                <a:solidFill>
                  <a:schemeClr val="tx1"/>
                </a:solidFill>
                <a:cs typeface="CiscoSansTT Medium" panose="020B0903020201020303" pitchFamily="34" charset="0"/>
              </a:defRPr>
            </a:lvl1pPr>
          </a:lstStyle>
          <a:p>
            <a:r>
              <a:rPr lang="en-US" dirty="0"/>
              <a:t>Click icon to add picture</a:t>
            </a:r>
          </a:p>
        </p:txBody>
      </p:sp>
      <p:sp>
        <p:nvSpPr>
          <p:cNvPr id="12" name="Text Placeholder 6">
            <a:extLst>
              <a:ext uri="{FF2B5EF4-FFF2-40B4-BE49-F238E27FC236}">
                <a16:creationId xmlns:a16="http://schemas.microsoft.com/office/drawing/2014/main" id="{F1968240-A2D7-3AFB-E139-4C8B1C67EA55}"/>
              </a:ext>
            </a:extLst>
          </p:cNvPr>
          <p:cNvSpPr>
            <a:spLocks noGrp="1"/>
          </p:cNvSpPr>
          <p:nvPr>
            <p:ph type="body" sz="quarter" idx="90"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a:t>Heading goes here</a:t>
            </a:r>
          </a:p>
        </p:txBody>
      </p:sp>
    </p:spTree>
    <p:extLst>
      <p:ext uri="{BB962C8B-B14F-4D97-AF65-F5344CB8AC3E}">
        <p14:creationId xmlns:p14="http://schemas.microsoft.com/office/powerpoint/2010/main" val="3395843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hoto grid 6">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3" y="2"/>
            <a:ext cx="2737152" cy="4409831"/>
          </a:xfrm>
          <a:prstGeom prst="rect">
            <a:avLst/>
          </a:prstGeom>
        </p:spPr>
        <p:txBody>
          <a:bodyPr anchor="ctr" anchorCtr="0"/>
          <a:lstStyle>
            <a:lvl1pPr marL="0" indent="0" algn="ctr">
              <a:buNone/>
              <a:defRPr>
                <a:solidFill>
                  <a:schemeClr val="tx1"/>
                </a:solidFill>
                <a:cs typeface="CiscoSansTT Medium" panose="020B0903020201020303" pitchFamily="34" charset="0"/>
              </a:defRPr>
            </a:lvl1pPr>
          </a:lstStyle>
          <a:p>
            <a:r>
              <a:rPr lang="en-US" dirty="0"/>
              <a:t>Click icon to add picture</a:t>
            </a:r>
          </a:p>
        </p:txBody>
      </p:sp>
      <p:sp>
        <p:nvSpPr>
          <p:cNvPr id="13" name="Picture Placeholder 6">
            <a:extLst>
              <a:ext uri="{FF2B5EF4-FFF2-40B4-BE49-F238E27FC236}">
                <a16:creationId xmlns:a16="http://schemas.microsoft.com/office/drawing/2014/main" id="{4C8B1DB1-55C6-E44A-9630-610A391F3189}"/>
              </a:ext>
            </a:extLst>
          </p:cNvPr>
          <p:cNvSpPr>
            <a:spLocks noGrp="1"/>
          </p:cNvSpPr>
          <p:nvPr>
            <p:ph type="pic" sz="quarter" idx="33"/>
          </p:nvPr>
        </p:nvSpPr>
        <p:spPr>
          <a:xfrm>
            <a:off x="6087533" y="4645904"/>
            <a:ext cx="2737152" cy="2212096"/>
          </a:xfrm>
          <a:prstGeom prst="rect">
            <a:avLst/>
          </a:prstGeom>
        </p:spPr>
        <p:txBody>
          <a:bodyPr anchor="ctr" anchorCtr="0"/>
          <a:lstStyle>
            <a:lvl1pPr marL="0" indent="0" algn="ctr">
              <a:buNone/>
              <a:defRPr>
                <a:solidFill>
                  <a:schemeClr val="tx1"/>
                </a:solidFill>
                <a:cs typeface="CiscoSansTT Medium" panose="020B0903020201020303" pitchFamily="34" charset="0"/>
              </a:defRPr>
            </a:lvl1pPr>
          </a:lstStyle>
          <a:p>
            <a:r>
              <a:rPr lang="en-US" dirty="0"/>
              <a:t>Click icon to add picture</a:t>
            </a:r>
          </a:p>
        </p:txBody>
      </p:sp>
      <p:sp>
        <p:nvSpPr>
          <p:cNvPr id="14" name="Picture Placeholder 6">
            <a:extLst>
              <a:ext uri="{FF2B5EF4-FFF2-40B4-BE49-F238E27FC236}">
                <a16:creationId xmlns:a16="http://schemas.microsoft.com/office/drawing/2014/main" id="{00000B7C-B9C2-3692-DA0C-7CD43971473C}"/>
              </a:ext>
            </a:extLst>
          </p:cNvPr>
          <p:cNvSpPr>
            <a:spLocks noGrp="1"/>
          </p:cNvSpPr>
          <p:nvPr>
            <p:ph type="pic" sz="quarter" idx="34"/>
          </p:nvPr>
        </p:nvSpPr>
        <p:spPr>
          <a:xfrm>
            <a:off x="9106505" y="2448171"/>
            <a:ext cx="2737152" cy="4409831"/>
          </a:xfrm>
          <a:prstGeom prst="rect">
            <a:avLst/>
          </a:prstGeom>
        </p:spPr>
        <p:txBody>
          <a:bodyPr anchor="ctr" anchorCtr="0"/>
          <a:lstStyle>
            <a:lvl1pPr marL="0" indent="0" algn="ctr">
              <a:buNone/>
              <a:defRPr>
                <a:solidFill>
                  <a:schemeClr val="tx1"/>
                </a:solidFill>
                <a:cs typeface="CiscoSansTT Medium" panose="020B0903020201020303" pitchFamily="34" charset="0"/>
              </a:defRPr>
            </a:lvl1pPr>
          </a:lstStyle>
          <a:p>
            <a:r>
              <a:rPr lang="en-US" dirty="0"/>
              <a:t>Click icon to add picture</a:t>
            </a:r>
          </a:p>
        </p:txBody>
      </p:sp>
      <p:sp>
        <p:nvSpPr>
          <p:cNvPr id="16" name="Picture Placeholder 6">
            <a:extLst>
              <a:ext uri="{FF2B5EF4-FFF2-40B4-BE49-F238E27FC236}">
                <a16:creationId xmlns:a16="http://schemas.microsoft.com/office/drawing/2014/main" id="{66766FEE-7FB9-ABDC-C0E5-6CCEACB6769D}"/>
              </a:ext>
            </a:extLst>
          </p:cNvPr>
          <p:cNvSpPr>
            <a:spLocks noGrp="1"/>
          </p:cNvSpPr>
          <p:nvPr>
            <p:ph type="pic" sz="quarter" idx="35"/>
          </p:nvPr>
        </p:nvSpPr>
        <p:spPr>
          <a:xfrm>
            <a:off x="9106505" y="-7181"/>
            <a:ext cx="2737152" cy="2212096"/>
          </a:xfrm>
          <a:prstGeom prst="rect">
            <a:avLst/>
          </a:prstGeom>
        </p:spPr>
        <p:txBody>
          <a:bodyPr anchor="ctr" anchorCtr="0"/>
          <a:lstStyle>
            <a:lvl1pPr marL="0" indent="0" algn="ctr">
              <a:buNone/>
              <a:defRPr>
                <a:solidFill>
                  <a:schemeClr val="tx1"/>
                </a:solidFill>
                <a:cs typeface="CiscoSansTT Medium" panose="020B0903020201020303" pitchFamily="34" charset="0"/>
              </a:defRPr>
            </a:lvl1pPr>
          </a:lstStyle>
          <a:p>
            <a:r>
              <a:rPr lang="en-US" dirty="0"/>
              <a:t>Click icon to add picture</a:t>
            </a:r>
          </a:p>
        </p:txBody>
      </p:sp>
      <p:sp>
        <p:nvSpPr>
          <p:cNvPr id="11" name="Title 1">
            <a:extLst>
              <a:ext uri="{FF2B5EF4-FFF2-40B4-BE49-F238E27FC236}">
                <a16:creationId xmlns:a16="http://schemas.microsoft.com/office/drawing/2014/main" id="{A089A6F4-712F-CDCA-8B9E-9557816C62EB}"/>
              </a:ext>
            </a:extLst>
          </p:cNvPr>
          <p:cNvSpPr>
            <a:spLocks noGrp="1"/>
          </p:cNvSpPr>
          <p:nvPr>
            <p:ph type="ctrTitle" hasCustomPrompt="1"/>
          </p:nvPr>
        </p:nvSpPr>
        <p:spPr>
          <a:xfrm>
            <a:off x="632125" y="176182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a:t>Heading </a:t>
            </a:r>
            <a:endParaRPr lang="en-US"/>
          </a:p>
        </p:txBody>
      </p:sp>
      <p:sp>
        <p:nvSpPr>
          <p:cNvPr id="17" name="Text Placeholder 2">
            <a:extLst>
              <a:ext uri="{FF2B5EF4-FFF2-40B4-BE49-F238E27FC236}">
                <a16:creationId xmlns:a16="http://schemas.microsoft.com/office/drawing/2014/main" id="{972BF7ED-AC89-B066-6405-86D841A4EB03}"/>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Subtitle</a:t>
            </a:r>
          </a:p>
        </p:txBody>
      </p:sp>
      <p:sp>
        <p:nvSpPr>
          <p:cNvPr id="18" name="Text Placeholder 2">
            <a:extLst>
              <a:ext uri="{FF2B5EF4-FFF2-40B4-BE49-F238E27FC236}">
                <a16:creationId xmlns:a16="http://schemas.microsoft.com/office/drawing/2014/main" id="{0A9F1691-DBBD-8959-76B0-C07758051C17}"/>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p>
          <a:p>
            <a:pPr lvl="0"/>
            <a:endParaRPr lang="en-GB"/>
          </a:p>
        </p:txBody>
      </p:sp>
      <p:sp>
        <p:nvSpPr>
          <p:cNvPr id="12" name="Text Placeholder 2">
            <a:extLst>
              <a:ext uri="{FF2B5EF4-FFF2-40B4-BE49-F238E27FC236}">
                <a16:creationId xmlns:a16="http://schemas.microsoft.com/office/drawing/2014/main" id="{C9340E82-B158-1238-2658-3BE2D616C842}"/>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a:t>Section title</a:t>
            </a:r>
          </a:p>
        </p:txBody>
      </p:sp>
    </p:spTree>
    <p:extLst>
      <p:ext uri="{BB962C8B-B14F-4D97-AF65-F5344CB8AC3E}">
        <p14:creationId xmlns:p14="http://schemas.microsoft.com/office/powerpoint/2010/main" val="37538782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038770" y="2921000"/>
            <a:ext cx="2114461" cy="874949"/>
          </a:xfrm>
          <a:prstGeom prst="rect">
            <a:avLst/>
          </a:prstGeom>
        </p:spPr>
      </p:pic>
    </p:spTree>
    <p:extLst>
      <p:ext uri="{BB962C8B-B14F-4D97-AF65-F5344CB8AC3E}">
        <p14:creationId xmlns:p14="http://schemas.microsoft.com/office/powerpoint/2010/main" val="9187067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Sky Closing">
    <p:bg>
      <p:bgPr>
        <a:solidFill>
          <a:schemeClr val="accent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038770" y="2921000"/>
            <a:ext cx="2114461" cy="874949"/>
          </a:xfrm>
          <a:prstGeom prst="rect">
            <a:avLst/>
          </a:prstGeom>
        </p:spPr>
      </p:pic>
    </p:spTree>
    <p:extLst>
      <p:ext uri="{BB962C8B-B14F-4D97-AF65-F5344CB8AC3E}">
        <p14:creationId xmlns:p14="http://schemas.microsoft.com/office/powerpoint/2010/main" val="38947335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43E5826-E261-5240-BCCC-F517FDB6EBB5}"/>
              </a:ext>
            </a:extLst>
          </p:cNvPr>
          <p:cNvSpPr>
            <a:spLocks noChangeArrowheads="1"/>
          </p:cNvSpPr>
          <p:nvPr/>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a:solidFill>
                  <a:schemeClr val="tx1"/>
                </a:solidFill>
                <a:latin typeface="CiscoSansTT Light" panose="020B0503020201020303" pitchFamily="34" charset="0"/>
                <a:ea typeface="+mn-ea"/>
                <a:cs typeface="CiscoSansTT Light" panose="020B0503020201020303" pitchFamily="34" charset="0"/>
              </a:rPr>
              <a:t>© 2025  Cisco and/or its affiliates. All rights reserved.   Cisco Confidential</a:t>
            </a:r>
          </a:p>
        </p:txBody>
      </p:sp>
      <p:pic>
        <p:nvPicPr>
          <p:cNvPr id="6" name="Picture 7">
            <a:extLst>
              <a:ext uri="{FF2B5EF4-FFF2-40B4-BE49-F238E27FC236}">
                <a16:creationId xmlns:a16="http://schemas.microsoft.com/office/drawing/2014/main" id="{563804D0-1B5B-924C-8995-DA787F4942D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5"/>
              </a:ext>
            </a:extLst>
          </a:blip>
          <a:srcRect/>
          <a:stretch/>
        </p:blipFill>
        <p:spPr>
          <a:xfrm>
            <a:off x="609602" y="6342698"/>
            <a:ext cx="396305" cy="208228"/>
          </a:xfrm>
          <a:prstGeom prst="rect">
            <a:avLst/>
          </a:prstGeom>
        </p:spPr>
      </p:pic>
      <p:sp>
        <p:nvSpPr>
          <p:cNvPr id="3" name="TextBox 2">
            <a:extLst>
              <a:ext uri="{FF2B5EF4-FFF2-40B4-BE49-F238E27FC236}">
                <a16:creationId xmlns:a16="http://schemas.microsoft.com/office/drawing/2014/main" id="{1A54E236-EC21-052B-3E34-84F14BC4F99E}"/>
              </a:ext>
            </a:extLst>
          </p:cNvPr>
          <p:cNvSpPr txBox="1"/>
          <p:nvPr userDrawn="1">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GB" sz="800">
                <a:solidFill>
                  <a:srgbClr val="000000"/>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cSld>
  <p:clrMap bg1="dk1" tx1="lt1" bg2="dk2" tx2="lt2" accent1="accent1" accent2="accent2" accent3="accent3" accent4="accent4" accent5="accent5" accent6="accent6" hlink="hlink" folHlink="folHlink"/>
  <p:sldLayoutIdLst>
    <p:sldLayoutId id="2147484017" r:id="rId1"/>
    <p:sldLayoutId id="2147484043" r:id="rId2"/>
    <p:sldLayoutId id="2147484065" r:id="rId3"/>
    <p:sldLayoutId id="2147484042" r:id="rId4"/>
    <p:sldLayoutId id="2147484016" r:id="rId5"/>
    <p:sldLayoutId id="2147484013" r:id="rId6"/>
    <p:sldLayoutId id="2147484066" r:id="rId7"/>
    <p:sldLayoutId id="2147484019" r:id="rId8"/>
    <p:sldLayoutId id="2147484076" r:id="rId9"/>
    <p:sldLayoutId id="2147484014" r:id="rId10"/>
    <p:sldLayoutId id="2147484067" r:id="rId11"/>
    <p:sldLayoutId id="2147483879" r:id="rId12"/>
    <p:sldLayoutId id="2147484068" r:id="rId13"/>
    <p:sldLayoutId id="2147484023" r:id="rId14"/>
    <p:sldLayoutId id="2147484074" r:id="rId15"/>
    <p:sldLayoutId id="2147484063" r:id="rId16"/>
    <p:sldLayoutId id="2147483976" r:id="rId17"/>
    <p:sldLayoutId id="2147484062" r:id="rId18"/>
    <p:sldLayoutId id="2147484026" r:id="rId19"/>
    <p:sldLayoutId id="2147484069" r:id="rId20"/>
    <p:sldLayoutId id="2147484047" r:id="rId21"/>
    <p:sldLayoutId id="2147484046" r:id="rId22"/>
    <p:sldLayoutId id="2147483985" r:id="rId23"/>
    <p:sldLayoutId id="2147483986" r:id="rId24"/>
    <p:sldLayoutId id="2147484060" r:id="rId25"/>
    <p:sldLayoutId id="2147483969" r:id="rId26"/>
    <p:sldLayoutId id="2147483968" r:id="rId27"/>
    <p:sldLayoutId id="2147484064" r:id="rId28"/>
    <p:sldLayoutId id="2147484027" r:id="rId29"/>
    <p:sldLayoutId id="2147483973" r:id="rId30"/>
    <p:sldLayoutId id="2147483979" r:id="rId31"/>
    <p:sldLayoutId id="2147484071" r:id="rId32"/>
    <p:sldLayoutId id="2147483981" r:id="rId33"/>
    <p:sldLayoutId id="2147484070" r:id="rId34"/>
    <p:sldLayoutId id="2147483967" r:id="rId35"/>
    <p:sldLayoutId id="2147484072" r:id="rId36"/>
    <p:sldLayoutId id="2147484033" r:id="rId37"/>
    <p:sldLayoutId id="2147484073" r:id="rId38"/>
    <p:sldLayoutId id="2147484038" r:id="rId39"/>
    <p:sldLayoutId id="2147484059" r:id="rId40"/>
    <p:sldLayoutId id="2147483971" r:id="rId41"/>
    <p:sldLayoutId id="2147484040" r:id="rId42"/>
    <p:sldLayoutId id="2147484048" r:id="rId43"/>
    <p:sldLayoutId id="2147484049" r:id="rId44"/>
    <p:sldLayoutId id="2147484050" r:id="rId45"/>
    <p:sldLayoutId id="2147484051" r:id="rId46"/>
    <p:sldLayoutId id="2147484052" r:id="rId47"/>
    <p:sldLayoutId id="2147484053" r:id="rId48"/>
    <p:sldLayoutId id="2147484054" r:id="rId49"/>
    <p:sldLayoutId id="2147484055" r:id="rId50"/>
    <p:sldLayoutId id="2147484056" r:id="rId51"/>
    <p:sldLayoutId id="2147484032" r:id="rId52"/>
    <p:sldLayoutId id="2147484075" r:id="rId53"/>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2276" rtl="0" eaLnBrk="1" fontAlgn="base" hangingPunct="1">
        <a:lnSpc>
          <a:spcPct val="80000"/>
        </a:lnSpc>
        <a:spcBef>
          <a:spcPct val="0"/>
        </a:spcBef>
        <a:spcAft>
          <a:spcPct val="0"/>
        </a:spcAft>
        <a:defRPr lang="en-US" sz="3733" b="0" i="0" u="none" kern="1200" dirty="0">
          <a:solidFill>
            <a:schemeClr val="tx2"/>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226482" indent="-226482" algn="l" defTabSz="912276" rtl="0" eaLnBrk="1" fontAlgn="base" hangingPunct="1">
        <a:lnSpc>
          <a:spcPct val="95000"/>
        </a:lnSpc>
        <a:spcBef>
          <a:spcPts val="1433"/>
        </a:spcBef>
        <a:spcAft>
          <a:spcPct val="0"/>
        </a:spcAft>
        <a:buClr>
          <a:schemeClr val="tx2"/>
        </a:buClr>
        <a:buSzPct val="90000"/>
        <a:buFont typeface="Arial" charset="0"/>
        <a:buChar char="•"/>
        <a:defRPr lang="en-US" sz="2000" kern="1200" dirty="0">
          <a:solidFill>
            <a:schemeClr val="tx1"/>
          </a:solidFill>
          <a:latin typeface="+mn-lt"/>
          <a:ea typeface="ＭＳ Ｐゴシック" charset="0"/>
          <a:cs typeface="CiscoSans"/>
        </a:defRPr>
      </a:lvl1pPr>
      <a:lvl2pPr marL="478363" indent="-287865" algn="l" defTabSz="912276" rtl="0" eaLnBrk="1" fontAlgn="base" hangingPunct="1">
        <a:lnSpc>
          <a:spcPct val="95000"/>
        </a:lnSpc>
        <a:spcBef>
          <a:spcPts val="800"/>
        </a:spcBef>
        <a:spcAft>
          <a:spcPct val="0"/>
        </a:spcAft>
        <a:buClr>
          <a:schemeClr val="tx2"/>
        </a:buClr>
        <a:buFont typeface="Arial" charset="0"/>
        <a:buChar char="•"/>
        <a:defRPr lang="en-US" sz="1867" kern="1200" dirty="0">
          <a:solidFill>
            <a:schemeClr val="tx1"/>
          </a:solidFill>
          <a:latin typeface="+mn-lt"/>
          <a:ea typeface="ＭＳ Ｐゴシック" charset="0"/>
          <a:cs typeface="CiscoSans"/>
        </a:defRPr>
      </a:lvl2pPr>
      <a:lvl3pPr marL="575728" indent="-226482" algn="l" defTabSz="912276" rtl="0" eaLnBrk="1" fontAlgn="base" hangingPunct="1">
        <a:lnSpc>
          <a:spcPct val="95000"/>
        </a:lnSpc>
        <a:spcBef>
          <a:spcPts val="833"/>
        </a:spcBef>
        <a:spcAft>
          <a:spcPct val="0"/>
        </a:spcAft>
        <a:buFont typeface="Arial" charset="0"/>
        <a:buChar char="•"/>
        <a:defRPr lang="en-US" sz="1600" kern="1200" dirty="0">
          <a:solidFill>
            <a:schemeClr val="tx1"/>
          </a:solidFill>
          <a:latin typeface="+mn-lt"/>
          <a:ea typeface="ＭＳ Ｐゴシック" charset="0"/>
          <a:cs typeface="CiscoSans"/>
        </a:defRPr>
      </a:lvl3pPr>
      <a:lvl4pPr marL="67097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4pPr>
      <a:lvl5pPr marL="76622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0">
          <p15:clr>
            <a:srgbClr val="F26B43"/>
          </p15:clr>
        </p15:guide>
        <p15:guide id="2" pos="384">
          <p15:clr>
            <a:srgbClr val="F26B43"/>
          </p15:clr>
        </p15:guide>
        <p15:guide id="3" pos="7296">
          <p15:clr>
            <a:srgbClr val="F26B43"/>
          </p15:clr>
        </p15:guide>
        <p15:guide id="4" orient="horz" pos="1392">
          <p15:clr>
            <a:srgbClr val="F26B43"/>
          </p15:clr>
        </p15:guide>
        <p15:guide id="5" orient="horz" pos="272">
          <p15:clr>
            <a:srgbClr val="F26B43"/>
          </p15:clr>
        </p15:guide>
        <p15:guide id="6" pos="3835">
          <p15:clr>
            <a:srgbClr val="F26B43"/>
          </p15:clr>
        </p15:guide>
        <p15:guide id="7" orient="horz" pos="1616">
          <p15:clr>
            <a:srgbClr val="F26B43"/>
          </p15:clr>
        </p15:guide>
        <p15:guide id="9" orient="horz" pos="3856">
          <p15:clr>
            <a:srgbClr val="F26B43"/>
          </p15:clr>
        </p15:guide>
        <p15:guide id="10" orient="horz" pos="464">
          <p15:clr>
            <a:srgbClr val="F26B43"/>
          </p15:clr>
        </p15:guide>
        <p15:guide id="11" orient="horz" pos="1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25.xml"/><Relationship Id="rId5" Type="http://schemas.openxmlformats.org/officeDocument/2006/relationships/image" Target="../media/image18.png"/><Relationship Id="rId4" Type="http://schemas.openxmlformats.org/officeDocument/2006/relationships/image" Target="../media/image17.svg"/></Relationships>
</file>

<file path=ppt/slides/_rels/slide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25.xml"/><Relationship Id="rId4" Type="http://schemas.openxmlformats.org/officeDocument/2006/relationships/image" Target="../media/image17.svg"/></Relationships>
</file>

<file path=ppt/slides/_rels/slide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25.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33.svg"/><Relationship Id="rId2" Type="http://schemas.openxmlformats.org/officeDocument/2006/relationships/notesSlide" Target="../notesSlides/notesSlide3.xml"/><Relationship Id="rId1" Type="http://schemas.openxmlformats.org/officeDocument/2006/relationships/slideLayout" Target="../slideLayouts/slideLayout25.xml"/><Relationship Id="rId6" Type="http://schemas.openxmlformats.org/officeDocument/2006/relationships/image" Target="../media/image32.svg"/><Relationship Id="rId5" Type="http://schemas.openxmlformats.org/officeDocument/2006/relationships/image" Target="../media/image31.svg"/><Relationship Id="rId4" Type="http://schemas.openxmlformats.org/officeDocument/2006/relationships/image" Target="../media/image30.svg"/></Relationships>
</file>

<file path=ppt/slides/_rels/slide6.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4.xml"/><Relationship Id="rId1" Type="http://schemas.openxmlformats.org/officeDocument/2006/relationships/slideLayout" Target="../slideLayouts/slideLayout25.xml"/><Relationship Id="rId6" Type="http://schemas.openxmlformats.org/officeDocument/2006/relationships/hyperlink" Target="https://cisco.sharepoint.com/:x:/s/Tagging-Tracking-Governance/EYLnUlkOkTpEqMp6CJqo9-IBOM8Dg76AlOCPDEB3dsE_tg" TargetMode="External"/><Relationship Id="rId5" Type="http://schemas.openxmlformats.org/officeDocument/2006/relationships/image" Target="../media/image36.png"/><Relationship Id="rId4" Type="http://schemas.openxmlformats.org/officeDocument/2006/relationships/image" Target="../media/image35.svg"/></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5.xml"/><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42.svg"/><Relationship Id="rId7" Type="http://schemas.openxmlformats.org/officeDocument/2006/relationships/image" Target="../media/image46.svg"/><Relationship Id="rId2" Type="http://schemas.openxmlformats.org/officeDocument/2006/relationships/notesSlide" Target="../notesSlides/notesSlide7.xml"/><Relationship Id="rId1" Type="http://schemas.openxmlformats.org/officeDocument/2006/relationships/slideLayout" Target="../slideLayouts/slideLayout25.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E10AC22-9780-63DC-CDB8-6E355B0F7BA0}"/>
              </a:ext>
            </a:extLst>
          </p:cNvPr>
          <p:cNvSpPr>
            <a:spLocks noGrp="1"/>
          </p:cNvSpPr>
          <p:nvPr>
            <p:ph type="body" sz="quarter" idx="82"/>
          </p:nvPr>
        </p:nvSpPr>
        <p:spPr/>
        <p:txBody>
          <a:bodyPr/>
          <a:lstStyle/>
          <a:p>
            <a:r>
              <a:rPr lang="en-GB"/>
              <a:t>Our Goal</a:t>
            </a:r>
          </a:p>
        </p:txBody>
      </p:sp>
      <p:sp>
        <p:nvSpPr>
          <p:cNvPr id="6" name="Freeform: Shape 5">
            <a:extLst>
              <a:ext uri="{FF2B5EF4-FFF2-40B4-BE49-F238E27FC236}">
                <a16:creationId xmlns:a16="http://schemas.microsoft.com/office/drawing/2014/main" id="{550042CB-FF12-582E-DFEB-8CCFE9729FEF}"/>
              </a:ext>
            </a:extLst>
          </p:cNvPr>
          <p:cNvSpPr/>
          <p:nvPr/>
        </p:nvSpPr>
        <p:spPr>
          <a:xfrm>
            <a:off x="-5929336" y="3249043"/>
            <a:ext cx="3505200" cy="2930082"/>
          </a:xfrm>
          <a:custGeom>
            <a:avLst/>
            <a:gdLst>
              <a:gd name="connsiteX0" fmla="*/ 3505200 w 3505200"/>
              <a:gd name="connsiteY0" fmla="*/ 0 h 2930082"/>
              <a:gd name="connsiteX1" fmla="*/ 3505200 w 3505200"/>
              <a:gd name="connsiteY1" fmla="*/ 2930082 h 2930082"/>
              <a:gd name="connsiteX2" fmla="*/ 0 w 3505200"/>
              <a:gd name="connsiteY2" fmla="*/ 2930082 h 2930082"/>
              <a:gd name="connsiteX3" fmla="*/ 0 w 3505200"/>
              <a:gd name="connsiteY3" fmla="*/ 939215 h 2930082"/>
            </a:gdLst>
            <a:ahLst/>
            <a:cxnLst>
              <a:cxn ang="0">
                <a:pos x="connsiteX0" y="connsiteY0"/>
              </a:cxn>
              <a:cxn ang="0">
                <a:pos x="connsiteX1" y="connsiteY1"/>
              </a:cxn>
              <a:cxn ang="0">
                <a:pos x="connsiteX2" y="connsiteY2"/>
              </a:cxn>
              <a:cxn ang="0">
                <a:pos x="connsiteX3" y="connsiteY3"/>
              </a:cxn>
            </a:cxnLst>
            <a:rect l="l" t="t" r="r" b="b"/>
            <a:pathLst>
              <a:path w="3505200" h="2930082">
                <a:moveTo>
                  <a:pt x="3505200" y="0"/>
                </a:moveTo>
                <a:lnTo>
                  <a:pt x="3505200" y="2930082"/>
                </a:lnTo>
                <a:lnTo>
                  <a:pt x="0" y="2930082"/>
                </a:lnTo>
                <a:lnTo>
                  <a:pt x="0" y="939215"/>
                </a:lnTo>
                <a:close/>
              </a:path>
            </a:pathLst>
          </a:custGeom>
          <a:solidFill>
            <a:schemeClr val="bg1">
              <a:lumMod val="75000"/>
              <a:lumOff val="25000"/>
            </a:schemeClr>
          </a:solidFill>
          <a:ln>
            <a:noFill/>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7" name="Freeform: Shape 6">
            <a:extLst>
              <a:ext uri="{FF2B5EF4-FFF2-40B4-BE49-F238E27FC236}">
                <a16:creationId xmlns:a16="http://schemas.microsoft.com/office/drawing/2014/main" id="{F43F7127-9B50-6675-4667-D9ED6283AE1B}"/>
              </a:ext>
            </a:extLst>
          </p:cNvPr>
          <p:cNvSpPr/>
          <p:nvPr/>
        </p:nvSpPr>
        <p:spPr>
          <a:xfrm>
            <a:off x="4267200" y="9167938"/>
            <a:ext cx="3505200" cy="3910134"/>
          </a:xfrm>
          <a:custGeom>
            <a:avLst/>
            <a:gdLst>
              <a:gd name="connsiteX0" fmla="*/ 3505200 w 3505200"/>
              <a:gd name="connsiteY0" fmla="*/ 0 h 3910134"/>
              <a:gd name="connsiteX1" fmla="*/ 3505200 w 3505200"/>
              <a:gd name="connsiteY1" fmla="*/ 3910134 h 3910134"/>
              <a:gd name="connsiteX2" fmla="*/ 0 w 3505200"/>
              <a:gd name="connsiteY2" fmla="*/ 3910134 h 3910134"/>
              <a:gd name="connsiteX3" fmla="*/ 0 w 3505200"/>
              <a:gd name="connsiteY3" fmla="*/ 939216 h 3910134"/>
            </a:gdLst>
            <a:ahLst/>
            <a:cxnLst>
              <a:cxn ang="0">
                <a:pos x="connsiteX0" y="connsiteY0"/>
              </a:cxn>
              <a:cxn ang="0">
                <a:pos x="connsiteX1" y="connsiteY1"/>
              </a:cxn>
              <a:cxn ang="0">
                <a:pos x="connsiteX2" y="connsiteY2"/>
              </a:cxn>
              <a:cxn ang="0">
                <a:pos x="connsiteX3" y="connsiteY3"/>
              </a:cxn>
            </a:cxnLst>
            <a:rect l="l" t="t" r="r" b="b"/>
            <a:pathLst>
              <a:path w="3505200" h="3910134">
                <a:moveTo>
                  <a:pt x="3505200" y="0"/>
                </a:moveTo>
                <a:lnTo>
                  <a:pt x="3505200" y="3910134"/>
                </a:lnTo>
                <a:lnTo>
                  <a:pt x="0" y="3910134"/>
                </a:lnTo>
                <a:lnTo>
                  <a:pt x="0" y="939216"/>
                </a:lnTo>
                <a:close/>
              </a:path>
            </a:pathLst>
          </a:custGeom>
          <a:solidFill>
            <a:schemeClr val="bg1">
              <a:lumMod val="50000"/>
              <a:lumOff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8" name="Freeform: Shape 7">
            <a:extLst>
              <a:ext uri="{FF2B5EF4-FFF2-40B4-BE49-F238E27FC236}">
                <a16:creationId xmlns:a16="http://schemas.microsoft.com/office/drawing/2014/main" id="{D7AAB61E-4E80-EC80-9F57-BB951A7DE535}"/>
              </a:ext>
            </a:extLst>
          </p:cNvPr>
          <p:cNvSpPr/>
          <p:nvPr/>
        </p:nvSpPr>
        <p:spPr>
          <a:xfrm>
            <a:off x="14616136" y="1295400"/>
            <a:ext cx="3505200" cy="4890650"/>
          </a:xfrm>
          <a:custGeom>
            <a:avLst/>
            <a:gdLst>
              <a:gd name="connsiteX0" fmla="*/ 3297276 w 3505200"/>
              <a:gd name="connsiteY0" fmla="*/ 0 h 4890650"/>
              <a:gd name="connsiteX1" fmla="*/ 3505200 w 3505200"/>
              <a:gd name="connsiteY1" fmla="*/ 0 h 4890650"/>
              <a:gd name="connsiteX2" fmla="*/ 3505200 w 3505200"/>
              <a:gd name="connsiteY2" fmla="*/ 4890650 h 4890650"/>
              <a:gd name="connsiteX3" fmla="*/ 0 w 3505200"/>
              <a:gd name="connsiteY3" fmla="*/ 4890650 h 4890650"/>
              <a:gd name="connsiteX4" fmla="*/ 0 w 3505200"/>
              <a:gd name="connsiteY4" fmla="*/ 894122 h 4890650"/>
              <a:gd name="connsiteX5" fmla="*/ 3299931 w 3505200"/>
              <a:gd name="connsiteY5" fmla="*/ 9908 h 489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5200" h="4890650">
                <a:moveTo>
                  <a:pt x="3297276" y="0"/>
                </a:moveTo>
                <a:lnTo>
                  <a:pt x="3505200" y="0"/>
                </a:lnTo>
                <a:lnTo>
                  <a:pt x="3505200" y="4890650"/>
                </a:lnTo>
                <a:lnTo>
                  <a:pt x="0" y="4890650"/>
                </a:lnTo>
                <a:lnTo>
                  <a:pt x="0" y="894122"/>
                </a:lnTo>
                <a:lnTo>
                  <a:pt x="3299931" y="9908"/>
                </a:lnTo>
                <a:close/>
              </a:path>
            </a:pathLst>
          </a:custGeom>
          <a:solidFill>
            <a:schemeClr val="bg1">
              <a:lumMod val="25000"/>
              <a:lumOff val="75000"/>
            </a:schemeClr>
          </a:solidFill>
          <a:ln>
            <a:noFill/>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grpSp>
        <p:nvGrpSpPr>
          <p:cNvPr id="9" name="Group 8">
            <a:extLst>
              <a:ext uri="{FF2B5EF4-FFF2-40B4-BE49-F238E27FC236}">
                <a16:creationId xmlns:a16="http://schemas.microsoft.com/office/drawing/2014/main" id="{6DD9165D-78AE-E82D-D0FB-35FDE51D2CF3}"/>
              </a:ext>
            </a:extLst>
          </p:cNvPr>
          <p:cNvGrpSpPr/>
          <p:nvPr/>
        </p:nvGrpSpPr>
        <p:grpSpPr>
          <a:xfrm>
            <a:off x="-4862536" y="2899230"/>
            <a:ext cx="1371600" cy="1371600"/>
            <a:chOff x="1676400" y="2899230"/>
            <a:chExt cx="1371600" cy="1371600"/>
          </a:xfrm>
        </p:grpSpPr>
        <p:sp>
          <p:nvSpPr>
            <p:cNvPr id="10" name="Oval 9">
              <a:extLst>
                <a:ext uri="{FF2B5EF4-FFF2-40B4-BE49-F238E27FC236}">
                  <a16:creationId xmlns:a16="http://schemas.microsoft.com/office/drawing/2014/main" id="{A7B743C9-3EF4-C26C-9379-42EA30030170}"/>
                </a:ext>
              </a:extLst>
            </p:cNvPr>
            <p:cNvSpPr/>
            <p:nvPr/>
          </p:nvSpPr>
          <p:spPr>
            <a:xfrm>
              <a:off x="1676400" y="2899230"/>
              <a:ext cx="1371600" cy="1371600"/>
            </a:xfrm>
            <a:prstGeom prst="ellipse">
              <a:avLst/>
            </a:prstGeom>
            <a:solidFill>
              <a:srgbClr val="1C55A7"/>
            </a:solidFill>
            <a:ln w="3175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11" name="Graphic 10" descr="Group brainstorm with solid fill">
              <a:extLst>
                <a:ext uri="{FF2B5EF4-FFF2-40B4-BE49-F238E27FC236}">
                  <a16:creationId xmlns:a16="http://schemas.microsoft.com/office/drawing/2014/main" id="{0EA769FB-ACF2-18DD-A917-5E900A91E0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05000" y="3127830"/>
              <a:ext cx="914400" cy="914400"/>
            </a:xfrm>
            <a:prstGeom prst="rect">
              <a:avLst/>
            </a:prstGeom>
          </p:spPr>
        </p:pic>
      </p:grpSp>
      <p:grpSp>
        <p:nvGrpSpPr>
          <p:cNvPr id="12" name="Group 11">
            <a:extLst>
              <a:ext uri="{FF2B5EF4-FFF2-40B4-BE49-F238E27FC236}">
                <a16:creationId xmlns:a16="http://schemas.microsoft.com/office/drawing/2014/main" id="{61624816-394A-D8F9-B69D-17444624CE60}"/>
              </a:ext>
            </a:extLst>
          </p:cNvPr>
          <p:cNvGrpSpPr/>
          <p:nvPr/>
        </p:nvGrpSpPr>
        <p:grpSpPr>
          <a:xfrm>
            <a:off x="5334000" y="8803947"/>
            <a:ext cx="1371600" cy="1371600"/>
            <a:chOff x="5334000" y="1905000"/>
            <a:chExt cx="1371600" cy="1371600"/>
          </a:xfrm>
        </p:grpSpPr>
        <p:sp>
          <p:nvSpPr>
            <p:cNvPr id="13" name="Oval 12">
              <a:extLst>
                <a:ext uri="{FF2B5EF4-FFF2-40B4-BE49-F238E27FC236}">
                  <a16:creationId xmlns:a16="http://schemas.microsoft.com/office/drawing/2014/main" id="{A5275E4C-F486-566B-80B6-91C4BC312732}"/>
                </a:ext>
              </a:extLst>
            </p:cNvPr>
            <p:cNvSpPr/>
            <p:nvPr/>
          </p:nvSpPr>
          <p:spPr>
            <a:xfrm>
              <a:off x="5334000" y="1905000"/>
              <a:ext cx="1371600" cy="1371600"/>
            </a:xfrm>
            <a:prstGeom prst="ellipse">
              <a:avLst/>
            </a:prstGeom>
            <a:solidFill>
              <a:srgbClr val="4B88E1"/>
            </a:solidFill>
            <a:ln w="3175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14" name="Graphic 13" descr="Lights On with solid fill">
              <a:extLst>
                <a:ext uri="{FF2B5EF4-FFF2-40B4-BE49-F238E27FC236}">
                  <a16:creationId xmlns:a16="http://schemas.microsoft.com/office/drawing/2014/main" id="{8800DCFA-BF59-DA82-7DF1-CD1D18775A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62600" y="2133600"/>
              <a:ext cx="914400" cy="914400"/>
            </a:xfrm>
            <a:prstGeom prst="rect">
              <a:avLst/>
            </a:prstGeom>
          </p:spPr>
        </p:pic>
      </p:grpSp>
      <p:grpSp>
        <p:nvGrpSpPr>
          <p:cNvPr id="15" name="Group 14">
            <a:extLst>
              <a:ext uri="{FF2B5EF4-FFF2-40B4-BE49-F238E27FC236}">
                <a16:creationId xmlns:a16="http://schemas.microsoft.com/office/drawing/2014/main" id="{F3CF5504-8CB3-4CD5-51A7-927F4CCDCD7D}"/>
              </a:ext>
            </a:extLst>
          </p:cNvPr>
          <p:cNvGrpSpPr/>
          <p:nvPr/>
        </p:nvGrpSpPr>
        <p:grpSpPr>
          <a:xfrm>
            <a:off x="15682936" y="838200"/>
            <a:ext cx="1371600" cy="1371600"/>
            <a:chOff x="8991600" y="838200"/>
            <a:chExt cx="1371600" cy="1371600"/>
          </a:xfrm>
        </p:grpSpPr>
        <p:sp>
          <p:nvSpPr>
            <p:cNvPr id="16" name="Oval 15">
              <a:extLst>
                <a:ext uri="{FF2B5EF4-FFF2-40B4-BE49-F238E27FC236}">
                  <a16:creationId xmlns:a16="http://schemas.microsoft.com/office/drawing/2014/main" id="{DE7C6EA2-5BE1-3D3D-9458-24B610687C92}"/>
                </a:ext>
              </a:extLst>
            </p:cNvPr>
            <p:cNvSpPr/>
            <p:nvPr/>
          </p:nvSpPr>
          <p:spPr>
            <a:xfrm>
              <a:off x="8991600" y="838200"/>
              <a:ext cx="1371600" cy="1371600"/>
            </a:xfrm>
            <a:prstGeom prst="ellipse">
              <a:avLst/>
            </a:prstGeom>
            <a:solidFill>
              <a:srgbClr val="A5C4F0"/>
            </a:solidFill>
            <a:ln w="3175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17" name="Graphic 16" descr="Target with solid fill">
              <a:extLst>
                <a:ext uri="{FF2B5EF4-FFF2-40B4-BE49-F238E27FC236}">
                  <a16:creationId xmlns:a16="http://schemas.microsoft.com/office/drawing/2014/main" id="{3F3CA29E-4462-3467-D92D-26E8BF381E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20200" y="1066800"/>
              <a:ext cx="914400" cy="914400"/>
            </a:xfrm>
            <a:prstGeom prst="rect">
              <a:avLst/>
            </a:prstGeom>
          </p:spPr>
        </p:pic>
      </p:grpSp>
      <p:sp>
        <p:nvSpPr>
          <p:cNvPr id="18" name="TextBox 17">
            <a:extLst>
              <a:ext uri="{FF2B5EF4-FFF2-40B4-BE49-F238E27FC236}">
                <a16:creationId xmlns:a16="http://schemas.microsoft.com/office/drawing/2014/main" id="{A101851C-22D8-8BC8-04E9-9D4B91CFA5C5}"/>
              </a:ext>
            </a:extLst>
          </p:cNvPr>
          <p:cNvSpPr txBox="1"/>
          <p:nvPr/>
        </p:nvSpPr>
        <p:spPr>
          <a:xfrm>
            <a:off x="-5319736" y="2387025"/>
            <a:ext cx="2286000" cy="584775"/>
          </a:xfrm>
          <a:prstGeom prst="rect">
            <a:avLst/>
          </a:prstGeom>
          <a:noFill/>
        </p:spPr>
        <p:txBody>
          <a:bodyPr wrap="square" rtlCol="0">
            <a:spAutoFit/>
          </a:bodyPr>
          <a:lstStyle/>
          <a:p>
            <a:pPr algn="ctr"/>
            <a:r>
              <a:rPr lang="en-GB" sz="3200">
                <a:latin typeface="CiscoSansCHT Bold" pitchFamily="2" charset="-120"/>
                <a:ea typeface="CiscoSansCHT Bold" pitchFamily="2" charset="-120"/>
                <a:cs typeface="CiscoSansCHT Bold" pitchFamily="2" charset="-120"/>
              </a:rPr>
              <a:t>VISION</a:t>
            </a:r>
          </a:p>
        </p:txBody>
      </p:sp>
      <p:sp>
        <p:nvSpPr>
          <p:cNvPr id="19" name="TextBox 18">
            <a:extLst>
              <a:ext uri="{FF2B5EF4-FFF2-40B4-BE49-F238E27FC236}">
                <a16:creationId xmlns:a16="http://schemas.microsoft.com/office/drawing/2014/main" id="{8DA9F308-CF84-4292-C0DB-F55DD04B503B}"/>
              </a:ext>
            </a:extLst>
          </p:cNvPr>
          <p:cNvSpPr txBox="1"/>
          <p:nvPr/>
        </p:nvSpPr>
        <p:spPr>
          <a:xfrm>
            <a:off x="4876800" y="8219172"/>
            <a:ext cx="2286000" cy="584775"/>
          </a:xfrm>
          <a:prstGeom prst="rect">
            <a:avLst/>
          </a:prstGeom>
          <a:noFill/>
        </p:spPr>
        <p:txBody>
          <a:bodyPr wrap="square" rtlCol="0">
            <a:spAutoFit/>
          </a:bodyPr>
          <a:lstStyle/>
          <a:p>
            <a:pPr algn="ctr"/>
            <a:r>
              <a:rPr lang="en-GB" sz="3200">
                <a:latin typeface="CiscoSansCHT Bold" pitchFamily="2" charset="-120"/>
                <a:ea typeface="CiscoSansCHT Bold" pitchFamily="2" charset="-120"/>
                <a:cs typeface="CiscoSansCHT Bold" pitchFamily="2" charset="-120"/>
              </a:rPr>
              <a:t>MISSION</a:t>
            </a:r>
          </a:p>
        </p:txBody>
      </p:sp>
      <p:sp>
        <p:nvSpPr>
          <p:cNvPr id="20" name="TextBox 19">
            <a:extLst>
              <a:ext uri="{FF2B5EF4-FFF2-40B4-BE49-F238E27FC236}">
                <a16:creationId xmlns:a16="http://schemas.microsoft.com/office/drawing/2014/main" id="{E575747C-8C67-CE17-730C-50A13FFB245C}"/>
              </a:ext>
            </a:extLst>
          </p:cNvPr>
          <p:cNvSpPr txBox="1"/>
          <p:nvPr/>
        </p:nvSpPr>
        <p:spPr>
          <a:xfrm>
            <a:off x="15225736" y="228600"/>
            <a:ext cx="2286000" cy="584775"/>
          </a:xfrm>
          <a:prstGeom prst="rect">
            <a:avLst/>
          </a:prstGeom>
          <a:noFill/>
        </p:spPr>
        <p:txBody>
          <a:bodyPr wrap="square" rtlCol="0">
            <a:spAutoFit/>
          </a:bodyPr>
          <a:lstStyle/>
          <a:p>
            <a:pPr algn="ctr"/>
            <a:r>
              <a:rPr lang="en-GB" sz="3200">
                <a:latin typeface="CiscoSansCHT Bold" pitchFamily="2" charset="-120"/>
                <a:ea typeface="CiscoSansCHT Bold" pitchFamily="2" charset="-120"/>
                <a:cs typeface="CiscoSansCHT Bold" pitchFamily="2" charset="-120"/>
              </a:rPr>
              <a:t>GOAL</a:t>
            </a:r>
          </a:p>
        </p:txBody>
      </p:sp>
      <p:sp>
        <p:nvSpPr>
          <p:cNvPr id="21" name="TextBox 20">
            <a:extLst>
              <a:ext uri="{FF2B5EF4-FFF2-40B4-BE49-F238E27FC236}">
                <a16:creationId xmlns:a16="http://schemas.microsoft.com/office/drawing/2014/main" id="{FA450FC0-1290-5E49-D398-2C0D6F3F4949}"/>
              </a:ext>
            </a:extLst>
          </p:cNvPr>
          <p:cNvSpPr txBox="1"/>
          <p:nvPr/>
        </p:nvSpPr>
        <p:spPr>
          <a:xfrm>
            <a:off x="-5776936" y="4343400"/>
            <a:ext cx="3200400" cy="1754326"/>
          </a:xfrm>
          <a:prstGeom prst="rect">
            <a:avLst/>
          </a:prstGeom>
          <a:noFill/>
        </p:spPr>
        <p:txBody>
          <a:bodyPr wrap="square" rtlCol="0">
            <a:spAutoFit/>
          </a:bodyPr>
          <a:lstStyle/>
          <a:p>
            <a:pPr algn="ctr"/>
            <a:r>
              <a:rPr lang="en-GB" sz="1800">
                <a:solidFill>
                  <a:schemeClr val="bg2"/>
                </a:solidFill>
                <a:latin typeface="+mn-lt"/>
              </a:rPr>
              <a:t>An automated solution within marketing to use data driven insights to understand the performance of our marketing initiatives</a:t>
            </a:r>
          </a:p>
          <a:p>
            <a:pPr algn="ctr"/>
            <a:endParaRPr lang="en-GB">
              <a:solidFill>
                <a:schemeClr val="bg2"/>
              </a:solidFill>
              <a:latin typeface="+mn-lt"/>
            </a:endParaRPr>
          </a:p>
        </p:txBody>
      </p:sp>
      <p:sp>
        <p:nvSpPr>
          <p:cNvPr id="22" name="TextBox 21">
            <a:extLst>
              <a:ext uri="{FF2B5EF4-FFF2-40B4-BE49-F238E27FC236}">
                <a16:creationId xmlns:a16="http://schemas.microsoft.com/office/drawing/2014/main" id="{F35DB572-01BD-5B0C-102C-6F6D89993A31}"/>
              </a:ext>
            </a:extLst>
          </p:cNvPr>
          <p:cNvSpPr txBox="1"/>
          <p:nvPr/>
        </p:nvSpPr>
        <p:spPr>
          <a:xfrm>
            <a:off x="4419600" y="10327947"/>
            <a:ext cx="3352800" cy="1754326"/>
          </a:xfrm>
          <a:prstGeom prst="rect">
            <a:avLst/>
          </a:prstGeom>
          <a:noFill/>
        </p:spPr>
        <p:txBody>
          <a:bodyPr wrap="square" rtlCol="0">
            <a:spAutoFit/>
          </a:bodyPr>
          <a:lstStyle/>
          <a:p>
            <a:pPr algn="ctr"/>
            <a:r>
              <a:rPr lang="en-GB" sz="1800">
                <a:solidFill>
                  <a:schemeClr val="bg2"/>
                </a:solidFill>
                <a:latin typeface="+mn-lt"/>
              </a:rPr>
              <a:t>Define a phased approach to implement a UTM Strategy for existing activations to align with the approach moving forward in the Adobe suite of tools</a:t>
            </a:r>
          </a:p>
        </p:txBody>
      </p:sp>
      <p:sp>
        <p:nvSpPr>
          <p:cNvPr id="23" name="TextBox 22">
            <a:extLst>
              <a:ext uri="{FF2B5EF4-FFF2-40B4-BE49-F238E27FC236}">
                <a16:creationId xmlns:a16="http://schemas.microsoft.com/office/drawing/2014/main" id="{703F7CC7-2F0E-3A04-4BE2-739E44E630BA}"/>
              </a:ext>
            </a:extLst>
          </p:cNvPr>
          <p:cNvSpPr txBox="1"/>
          <p:nvPr/>
        </p:nvSpPr>
        <p:spPr>
          <a:xfrm>
            <a:off x="14587536" y="2209800"/>
            <a:ext cx="3505200" cy="3970318"/>
          </a:xfrm>
          <a:prstGeom prst="rect">
            <a:avLst/>
          </a:prstGeom>
          <a:noFill/>
        </p:spPr>
        <p:txBody>
          <a:bodyPr wrap="square" rtlCol="0">
            <a:spAutoFit/>
          </a:bodyPr>
          <a:lstStyle/>
          <a:p>
            <a:pPr marL="285750" indent="-285750">
              <a:buFont typeface="Arial" panose="020B0604020202020204" pitchFamily="34" charset="0"/>
              <a:buChar char="•"/>
            </a:pPr>
            <a:r>
              <a:rPr lang="en-GB" sz="1800">
                <a:solidFill>
                  <a:schemeClr val="bg2"/>
                </a:solidFill>
                <a:latin typeface="+mn-lt"/>
              </a:rPr>
              <a:t>Automate the creation of Universal IDs and UTM codes</a:t>
            </a:r>
          </a:p>
          <a:p>
            <a:pPr marL="285750" indent="-285750">
              <a:buFont typeface="Arial" panose="020B0604020202020204" pitchFamily="34" charset="0"/>
              <a:buChar char="•"/>
            </a:pPr>
            <a:endParaRPr lang="en-GB" sz="1800">
              <a:solidFill>
                <a:schemeClr val="bg2"/>
              </a:solidFill>
              <a:latin typeface="+mn-lt"/>
            </a:endParaRPr>
          </a:p>
          <a:p>
            <a:pPr marL="285750" indent="-285750">
              <a:buFont typeface="Arial" panose="020B0604020202020204" pitchFamily="34" charset="0"/>
              <a:buChar char="•"/>
            </a:pPr>
            <a:r>
              <a:rPr lang="en-GB">
                <a:solidFill>
                  <a:schemeClr val="bg2"/>
                </a:solidFill>
                <a:latin typeface="+mn-lt"/>
              </a:rPr>
              <a:t>Deliver standard marketing effectiveness reports from Adobe reporting </a:t>
            </a:r>
          </a:p>
          <a:p>
            <a:pPr marL="285750" indent="-285750">
              <a:buFont typeface="Arial" panose="020B0604020202020204" pitchFamily="34" charset="0"/>
              <a:buChar char="•"/>
            </a:pPr>
            <a:endParaRPr lang="en-GB" sz="1800">
              <a:solidFill>
                <a:schemeClr val="bg2"/>
              </a:solidFill>
              <a:latin typeface="+mn-lt"/>
            </a:endParaRPr>
          </a:p>
          <a:p>
            <a:pPr marL="285750" indent="-285750">
              <a:buFont typeface="Arial" panose="020B0604020202020204" pitchFamily="34" charset="0"/>
              <a:buChar char="•"/>
            </a:pPr>
            <a:r>
              <a:rPr lang="en-GB">
                <a:solidFill>
                  <a:schemeClr val="bg2"/>
                </a:solidFill>
                <a:latin typeface="+mn-lt"/>
              </a:rPr>
              <a:t>Align the new strategy in Ace reporting</a:t>
            </a:r>
            <a:endParaRPr lang="en-GB" sz="1800">
              <a:solidFill>
                <a:schemeClr val="bg2"/>
              </a:solidFill>
              <a:latin typeface="+mn-lt"/>
            </a:endParaRPr>
          </a:p>
          <a:p>
            <a:pPr marL="285750" indent="-285750">
              <a:buFont typeface="Arial" panose="020B0604020202020204" pitchFamily="34" charset="0"/>
              <a:buChar char="•"/>
            </a:pPr>
            <a:endParaRPr lang="en-GB" sz="1800">
              <a:solidFill>
                <a:schemeClr val="bg2"/>
              </a:solidFill>
              <a:latin typeface="+mn-lt"/>
            </a:endParaRPr>
          </a:p>
          <a:p>
            <a:pPr marL="285750" indent="-285750">
              <a:buFont typeface="Arial" panose="020B0604020202020204" pitchFamily="34" charset="0"/>
              <a:buChar char="•"/>
            </a:pPr>
            <a:r>
              <a:rPr lang="en-GB">
                <a:solidFill>
                  <a:schemeClr val="bg2"/>
                </a:solidFill>
                <a:latin typeface="+mn-lt"/>
              </a:rPr>
              <a:t>Maintain one standard tool to create and manage IDs and UTM values</a:t>
            </a:r>
            <a:endParaRPr lang="en-GB" sz="1800">
              <a:solidFill>
                <a:schemeClr val="bg2"/>
              </a:solidFill>
              <a:latin typeface="+mn-lt"/>
            </a:endParaRPr>
          </a:p>
        </p:txBody>
      </p:sp>
      <p:pic>
        <p:nvPicPr>
          <p:cNvPr id="25" name="Picture 24">
            <a:extLst>
              <a:ext uri="{FF2B5EF4-FFF2-40B4-BE49-F238E27FC236}">
                <a16:creationId xmlns:a16="http://schemas.microsoft.com/office/drawing/2014/main" id="{341A950B-6736-AEF6-2F77-1BAE64D0A180}"/>
              </a:ext>
            </a:extLst>
          </p:cNvPr>
          <p:cNvPicPr>
            <a:picLocks noChangeAspect="1"/>
          </p:cNvPicPr>
          <p:nvPr/>
        </p:nvPicPr>
        <p:blipFill>
          <a:blip r:embed="rId5"/>
          <a:stretch>
            <a:fillRect/>
          </a:stretch>
        </p:blipFill>
        <p:spPr>
          <a:xfrm>
            <a:off x="0" y="0"/>
            <a:ext cx="12191999" cy="6858000"/>
          </a:xfrm>
          <a:prstGeom prst="rect">
            <a:avLst/>
          </a:prstGeom>
        </p:spPr>
      </p:pic>
    </p:spTree>
    <p:extLst>
      <p:ext uri="{BB962C8B-B14F-4D97-AF65-F5344CB8AC3E}">
        <p14:creationId xmlns:p14="http://schemas.microsoft.com/office/powerpoint/2010/main" val="34131744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2CE62-EE54-5DD1-80FD-04960CF1C4A0}"/>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A33FA718-A14C-6BB0-D32A-6297EA43733D}"/>
              </a:ext>
            </a:extLst>
          </p:cNvPr>
          <p:cNvSpPr>
            <a:spLocks noGrp="1"/>
          </p:cNvSpPr>
          <p:nvPr>
            <p:ph type="body" sz="quarter" idx="82"/>
          </p:nvPr>
        </p:nvSpPr>
        <p:spPr/>
        <p:txBody>
          <a:bodyPr/>
          <a:lstStyle/>
          <a:p>
            <a:r>
              <a:rPr lang="en-GB"/>
              <a:t>Our Goal</a:t>
            </a:r>
          </a:p>
        </p:txBody>
      </p:sp>
      <p:sp>
        <p:nvSpPr>
          <p:cNvPr id="6" name="Freeform: Shape 5">
            <a:extLst>
              <a:ext uri="{FF2B5EF4-FFF2-40B4-BE49-F238E27FC236}">
                <a16:creationId xmlns:a16="http://schemas.microsoft.com/office/drawing/2014/main" id="{A097C7E6-C476-5B80-8E6A-7C267F5E0C7E}"/>
              </a:ext>
            </a:extLst>
          </p:cNvPr>
          <p:cNvSpPr/>
          <p:nvPr/>
        </p:nvSpPr>
        <p:spPr>
          <a:xfrm>
            <a:off x="609600" y="3249043"/>
            <a:ext cx="3505200" cy="2930082"/>
          </a:xfrm>
          <a:custGeom>
            <a:avLst/>
            <a:gdLst>
              <a:gd name="connsiteX0" fmla="*/ 3505200 w 3505200"/>
              <a:gd name="connsiteY0" fmla="*/ 0 h 2930082"/>
              <a:gd name="connsiteX1" fmla="*/ 3505200 w 3505200"/>
              <a:gd name="connsiteY1" fmla="*/ 2930082 h 2930082"/>
              <a:gd name="connsiteX2" fmla="*/ 0 w 3505200"/>
              <a:gd name="connsiteY2" fmla="*/ 2930082 h 2930082"/>
              <a:gd name="connsiteX3" fmla="*/ 0 w 3505200"/>
              <a:gd name="connsiteY3" fmla="*/ 939215 h 2930082"/>
            </a:gdLst>
            <a:ahLst/>
            <a:cxnLst>
              <a:cxn ang="0">
                <a:pos x="connsiteX0" y="connsiteY0"/>
              </a:cxn>
              <a:cxn ang="0">
                <a:pos x="connsiteX1" y="connsiteY1"/>
              </a:cxn>
              <a:cxn ang="0">
                <a:pos x="connsiteX2" y="connsiteY2"/>
              </a:cxn>
              <a:cxn ang="0">
                <a:pos x="connsiteX3" y="connsiteY3"/>
              </a:cxn>
            </a:cxnLst>
            <a:rect l="l" t="t" r="r" b="b"/>
            <a:pathLst>
              <a:path w="3505200" h="2930082">
                <a:moveTo>
                  <a:pt x="3505200" y="0"/>
                </a:moveTo>
                <a:lnTo>
                  <a:pt x="3505200" y="2930082"/>
                </a:lnTo>
                <a:lnTo>
                  <a:pt x="0" y="2930082"/>
                </a:lnTo>
                <a:lnTo>
                  <a:pt x="0" y="939215"/>
                </a:lnTo>
                <a:close/>
              </a:path>
            </a:pathLst>
          </a:custGeom>
          <a:solidFill>
            <a:schemeClr val="bg1">
              <a:lumMod val="75000"/>
              <a:lumOff val="25000"/>
            </a:schemeClr>
          </a:solidFill>
          <a:ln>
            <a:noFill/>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7" name="Freeform: Shape 6">
            <a:extLst>
              <a:ext uri="{FF2B5EF4-FFF2-40B4-BE49-F238E27FC236}">
                <a16:creationId xmlns:a16="http://schemas.microsoft.com/office/drawing/2014/main" id="{E98FA584-7F2D-7820-75E5-FED3BECCF5FC}"/>
              </a:ext>
            </a:extLst>
          </p:cNvPr>
          <p:cNvSpPr/>
          <p:nvPr/>
        </p:nvSpPr>
        <p:spPr>
          <a:xfrm>
            <a:off x="4267200" y="2268991"/>
            <a:ext cx="3505200" cy="3910134"/>
          </a:xfrm>
          <a:custGeom>
            <a:avLst/>
            <a:gdLst>
              <a:gd name="connsiteX0" fmla="*/ 3505200 w 3505200"/>
              <a:gd name="connsiteY0" fmla="*/ 0 h 3910134"/>
              <a:gd name="connsiteX1" fmla="*/ 3505200 w 3505200"/>
              <a:gd name="connsiteY1" fmla="*/ 3910134 h 3910134"/>
              <a:gd name="connsiteX2" fmla="*/ 0 w 3505200"/>
              <a:gd name="connsiteY2" fmla="*/ 3910134 h 3910134"/>
              <a:gd name="connsiteX3" fmla="*/ 0 w 3505200"/>
              <a:gd name="connsiteY3" fmla="*/ 939216 h 3910134"/>
            </a:gdLst>
            <a:ahLst/>
            <a:cxnLst>
              <a:cxn ang="0">
                <a:pos x="connsiteX0" y="connsiteY0"/>
              </a:cxn>
              <a:cxn ang="0">
                <a:pos x="connsiteX1" y="connsiteY1"/>
              </a:cxn>
              <a:cxn ang="0">
                <a:pos x="connsiteX2" y="connsiteY2"/>
              </a:cxn>
              <a:cxn ang="0">
                <a:pos x="connsiteX3" y="connsiteY3"/>
              </a:cxn>
            </a:cxnLst>
            <a:rect l="l" t="t" r="r" b="b"/>
            <a:pathLst>
              <a:path w="3505200" h="3910134">
                <a:moveTo>
                  <a:pt x="3505200" y="0"/>
                </a:moveTo>
                <a:lnTo>
                  <a:pt x="3505200" y="3910134"/>
                </a:lnTo>
                <a:lnTo>
                  <a:pt x="0" y="3910134"/>
                </a:lnTo>
                <a:lnTo>
                  <a:pt x="0" y="939216"/>
                </a:lnTo>
                <a:close/>
              </a:path>
            </a:pathLst>
          </a:custGeom>
          <a:solidFill>
            <a:schemeClr val="bg1">
              <a:lumMod val="50000"/>
              <a:lumOff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8" name="Freeform: Shape 7">
            <a:extLst>
              <a:ext uri="{FF2B5EF4-FFF2-40B4-BE49-F238E27FC236}">
                <a16:creationId xmlns:a16="http://schemas.microsoft.com/office/drawing/2014/main" id="{10BB1433-1DAD-F3E5-B24B-C29CA38133A5}"/>
              </a:ext>
            </a:extLst>
          </p:cNvPr>
          <p:cNvSpPr/>
          <p:nvPr/>
        </p:nvSpPr>
        <p:spPr>
          <a:xfrm>
            <a:off x="7924800" y="1295400"/>
            <a:ext cx="3505200" cy="4890650"/>
          </a:xfrm>
          <a:custGeom>
            <a:avLst/>
            <a:gdLst>
              <a:gd name="connsiteX0" fmla="*/ 3297276 w 3505200"/>
              <a:gd name="connsiteY0" fmla="*/ 0 h 4890650"/>
              <a:gd name="connsiteX1" fmla="*/ 3505200 w 3505200"/>
              <a:gd name="connsiteY1" fmla="*/ 0 h 4890650"/>
              <a:gd name="connsiteX2" fmla="*/ 3505200 w 3505200"/>
              <a:gd name="connsiteY2" fmla="*/ 4890650 h 4890650"/>
              <a:gd name="connsiteX3" fmla="*/ 0 w 3505200"/>
              <a:gd name="connsiteY3" fmla="*/ 4890650 h 4890650"/>
              <a:gd name="connsiteX4" fmla="*/ 0 w 3505200"/>
              <a:gd name="connsiteY4" fmla="*/ 894122 h 4890650"/>
              <a:gd name="connsiteX5" fmla="*/ 3299931 w 3505200"/>
              <a:gd name="connsiteY5" fmla="*/ 9908 h 4890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5200" h="4890650">
                <a:moveTo>
                  <a:pt x="3297276" y="0"/>
                </a:moveTo>
                <a:lnTo>
                  <a:pt x="3505200" y="0"/>
                </a:lnTo>
                <a:lnTo>
                  <a:pt x="3505200" y="4890650"/>
                </a:lnTo>
                <a:lnTo>
                  <a:pt x="0" y="4890650"/>
                </a:lnTo>
                <a:lnTo>
                  <a:pt x="0" y="894122"/>
                </a:lnTo>
                <a:lnTo>
                  <a:pt x="3299931" y="9908"/>
                </a:lnTo>
                <a:close/>
              </a:path>
            </a:pathLst>
          </a:custGeom>
          <a:solidFill>
            <a:schemeClr val="bg1">
              <a:lumMod val="25000"/>
              <a:lumOff val="75000"/>
            </a:schemeClr>
          </a:solidFill>
          <a:ln>
            <a:noFill/>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grpSp>
        <p:nvGrpSpPr>
          <p:cNvPr id="9" name="Group 8">
            <a:extLst>
              <a:ext uri="{FF2B5EF4-FFF2-40B4-BE49-F238E27FC236}">
                <a16:creationId xmlns:a16="http://schemas.microsoft.com/office/drawing/2014/main" id="{33D20546-478F-11AC-E8C4-0B40D25347CB}"/>
              </a:ext>
            </a:extLst>
          </p:cNvPr>
          <p:cNvGrpSpPr/>
          <p:nvPr/>
        </p:nvGrpSpPr>
        <p:grpSpPr>
          <a:xfrm>
            <a:off x="1676400" y="2899230"/>
            <a:ext cx="1371600" cy="1371600"/>
            <a:chOff x="1676400" y="2899230"/>
            <a:chExt cx="1371600" cy="1371600"/>
          </a:xfrm>
        </p:grpSpPr>
        <p:sp>
          <p:nvSpPr>
            <p:cNvPr id="10" name="Oval 9">
              <a:extLst>
                <a:ext uri="{FF2B5EF4-FFF2-40B4-BE49-F238E27FC236}">
                  <a16:creationId xmlns:a16="http://schemas.microsoft.com/office/drawing/2014/main" id="{DB35CE5F-B3AB-1594-FAF4-28A2D1B7844D}"/>
                </a:ext>
              </a:extLst>
            </p:cNvPr>
            <p:cNvSpPr/>
            <p:nvPr/>
          </p:nvSpPr>
          <p:spPr>
            <a:xfrm>
              <a:off x="1676400" y="2899230"/>
              <a:ext cx="1371600" cy="1371600"/>
            </a:xfrm>
            <a:prstGeom prst="ellipse">
              <a:avLst/>
            </a:prstGeom>
            <a:solidFill>
              <a:srgbClr val="1C55A7"/>
            </a:solidFill>
            <a:ln w="3175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11" name="Graphic 10" descr="Group brainstorm with solid fill">
              <a:extLst>
                <a:ext uri="{FF2B5EF4-FFF2-40B4-BE49-F238E27FC236}">
                  <a16:creationId xmlns:a16="http://schemas.microsoft.com/office/drawing/2014/main" id="{8AED2032-BF12-E7B5-2A3D-799A3FDC1D6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05000" y="3127830"/>
              <a:ext cx="914400" cy="914400"/>
            </a:xfrm>
            <a:prstGeom prst="rect">
              <a:avLst/>
            </a:prstGeom>
          </p:spPr>
        </p:pic>
      </p:grpSp>
      <p:grpSp>
        <p:nvGrpSpPr>
          <p:cNvPr id="12" name="Group 11">
            <a:extLst>
              <a:ext uri="{FF2B5EF4-FFF2-40B4-BE49-F238E27FC236}">
                <a16:creationId xmlns:a16="http://schemas.microsoft.com/office/drawing/2014/main" id="{7AA0388C-5B48-489F-67D8-0E73BF63BB33}"/>
              </a:ext>
            </a:extLst>
          </p:cNvPr>
          <p:cNvGrpSpPr/>
          <p:nvPr/>
        </p:nvGrpSpPr>
        <p:grpSpPr>
          <a:xfrm>
            <a:off x="5334000" y="1905000"/>
            <a:ext cx="1371600" cy="1371600"/>
            <a:chOff x="5334000" y="1905000"/>
            <a:chExt cx="1371600" cy="1371600"/>
          </a:xfrm>
        </p:grpSpPr>
        <p:sp>
          <p:nvSpPr>
            <p:cNvPr id="13" name="Oval 12">
              <a:extLst>
                <a:ext uri="{FF2B5EF4-FFF2-40B4-BE49-F238E27FC236}">
                  <a16:creationId xmlns:a16="http://schemas.microsoft.com/office/drawing/2014/main" id="{7F6ED806-0EEE-4474-9C52-075E0581E106}"/>
                </a:ext>
              </a:extLst>
            </p:cNvPr>
            <p:cNvSpPr/>
            <p:nvPr/>
          </p:nvSpPr>
          <p:spPr>
            <a:xfrm>
              <a:off x="5334000" y="1905000"/>
              <a:ext cx="1371600" cy="1371600"/>
            </a:xfrm>
            <a:prstGeom prst="ellipse">
              <a:avLst/>
            </a:prstGeom>
            <a:solidFill>
              <a:srgbClr val="4B88E1"/>
            </a:solidFill>
            <a:ln w="3175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14" name="Graphic 13" descr="Lights On with solid fill">
              <a:extLst>
                <a:ext uri="{FF2B5EF4-FFF2-40B4-BE49-F238E27FC236}">
                  <a16:creationId xmlns:a16="http://schemas.microsoft.com/office/drawing/2014/main" id="{0EDF3B8D-A529-14E4-8497-FB36D067C1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62600" y="2133600"/>
              <a:ext cx="914400" cy="914400"/>
            </a:xfrm>
            <a:prstGeom prst="rect">
              <a:avLst/>
            </a:prstGeom>
          </p:spPr>
        </p:pic>
      </p:grpSp>
      <p:grpSp>
        <p:nvGrpSpPr>
          <p:cNvPr id="15" name="Group 14">
            <a:extLst>
              <a:ext uri="{FF2B5EF4-FFF2-40B4-BE49-F238E27FC236}">
                <a16:creationId xmlns:a16="http://schemas.microsoft.com/office/drawing/2014/main" id="{4F7E1DEC-DA5E-DFC3-7DE7-D98617344539}"/>
              </a:ext>
            </a:extLst>
          </p:cNvPr>
          <p:cNvGrpSpPr/>
          <p:nvPr/>
        </p:nvGrpSpPr>
        <p:grpSpPr>
          <a:xfrm>
            <a:off x="8991600" y="838200"/>
            <a:ext cx="1371600" cy="1371600"/>
            <a:chOff x="8991600" y="838200"/>
            <a:chExt cx="1371600" cy="1371600"/>
          </a:xfrm>
        </p:grpSpPr>
        <p:sp>
          <p:nvSpPr>
            <p:cNvPr id="16" name="Oval 15">
              <a:extLst>
                <a:ext uri="{FF2B5EF4-FFF2-40B4-BE49-F238E27FC236}">
                  <a16:creationId xmlns:a16="http://schemas.microsoft.com/office/drawing/2014/main" id="{55E61A55-65E1-514F-1DC8-E1B9A9BDCC9B}"/>
                </a:ext>
              </a:extLst>
            </p:cNvPr>
            <p:cNvSpPr/>
            <p:nvPr/>
          </p:nvSpPr>
          <p:spPr>
            <a:xfrm>
              <a:off x="8991600" y="838200"/>
              <a:ext cx="1371600" cy="1371600"/>
            </a:xfrm>
            <a:prstGeom prst="ellipse">
              <a:avLst/>
            </a:prstGeom>
            <a:solidFill>
              <a:srgbClr val="A5C4F0"/>
            </a:solidFill>
            <a:ln w="3175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17" name="Graphic 16" descr="Target with solid fill">
              <a:extLst>
                <a:ext uri="{FF2B5EF4-FFF2-40B4-BE49-F238E27FC236}">
                  <a16:creationId xmlns:a16="http://schemas.microsoft.com/office/drawing/2014/main" id="{6379B1B7-97AA-5C34-599F-BBE8682FBD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20200" y="1066800"/>
              <a:ext cx="914400" cy="914400"/>
            </a:xfrm>
            <a:prstGeom prst="rect">
              <a:avLst/>
            </a:prstGeom>
          </p:spPr>
        </p:pic>
      </p:grpSp>
      <p:sp>
        <p:nvSpPr>
          <p:cNvPr id="18" name="TextBox 17">
            <a:extLst>
              <a:ext uri="{FF2B5EF4-FFF2-40B4-BE49-F238E27FC236}">
                <a16:creationId xmlns:a16="http://schemas.microsoft.com/office/drawing/2014/main" id="{B1F55F63-B370-D813-E29D-7C89C8A40F34}"/>
              </a:ext>
            </a:extLst>
          </p:cNvPr>
          <p:cNvSpPr txBox="1"/>
          <p:nvPr/>
        </p:nvSpPr>
        <p:spPr>
          <a:xfrm>
            <a:off x="1219200" y="2387025"/>
            <a:ext cx="2286000" cy="584775"/>
          </a:xfrm>
          <a:prstGeom prst="rect">
            <a:avLst/>
          </a:prstGeom>
          <a:noFill/>
        </p:spPr>
        <p:txBody>
          <a:bodyPr wrap="square" rtlCol="0">
            <a:spAutoFit/>
          </a:bodyPr>
          <a:lstStyle/>
          <a:p>
            <a:pPr algn="ctr"/>
            <a:r>
              <a:rPr lang="en-GB" sz="3200">
                <a:latin typeface="CiscoSansCHT Bold" pitchFamily="2" charset="-120"/>
                <a:ea typeface="CiscoSansCHT Bold" pitchFamily="2" charset="-120"/>
                <a:cs typeface="CiscoSansCHT Bold" pitchFamily="2" charset="-120"/>
              </a:rPr>
              <a:t>VISION</a:t>
            </a:r>
          </a:p>
        </p:txBody>
      </p:sp>
      <p:sp>
        <p:nvSpPr>
          <p:cNvPr id="19" name="TextBox 18">
            <a:extLst>
              <a:ext uri="{FF2B5EF4-FFF2-40B4-BE49-F238E27FC236}">
                <a16:creationId xmlns:a16="http://schemas.microsoft.com/office/drawing/2014/main" id="{1BF7DE12-516F-D7B4-2682-49541650247F}"/>
              </a:ext>
            </a:extLst>
          </p:cNvPr>
          <p:cNvSpPr txBox="1"/>
          <p:nvPr/>
        </p:nvSpPr>
        <p:spPr>
          <a:xfrm>
            <a:off x="4876800" y="1320225"/>
            <a:ext cx="2286000" cy="584775"/>
          </a:xfrm>
          <a:prstGeom prst="rect">
            <a:avLst/>
          </a:prstGeom>
          <a:noFill/>
        </p:spPr>
        <p:txBody>
          <a:bodyPr wrap="square" rtlCol="0">
            <a:spAutoFit/>
          </a:bodyPr>
          <a:lstStyle/>
          <a:p>
            <a:pPr algn="ctr"/>
            <a:r>
              <a:rPr lang="en-GB" sz="3200">
                <a:latin typeface="CiscoSansCHT Bold" pitchFamily="2" charset="-120"/>
                <a:ea typeface="CiscoSansCHT Bold" pitchFamily="2" charset="-120"/>
                <a:cs typeface="CiscoSansCHT Bold" pitchFamily="2" charset="-120"/>
              </a:rPr>
              <a:t>MISSION</a:t>
            </a:r>
          </a:p>
        </p:txBody>
      </p:sp>
      <p:sp>
        <p:nvSpPr>
          <p:cNvPr id="20" name="TextBox 19">
            <a:extLst>
              <a:ext uri="{FF2B5EF4-FFF2-40B4-BE49-F238E27FC236}">
                <a16:creationId xmlns:a16="http://schemas.microsoft.com/office/drawing/2014/main" id="{955A362B-89D0-D317-D6D8-7A34CA835594}"/>
              </a:ext>
            </a:extLst>
          </p:cNvPr>
          <p:cNvSpPr txBox="1"/>
          <p:nvPr/>
        </p:nvSpPr>
        <p:spPr>
          <a:xfrm>
            <a:off x="8534400" y="228600"/>
            <a:ext cx="2286000" cy="584775"/>
          </a:xfrm>
          <a:prstGeom prst="rect">
            <a:avLst/>
          </a:prstGeom>
          <a:noFill/>
        </p:spPr>
        <p:txBody>
          <a:bodyPr wrap="square" rtlCol="0">
            <a:spAutoFit/>
          </a:bodyPr>
          <a:lstStyle/>
          <a:p>
            <a:pPr algn="ctr"/>
            <a:r>
              <a:rPr lang="en-GB" sz="3200">
                <a:latin typeface="CiscoSansCHT Bold" pitchFamily="2" charset="-120"/>
                <a:ea typeface="CiscoSansCHT Bold" pitchFamily="2" charset="-120"/>
                <a:cs typeface="CiscoSansCHT Bold" pitchFamily="2" charset="-120"/>
              </a:rPr>
              <a:t>GOAL</a:t>
            </a:r>
          </a:p>
        </p:txBody>
      </p:sp>
      <p:sp>
        <p:nvSpPr>
          <p:cNvPr id="21" name="TextBox 20">
            <a:extLst>
              <a:ext uri="{FF2B5EF4-FFF2-40B4-BE49-F238E27FC236}">
                <a16:creationId xmlns:a16="http://schemas.microsoft.com/office/drawing/2014/main" id="{7805DABF-EB25-218C-8446-2B714D2DF515}"/>
              </a:ext>
            </a:extLst>
          </p:cNvPr>
          <p:cNvSpPr txBox="1"/>
          <p:nvPr/>
        </p:nvSpPr>
        <p:spPr>
          <a:xfrm>
            <a:off x="762000" y="4343400"/>
            <a:ext cx="3200400" cy="1754326"/>
          </a:xfrm>
          <a:prstGeom prst="rect">
            <a:avLst/>
          </a:prstGeom>
          <a:noFill/>
        </p:spPr>
        <p:txBody>
          <a:bodyPr wrap="square" rtlCol="0">
            <a:spAutoFit/>
          </a:bodyPr>
          <a:lstStyle/>
          <a:p>
            <a:pPr algn="ctr"/>
            <a:r>
              <a:rPr lang="en-GB" sz="1800">
                <a:solidFill>
                  <a:schemeClr val="bg2"/>
                </a:solidFill>
                <a:latin typeface="+mn-lt"/>
              </a:rPr>
              <a:t>An automated solution within marketing to use data driven insights to understand the performance of our marketing initiatives</a:t>
            </a:r>
          </a:p>
          <a:p>
            <a:pPr algn="ctr"/>
            <a:endParaRPr lang="en-GB">
              <a:solidFill>
                <a:schemeClr val="bg2"/>
              </a:solidFill>
              <a:latin typeface="+mn-lt"/>
            </a:endParaRPr>
          </a:p>
        </p:txBody>
      </p:sp>
      <p:sp>
        <p:nvSpPr>
          <p:cNvPr id="22" name="TextBox 21">
            <a:extLst>
              <a:ext uri="{FF2B5EF4-FFF2-40B4-BE49-F238E27FC236}">
                <a16:creationId xmlns:a16="http://schemas.microsoft.com/office/drawing/2014/main" id="{2750C4D2-1B18-C382-D4CA-B51378B0E842}"/>
              </a:ext>
            </a:extLst>
          </p:cNvPr>
          <p:cNvSpPr txBox="1"/>
          <p:nvPr/>
        </p:nvSpPr>
        <p:spPr>
          <a:xfrm>
            <a:off x="4419600" y="3429000"/>
            <a:ext cx="3352800" cy="1754326"/>
          </a:xfrm>
          <a:prstGeom prst="rect">
            <a:avLst/>
          </a:prstGeom>
          <a:noFill/>
        </p:spPr>
        <p:txBody>
          <a:bodyPr wrap="square" rtlCol="0">
            <a:spAutoFit/>
          </a:bodyPr>
          <a:lstStyle/>
          <a:p>
            <a:pPr algn="ctr"/>
            <a:r>
              <a:rPr lang="en-GB" sz="1800">
                <a:solidFill>
                  <a:schemeClr val="bg2"/>
                </a:solidFill>
                <a:latin typeface="+mn-lt"/>
              </a:rPr>
              <a:t>Define a phased approach to implement a UTM Strategy for existing activations to align with the approach moving forward in the Adobe suite of tools</a:t>
            </a:r>
          </a:p>
        </p:txBody>
      </p:sp>
      <p:sp>
        <p:nvSpPr>
          <p:cNvPr id="23" name="TextBox 22">
            <a:extLst>
              <a:ext uri="{FF2B5EF4-FFF2-40B4-BE49-F238E27FC236}">
                <a16:creationId xmlns:a16="http://schemas.microsoft.com/office/drawing/2014/main" id="{7DDFE8D2-9083-7817-478B-0C555E7094B6}"/>
              </a:ext>
            </a:extLst>
          </p:cNvPr>
          <p:cNvSpPr txBox="1"/>
          <p:nvPr/>
        </p:nvSpPr>
        <p:spPr>
          <a:xfrm>
            <a:off x="7896200" y="2209800"/>
            <a:ext cx="3505200" cy="3970318"/>
          </a:xfrm>
          <a:prstGeom prst="rect">
            <a:avLst/>
          </a:prstGeom>
          <a:noFill/>
        </p:spPr>
        <p:txBody>
          <a:bodyPr wrap="square" rtlCol="0">
            <a:spAutoFit/>
          </a:bodyPr>
          <a:lstStyle/>
          <a:p>
            <a:pPr marL="285750" indent="-285750">
              <a:buFont typeface="Arial" panose="020B0604020202020204" pitchFamily="34" charset="0"/>
              <a:buChar char="•"/>
            </a:pPr>
            <a:r>
              <a:rPr lang="en-GB" sz="1800">
                <a:solidFill>
                  <a:schemeClr val="bg2"/>
                </a:solidFill>
                <a:latin typeface="+mn-lt"/>
              </a:rPr>
              <a:t>Automate the creation of Universal IDs and UTM codes</a:t>
            </a:r>
          </a:p>
          <a:p>
            <a:pPr marL="285750" indent="-285750">
              <a:buFont typeface="Arial" panose="020B0604020202020204" pitchFamily="34" charset="0"/>
              <a:buChar char="•"/>
            </a:pPr>
            <a:endParaRPr lang="en-GB" sz="1800">
              <a:solidFill>
                <a:schemeClr val="bg2"/>
              </a:solidFill>
              <a:latin typeface="+mn-lt"/>
            </a:endParaRPr>
          </a:p>
          <a:p>
            <a:pPr marL="285750" indent="-285750">
              <a:buFont typeface="Arial" panose="020B0604020202020204" pitchFamily="34" charset="0"/>
              <a:buChar char="•"/>
            </a:pPr>
            <a:r>
              <a:rPr lang="en-GB">
                <a:solidFill>
                  <a:schemeClr val="bg2"/>
                </a:solidFill>
                <a:latin typeface="+mn-lt"/>
              </a:rPr>
              <a:t>Deliver standard marketing effectiveness reports from Adobe reporting </a:t>
            </a:r>
          </a:p>
          <a:p>
            <a:pPr marL="285750" indent="-285750">
              <a:buFont typeface="Arial" panose="020B0604020202020204" pitchFamily="34" charset="0"/>
              <a:buChar char="•"/>
            </a:pPr>
            <a:endParaRPr lang="en-GB" sz="1800">
              <a:solidFill>
                <a:schemeClr val="bg2"/>
              </a:solidFill>
              <a:latin typeface="+mn-lt"/>
            </a:endParaRPr>
          </a:p>
          <a:p>
            <a:pPr marL="285750" indent="-285750">
              <a:buFont typeface="Arial" panose="020B0604020202020204" pitchFamily="34" charset="0"/>
              <a:buChar char="•"/>
            </a:pPr>
            <a:r>
              <a:rPr lang="en-GB">
                <a:solidFill>
                  <a:schemeClr val="bg2"/>
                </a:solidFill>
                <a:latin typeface="+mn-lt"/>
              </a:rPr>
              <a:t>Align the new strategy in Ace reporting</a:t>
            </a:r>
            <a:endParaRPr lang="en-GB" sz="1800">
              <a:solidFill>
                <a:schemeClr val="bg2"/>
              </a:solidFill>
              <a:latin typeface="+mn-lt"/>
            </a:endParaRPr>
          </a:p>
          <a:p>
            <a:pPr marL="285750" indent="-285750">
              <a:buFont typeface="Arial" panose="020B0604020202020204" pitchFamily="34" charset="0"/>
              <a:buChar char="•"/>
            </a:pPr>
            <a:endParaRPr lang="en-GB" sz="1800">
              <a:solidFill>
                <a:schemeClr val="bg2"/>
              </a:solidFill>
              <a:latin typeface="+mn-lt"/>
            </a:endParaRPr>
          </a:p>
          <a:p>
            <a:pPr marL="285750" indent="-285750">
              <a:buFont typeface="Arial" panose="020B0604020202020204" pitchFamily="34" charset="0"/>
              <a:buChar char="•"/>
            </a:pPr>
            <a:r>
              <a:rPr lang="en-GB">
                <a:solidFill>
                  <a:schemeClr val="bg2"/>
                </a:solidFill>
                <a:latin typeface="+mn-lt"/>
              </a:rPr>
              <a:t>Maintain one standard tool to create and manage IDs and UTM values</a:t>
            </a:r>
            <a:endParaRPr lang="en-GB" sz="1800">
              <a:solidFill>
                <a:schemeClr val="bg2"/>
              </a:solidFill>
              <a:latin typeface="+mn-lt"/>
            </a:endParaRPr>
          </a:p>
        </p:txBody>
      </p:sp>
    </p:spTree>
    <p:extLst>
      <p:ext uri="{BB962C8B-B14F-4D97-AF65-F5344CB8AC3E}">
        <p14:creationId xmlns:p14="http://schemas.microsoft.com/office/powerpoint/2010/main" val="1819905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Rectangle: Rounded Corners 235">
            <a:extLst>
              <a:ext uri="{FF2B5EF4-FFF2-40B4-BE49-F238E27FC236}">
                <a16:creationId xmlns:a16="http://schemas.microsoft.com/office/drawing/2014/main" id="{3F568112-D754-50E5-D496-D866892F0DE5}"/>
              </a:ext>
            </a:extLst>
          </p:cNvPr>
          <p:cNvSpPr/>
          <p:nvPr/>
        </p:nvSpPr>
        <p:spPr>
          <a:xfrm>
            <a:off x="4079776" y="1052736"/>
            <a:ext cx="1944216" cy="1080120"/>
          </a:xfrm>
          <a:prstGeom prst="roundRect">
            <a:avLst/>
          </a:prstGeom>
          <a:solidFill>
            <a:schemeClr val="bg2"/>
          </a:solidFill>
          <a:ln>
            <a:solidFill>
              <a:srgbClr val="1C55A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 Placeholder 1">
            <a:extLst>
              <a:ext uri="{FF2B5EF4-FFF2-40B4-BE49-F238E27FC236}">
                <a16:creationId xmlns:a16="http://schemas.microsoft.com/office/drawing/2014/main" id="{75D7C46D-E41F-863C-89F8-35E6EA820C29}"/>
              </a:ext>
            </a:extLst>
          </p:cNvPr>
          <p:cNvSpPr>
            <a:spLocks noGrp="1"/>
          </p:cNvSpPr>
          <p:nvPr>
            <p:ph type="body" sz="quarter" idx="82"/>
          </p:nvPr>
        </p:nvSpPr>
        <p:spPr/>
        <p:txBody>
          <a:bodyPr/>
          <a:lstStyle/>
          <a:p>
            <a:r>
              <a:rPr lang="en-GB"/>
              <a:t>ID Management System - Current</a:t>
            </a:r>
          </a:p>
        </p:txBody>
      </p:sp>
      <p:grpSp>
        <p:nvGrpSpPr>
          <p:cNvPr id="36" name="Group 35">
            <a:extLst>
              <a:ext uri="{FF2B5EF4-FFF2-40B4-BE49-F238E27FC236}">
                <a16:creationId xmlns:a16="http://schemas.microsoft.com/office/drawing/2014/main" id="{A670D361-6B6A-DD59-89E6-E4F5730C3463}"/>
              </a:ext>
            </a:extLst>
          </p:cNvPr>
          <p:cNvGrpSpPr/>
          <p:nvPr/>
        </p:nvGrpSpPr>
        <p:grpSpPr>
          <a:xfrm>
            <a:off x="9624392" y="980728"/>
            <a:ext cx="1728192" cy="792088"/>
            <a:chOff x="9624392" y="980728"/>
            <a:chExt cx="1728192" cy="792088"/>
          </a:xfrm>
        </p:grpSpPr>
        <p:sp>
          <p:nvSpPr>
            <p:cNvPr id="27" name="Rectangle: Rounded Corners 26">
              <a:extLst>
                <a:ext uri="{FF2B5EF4-FFF2-40B4-BE49-F238E27FC236}">
                  <a16:creationId xmlns:a16="http://schemas.microsoft.com/office/drawing/2014/main" id="{66CD9D32-4D4A-04F6-B065-AE3AAE523DE9}"/>
                </a:ext>
              </a:extLst>
            </p:cNvPr>
            <p:cNvSpPr/>
            <p:nvPr/>
          </p:nvSpPr>
          <p:spPr>
            <a:xfrm>
              <a:off x="9624392" y="980728"/>
              <a:ext cx="1728192" cy="792088"/>
            </a:xfrm>
            <a:prstGeom prst="roundRect">
              <a:avLst/>
            </a:prstGeom>
            <a:solidFill>
              <a:schemeClr val="bg2"/>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8" name="Picture 17" descr="A green rectangle with white text&#10;&#10;AI-generated content may be incorrect.">
              <a:extLst>
                <a:ext uri="{FF2B5EF4-FFF2-40B4-BE49-F238E27FC236}">
                  <a16:creationId xmlns:a16="http://schemas.microsoft.com/office/drawing/2014/main" id="{DC788B9E-A4CF-FAB8-BB51-A2DB0CC70D04}"/>
                </a:ext>
              </a:extLst>
            </p:cNvPr>
            <p:cNvPicPr>
              <a:picLocks noChangeAspect="1"/>
            </p:cNvPicPr>
            <p:nvPr/>
          </p:nvPicPr>
          <p:blipFill>
            <a:blip r:embed="rId3"/>
            <a:stretch>
              <a:fillRect/>
            </a:stretch>
          </p:blipFill>
          <p:spPr>
            <a:xfrm>
              <a:off x="9910748" y="1112942"/>
              <a:ext cx="1155480" cy="527661"/>
            </a:xfrm>
            <a:prstGeom prst="roundRect">
              <a:avLst/>
            </a:prstGeom>
          </p:spPr>
        </p:pic>
      </p:grpSp>
      <p:grpSp>
        <p:nvGrpSpPr>
          <p:cNvPr id="35" name="Group 34">
            <a:extLst>
              <a:ext uri="{FF2B5EF4-FFF2-40B4-BE49-F238E27FC236}">
                <a16:creationId xmlns:a16="http://schemas.microsoft.com/office/drawing/2014/main" id="{96070812-E616-19AD-7B50-C4A529822FBE}"/>
              </a:ext>
            </a:extLst>
          </p:cNvPr>
          <p:cNvGrpSpPr/>
          <p:nvPr/>
        </p:nvGrpSpPr>
        <p:grpSpPr>
          <a:xfrm>
            <a:off x="9624392" y="2060848"/>
            <a:ext cx="1728192" cy="792088"/>
            <a:chOff x="9624392" y="2060848"/>
            <a:chExt cx="1728192" cy="792088"/>
          </a:xfrm>
        </p:grpSpPr>
        <p:sp>
          <p:nvSpPr>
            <p:cNvPr id="28" name="Rectangle: Rounded Corners 27">
              <a:extLst>
                <a:ext uri="{FF2B5EF4-FFF2-40B4-BE49-F238E27FC236}">
                  <a16:creationId xmlns:a16="http://schemas.microsoft.com/office/drawing/2014/main" id="{6C47BD1C-39D8-DEBE-1C98-D3128F9B9D83}"/>
                </a:ext>
              </a:extLst>
            </p:cNvPr>
            <p:cNvSpPr/>
            <p:nvPr/>
          </p:nvSpPr>
          <p:spPr>
            <a:xfrm>
              <a:off x="9624392" y="2060848"/>
              <a:ext cx="1728192" cy="792088"/>
            </a:xfrm>
            <a:prstGeom prst="roundRect">
              <a:avLst/>
            </a:prstGeom>
            <a:solidFill>
              <a:schemeClr val="bg2"/>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Picture 19" descr="A close-up of a logo&#10;&#10;AI-generated content may be incorrect.">
              <a:extLst>
                <a:ext uri="{FF2B5EF4-FFF2-40B4-BE49-F238E27FC236}">
                  <a16:creationId xmlns:a16="http://schemas.microsoft.com/office/drawing/2014/main" id="{7A275C46-C411-1283-905B-1A51FCD4B1B1}"/>
                </a:ext>
              </a:extLst>
            </p:cNvPr>
            <p:cNvPicPr>
              <a:picLocks noChangeAspect="1"/>
            </p:cNvPicPr>
            <p:nvPr/>
          </p:nvPicPr>
          <p:blipFill>
            <a:blip r:embed="rId4"/>
            <a:stretch>
              <a:fillRect/>
            </a:stretch>
          </p:blipFill>
          <p:spPr>
            <a:xfrm>
              <a:off x="9802653" y="2187003"/>
              <a:ext cx="1371670" cy="539778"/>
            </a:xfrm>
            <a:prstGeom prst="rect">
              <a:avLst/>
            </a:prstGeom>
          </p:spPr>
        </p:pic>
      </p:grpSp>
      <p:cxnSp>
        <p:nvCxnSpPr>
          <p:cNvPr id="38" name="Connector: Elbow 37">
            <a:extLst>
              <a:ext uri="{FF2B5EF4-FFF2-40B4-BE49-F238E27FC236}">
                <a16:creationId xmlns:a16="http://schemas.microsoft.com/office/drawing/2014/main" id="{8CC9C61B-72B4-DE89-FC60-DA2F69B453BC}"/>
              </a:ext>
            </a:extLst>
          </p:cNvPr>
          <p:cNvCxnSpPr>
            <a:cxnSpLocks/>
            <a:stCxn id="120" idx="3"/>
            <a:endCxn id="27" idx="1"/>
          </p:cNvCxnSpPr>
          <p:nvPr/>
        </p:nvCxnSpPr>
        <p:spPr>
          <a:xfrm flipV="1">
            <a:off x="6023976" y="1376772"/>
            <a:ext cx="3600416" cy="1332140"/>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41" name="Connector: Elbow 40">
            <a:extLst>
              <a:ext uri="{FF2B5EF4-FFF2-40B4-BE49-F238E27FC236}">
                <a16:creationId xmlns:a16="http://schemas.microsoft.com/office/drawing/2014/main" id="{25A2F064-260D-98AA-33E4-E92FCCD3271E}"/>
              </a:ext>
            </a:extLst>
          </p:cNvPr>
          <p:cNvCxnSpPr>
            <a:cxnSpLocks/>
            <a:stCxn id="122" idx="3"/>
            <a:endCxn id="28" idx="1"/>
          </p:cNvCxnSpPr>
          <p:nvPr/>
        </p:nvCxnSpPr>
        <p:spPr>
          <a:xfrm flipV="1">
            <a:off x="6023976" y="2456892"/>
            <a:ext cx="3600416" cy="468044"/>
          </a:xfrm>
          <a:prstGeom prst="bentConnector3">
            <a:avLst>
              <a:gd name="adj1" fmla="val 62699"/>
            </a:avLst>
          </a:prstGeom>
          <a:ln>
            <a:tailEnd type="triangle"/>
          </a:ln>
        </p:spPr>
        <p:style>
          <a:lnRef idx="2">
            <a:schemeClr val="dk1"/>
          </a:lnRef>
          <a:fillRef idx="0">
            <a:schemeClr val="dk1"/>
          </a:fillRef>
          <a:effectRef idx="1">
            <a:schemeClr val="dk1"/>
          </a:effectRef>
          <a:fontRef idx="minor">
            <a:schemeClr val="tx1"/>
          </a:fontRef>
        </p:style>
      </p:cxnSp>
      <p:cxnSp>
        <p:nvCxnSpPr>
          <p:cNvPr id="49" name="Connector: Elbow 48">
            <a:extLst>
              <a:ext uri="{FF2B5EF4-FFF2-40B4-BE49-F238E27FC236}">
                <a16:creationId xmlns:a16="http://schemas.microsoft.com/office/drawing/2014/main" id="{3D57687E-4041-8FEB-76B9-6387EC05FE51}"/>
              </a:ext>
            </a:extLst>
          </p:cNvPr>
          <p:cNvCxnSpPr>
            <a:cxnSpLocks/>
            <a:stCxn id="123" idx="3"/>
            <a:endCxn id="133" idx="1"/>
          </p:cNvCxnSpPr>
          <p:nvPr/>
        </p:nvCxnSpPr>
        <p:spPr>
          <a:xfrm>
            <a:off x="6023976" y="3236970"/>
            <a:ext cx="3604177" cy="216017"/>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51" name="Connector: Elbow 50">
            <a:extLst>
              <a:ext uri="{FF2B5EF4-FFF2-40B4-BE49-F238E27FC236}">
                <a16:creationId xmlns:a16="http://schemas.microsoft.com/office/drawing/2014/main" id="{36E1B42F-0FA8-C42C-099C-B0F044974561}"/>
              </a:ext>
            </a:extLst>
          </p:cNvPr>
          <p:cNvCxnSpPr>
            <a:cxnSpLocks/>
            <a:stCxn id="124" idx="3"/>
            <a:endCxn id="63" idx="2"/>
          </p:cNvCxnSpPr>
          <p:nvPr/>
        </p:nvCxnSpPr>
        <p:spPr>
          <a:xfrm>
            <a:off x="6023976" y="3501000"/>
            <a:ext cx="1944232" cy="756092"/>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
        <p:nvSpPr>
          <p:cNvPr id="63" name="Cylinder 62">
            <a:extLst>
              <a:ext uri="{FF2B5EF4-FFF2-40B4-BE49-F238E27FC236}">
                <a16:creationId xmlns:a16="http://schemas.microsoft.com/office/drawing/2014/main" id="{99147DD9-55B5-BC1A-B2AA-AE82969B3E5E}"/>
              </a:ext>
            </a:extLst>
          </p:cNvPr>
          <p:cNvSpPr/>
          <p:nvPr/>
        </p:nvSpPr>
        <p:spPr>
          <a:xfrm>
            <a:off x="7968208" y="3789040"/>
            <a:ext cx="1152128" cy="936104"/>
          </a:xfrm>
          <a:prstGeom prst="can">
            <a:avLst/>
          </a:prstGeom>
          <a:solidFill>
            <a:schemeClr val="bg1">
              <a:lumMod val="50000"/>
              <a:lumOff val="50000"/>
              <a:alpha val="68000"/>
            </a:schemeClr>
          </a:solidFill>
          <a:ln>
            <a:solidFill>
              <a:schemeClr val="dk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t>Oracle App Cloud</a:t>
            </a:r>
          </a:p>
        </p:txBody>
      </p:sp>
      <p:cxnSp>
        <p:nvCxnSpPr>
          <p:cNvPr id="77" name="Connector: Elbow 76">
            <a:extLst>
              <a:ext uri="{FF2B5EF4-FFF2-40B4-BE49-F238E27FC236}">
                <a16:creationId xmlns:a16="http://schemas.microsoft.com/office/drawing/2014/main" id="{40BD6D09-34F5-BD51-CA21-B4D2CE11DEC5}"/>
              </a:ext>
            </a:extLst>
          </p:cNvPr>
          <p:cNvCxnSpPr>
            <a:cxnSpLocks/>
            <a:stCxn id="63" idx="4"/>
            <a:endCxn id="134" idx="1"/>
          </p:cNvCxnSpPr>
          <p:nvPr/>
        </p:nvCxnSpPr>
        <p:spPr>
          <a:xfrm>
            <a:off x="9120336" y="4257092"/>
            <a:ext cx="516129" cy="252020"/>
          </a:xfrm>
          <a:prstGeom prst="bentConnector3">
            <a:avLst/>
          </a:prstGeom>
          <a:ln>
            <a:tailEnd type="triangle"/>
          </a:ln>
        </p:spPr>
        <p:style>
          <a:lnRef idx="2">
            <a:schemeClr val="dk1"/>
          </a:lnRef>
          <a:fillRef idx="0">
            <a:schemeClr val="dk1"/>
          </a:fillRef>
          <a:effectRef idx="1">
            <a:schemeClr val="dk1"/>
          </a:effectRef>
          <a:fontRef idx="minor">
            <a:schemeClr val="tx1"/>
          </a:fontRef>
        </p:style>
      </p:cxnSp>
      <p:grpSp>
        <p:nvGrpSpPr>
          <p:cNvPr id="246" name="Group 245">
            <a:extLst>
              <a:ext uri="{FF2B5EF4-FFF2-40B4-BE49-F238E27FC236}">
                <a16:creationId xmlns:a16="http://schemas.microsoft.com/office/drawing/2014/main" id="{033C26F3-F310-D9F9-0B63-4646B715B931}"/>
              </a:ext>
            </a:extLst>
          </p:cNvPr>
          <p:cNvGrpSpPr/>
          <p:nvPr/>
        </p:nvGrpSpPr>
        <p:grpSpPr>
          <a:xfrm>
            <a:off x="9624392" y="3104964"/>
            <a:ext cx="1904866" cy="792088"/>
            <a:chOff x="9624392" y="3104964"/>
            <a:chExt cx="1904866" cy="792088"/>
          </a:xfrm>
        </p:grpSpPr>
        <p:grpSp>
          <p:nvGrpSpPr>
            <p:cNvPr id="34" name="Group 33">
              <a:extLst>
                <a:ext uri="{FF2B5EF4-FFF2-40B4-BE49-F238E27FC236}">
                  <a16:creationId xmlns:a16="http://schemas.microsoft.com/office/drawing/2014/main" id="{8AF91BCD-EC6C-49F1-A1AB-F6BD874FC9D7}"/>
                </a:ext>
              </a:extLst>
            </p:cNvPr>
            <p:cNvGrpSpPr/>
            <p:nvPr/>
          </p:nvGrpSpPr>
          <p:grpSpPr>
            <a:xfrm>
              <a:off x="9624392" y="3104964"/>
              <a:ext cx="1728192" cy="792088"/>
              <a:chOff x="9624392" y="3104964"/>
              <a:chExt cx="1728192" cy="792088"/>
            </a:xfrm>
          </p:grpSpPr>
          <p:sp>
            <p:nvSpPr>
              <p:cNvPr id="29" name="Rectangle: Rounded Corners 28">
                <a:extLst>
                  <a:ext uri="{FF2B5EF4-FFF2-40B4-BE49-F238E27FC236}">
                    <a16:creationId xmlns:a16="http://schemas.microsoft.com/office/drawing/2014/main" id="{CF3CB106-69B0-0B7E-1A1C-B04686A92881}"/>
                  </a:ext>
                </a:extLst>
              </p:cNvPr>
              <p:cNvSpPr/>
              <p:nvPr/>
            </p:nvSpPr>
            <p:spPr>
              <a:xfrm>
                <a:off x="9624392" y="3104964"/>
                <a:ext cx="1728192" cy="792088"/>
              </a:xfrm>
              <a:prstGeom prst="roundRect">
                <a:avLst/>
              </a:prstGeom>
              <a:solidFill>
                <a:schemeClr val="bg2"/>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2" name="Picture 21" descr="A cloud with a sign and a symbol&#10;&#10;AI-generated content may be incorrect.">
                <a:extLst>
                  <a:ext uri="{FF2B5EF4-FFF2-40B4-BE49-F238E27FC236}">
                    <a16:creationId xmlns:a16="http://schemas.microsoft.com/office/drawing/2014/main" id="{5F874289-393B-7120-E34E-CF60915EE171}"/>
                  </a:ext>
                </a:extLst>
              </p:cNvPr>
              <p:cNvPicPr>
                <a:picLocks noChangeAspect="1"/>
              </p:cNvPicPr>
              <p:nvPr/>
            </p:nvPicPr>
            <p:blipFill>
              <a:blip r:embed="rId5"/>
              <a:stretch>
                <a:fillRect/>
              </a:stretch>
            </p:blipFill>
            <p:spPr>
              <a:xfrm>
                <a:off x="10098801" y="3195253"/>
                <a:ext cx="779375" cy="611510"/>
              </a:xfrm>
              <a:prstGeom prst="rect">
                <a:avLst/>
              </a:prstGeom>
            </p:spPr>
          </p:pic>
        </p:grpSp>
        <p:sp>
          <p:nvSpPr>
            <p:cNvPr id="62" name="TextBox 61">
              <a:extLst>
                <a:ext uri="{FF2B5EF4-FFF2-40B4-BE49-F238E27FC236}">
                  <a16:creationId xmlns:a16="http://schemas.microsoft.com/office/drawing/2014/main" id="{4BF11045-04F4-F57B-A819-72CD5E404639}"/>
                </a:ext>
              </a:extLst>
            </p:cNvPr>
            <p:cNvSpPr txBox="1"/>
            <p:nvPr/>
          </p:nvSpPr>
          <p:spPr>
            <a:xfrm>
              <a:off x="10665162" y="3284984"/>
              <a:ext cx="864096" cy="369332"/>
            </a:xfrm>
            <a:prstGeom prst="rect">
              <a:avLst/>
            </a:prstGeom>
            <a:noFill/>
          </p:spPr>
          <p:txBody>
            <a:bodyPr wrap="square" rtlCol="0">
              <a:spAutoFit/>
            </a:bodyPr>
            <a:lstStyle/>
            <a:p>
              <a:pPr algn="ctr"/>
              <a:r>
                <a:rPr lang="en-GB" sz="900">
                  <a:latin typeface="+mn-lt"/>
                </a:rPr>
                <a:t>Chat &amp; Phone</a:t>
              </a:r>
            </a:p>
          </p:txBody>
        </p:sp>
        <p:sp>
          <p:nvSpPr>
            <p:cNvPr id="133" name="Rectangle 132">
              <a:extLst>
                <a:ext uri="{FF2B5EF4-FFF2-40B4-BE49-F238E27FC236}">
                  <a16:creationId xmlns:a16="http://schemas.microsoft.com/office/drawing/2014/main" id="{7B1501A5-D79C-B973-2499-D3B94C758BA7}"/>
                </a:ext>
              </a:extLst>
            </p:cNvPr>
            <p:cNvSpPr/>
            <p:nvPr/>
          </p:nvSpPr>
          <p:spPr>
            <a:xfrm>
              <a:off x="9628153" y="3380987"/>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8" name="Group 247">
            <a:extLst>
              <a:ext uri="{FF2B5EF4-FFF2-40B4-BE49-F238E27FC236}">
                <a16:creationId xmlns:a16="http://schemas.microsoft.com/office/drawing/2014/main" id="{70A9AC3D-8AD6-13C8-22A9-9082DC280F1D}"/>
              </a:ext>
            </a:extLst>
          </p:cNvPr>
          <p:cNvGrpSpPr/>
          <p:nvPr/>
        </p:nvGrpSpPr>
        <p:grpSpPr>
          <a:xfrm>
            <a:off x="9624392" y="4869160"/>
            <a:ext cx="1728192" cy="929258"/>
            <a:chOff x="9624392" y="4869160"/>
            <a:chExt cx="1728192" cy="929258"/>
          </a:xfrm>
        </p:grpSpPr>
        <p:sp>
          <p:nvSpPr>
            <p:cNvPr id="30" name="Rectangle: Rounded Corners 29">
              <a:extLst>
                <a:ext uri="{FF2B5EF4-FFF2-40B4-BE49-F238E27FC236}">
                  <a16:creationId xmlns:a16="http://schemas.microsoft.com/office/drawing/2014/main" id="{1C1E6FBA-D5A0-67A7-A28C-840F5ABEFCB0}"/>
                </a:ext>
              </a:extLst>
            </p:cNvPr>
            <p:cNvSpPr/>
            <p:nvPr/>
          </p:nvSpPr>
          <p:spPr>
            <a:xfrm>
              <a:off x="9624392" y="4937745"/>
              <a:ext cx="1728192" cy="792088"/>
            </a:xfrm>
            <a:prstGeom prst="roundRect">
              <a:avLst/>
            </a:prstGeom>
            <a:solidFill>
              <a:schemeClr val="bg2"/>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4" name="Picture 23" descr="A red and black logo&#10;&#10;AI-generated content may be incorrect.">
              <a:extLst>
                <a:ext uri="{FF2B5EF4-FFF2-40B4-BE49-F238E27FC236}">
                  <a16:creationId xmlns:a16="http://schemas.microsoft.com/office/drawing/2014/main" id="{C08803A1-1136-9A35-56EB-2D3D5270F356}"/>
                </a:ext>
              </a:extLst>
            </p:cNvPr>
            <p:cNvPicPr>
              <a:picLocks noChangeAspect="1"/>
            </p:cNvPicPr>
            <p:nvPr/>
          </p:nvPicPr>
          <p:blipFill>
            <a:blip r:embed="rId6"/>
            <a:stretch>
              <a:fillRect/>
            </a:stretch>
          </p:blipFill>
          <p:spPr>
            <a:xfrm>
              <a:off x="10023859" y="4869160"/>
              <a:ext cx="929258" cy="929258"/>
            </a:xfrm>
            <a:prstGeom prst="rect">
              <a:avLst/>
            </a:prstGeom>
          </p:spPr>
        </p:pic>
        <p:sp>
          <p:nvSpPr>
            <p:cNvPr id="142" name="Rectangle 141">
              <a:extLst>
                <a:ext uri="{FF2B5EF4-FFF2-40B4-BE49-F238E27FC236}">
                  <a16:creationId xmlns:a16="http://schemas.microsoft.com/office/drawing/2014/main" id="{E4CC6AF8-5F9F-102B-513D-6C816BF4E943}"/>
                </a:ext>
              </a:extLst>
            </p:cNvPr>
            <p:cNvSpPr/>
            <p:nvPr/>
          </p:nvSpPr>
          <p:spPr>
            <a:xfrm>
              <a:off x="9632705" y="5085184"/>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3" name="Rectangle 142">
              <a:extLst>
                <a:ext uri="{FF2B5EF4-FFF2-40B4-BE49-F238E27FC236}">
                  <a16:creationId xmlns:a16="http://schemas.microsoft.com/office/drawing/2014/main" id="{25C72560-382F-D262-0CA3-705CF6EF8E1E}"/>
                </a:ext>
              </a:extLst>
            </p:cNvPr>
            <p:cNvSpPr/>
            <p:nvPr/>
          </p:nvSpPr>
          <p:spPr>
            <a:xfrm>
              <a:off x="9632705" y="5517232"/>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47" name="Connector: Elbow 146">
            <a:extLst>
              <a:ext uri="{FF2B5EF4-FFF2-40B4-BE49-F238E27FC236}">
                <a16:creationId xmlns:a16="http://schemas.microsoft.com/office/drawing/2014/main" id="{FEC7E850-4E35-0BB4-E57C-0070F5DDEE24}"/>
              </a:ext>
            </a:extLst>
          </p:cNvPr>
          <p:cNvCxnSpPr>
            <a:stCxn id="142" idx="1"/>
            <a:endCxn id="63" idx="3"/>
          </p:cNvCxnSpPr>
          <p:nvPr/>
        </p:nvCxnSpPr>
        <p:spPr>
          <a:xfrm rot="10800000">
            <a:off x="8544273" y="4725144"/>
            <a:ext cx="1088433" cy="432040"/>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53" name="Connector: Elbow 152">
            <a:extLst>
              <a:ext uri="{FF2B5EF4-FFF2-40B4-BE49-F238E27FC236}">
                <a16:creationId xmlns:a16="http://schemas.microsoft.com/office/drawing/2014/main" id="{E074C7F2-556C-5456-AB25-4A3A66781DD6}"/>
              </a:ext>
            </a:extLst>
          </p:cNvPr>
          <p:cNvCxnSpPr>
            <a:cxnSpLocks/>
            <a:stCxn id="150" idx="3"/>
            <a:endCxn id="143" idx="1"/>
          </p:cNvCxnSpPr>
          <p:nvPr/>
        </p:nvCxnSpPr>
        <p:spPr>
          <a:xfrm flipV="1">
            <a:off x="8053516" y="5589232"/>
            <a:ext cx="1579189" cy="260212"/>
          </a:xfrm>
          <a:prstGeom prst="bentConnector3">
            <a:avLst/>
          </a:prstGeom>
          <a:ln>
            <a:tailEnd type="triangle"/>
          </a:ln>
        </p:spPr>
        <p:style>
          <a:lnRef idx="2">
            <a:schemeClr val="dk1"/>
          </a:lnRef>
          <a:fillRef idx="0">
            <a:schemeClr val="dk1"/>
          </a:fillRef>
          <a:effectRef idx="1">
            <a:schemeClr val="dk1"/>
          </a:effectRef>
          <a:fontRef idx="minor">
            <a:schemeClr val="tx1"/>
          </a:fontRef>
        </p:style>
      </p:cxnSp>
      <p:grpSp>
        <p:nvGrpSpPr>
          <p:cNvPr id="247" name="Group 246">
            <a:extLst>
              <a:ext uri="{FF2B5EF4-FFF2-40B4-BE49-F238E27FC236}">
                <a16:creationId xmlns:a16="http://schemas.microsoft.com/office/drawing/2014/main" id="{2109E21B-E135-007D-7104-B4BF7FA3FBFA}"/>
              </a:ext>
            </a:extLst>
          </p:cNvPr>
          <p:cNvGrpSpPr/>
          <p:nvPr/>
        </p:nvGrpSpPr>
        <p:grpSpPr>
          <a:xfrm>
            <a:off x="9624392" y="4005064"/>
            <a:ext cx="1872208" cy="792088"/>
            <a:chOff x="9624392" y="4005064"/>
            <a:chExt cx="1872208" cy="792088"/>
          </a:xfrm>
        </p:grpSpPr>
        <p:grpSp>
          <p:nvGrpSpPr>
            <p:cNvPr id="72" name="Group 71">
              <a:extLst>
                <a:ext uri="{FF2B5EF4-FFF2-40B4-BE49-F238E27FC236}">
                  <a16:creationId xmlns:a16="http://schemas.microsoft.com/office/drawing/2014/main" id="{279EC513-2898-C6CD-AD3C-716F3FD3E823}"/>
                </a:ext>
              </a:extLst>
            </p:cNvPr>
            <p:cNvGrpSpPr/>
            <p:nvPr/>
          </p:nvGrpSpPr>
          <p:grpSpPr>
            <a:xfrm>
              <a:off x="9624392" y="4005064"/>
              <a:ext cx="1728192" cy="792088"/>
              <a:chOff x="9624392" y="3104964"/>
              <a:chExt cx="1728192" cy="792088"/>
            </a:xfrm>
          </p:grpSpPr>
          <p:sp>
            <p:nvSpPr>
              <p:cNvPr id="73" name="Rectangle: Rounded Corners 72">
                <a:extLst>
                  <a:ext uri="{FF2B5EF4-FFF2-40B4-BE49-F238E27FC236}">
                    <a16:creationId xmlns:a16="http://schemas.microsoft.com/office/drawing/2014/main" id="{D195638A-2428-5865-3E32-182249190FCA}"/>
                  </a:ext>
                </a:extLst>
              </p:cNvPr>
              <p:cNvSpPr/>
              <p:nvPr/>
            </p:nvSpPr>
            <p:spPr>
              <a:xfrm>
                <a:off x="9624392" y="3104964"/>
                <a:ext cx="1728192" cy="792088"/>
              </a:xfrm>
              <a:prstGeom prst="roundRect">
                <a:avLst/>
              </a:prstGeom>
              <a:solidFill>
                <a:schemeClr val="bg2"/>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4" name="Picture 73" descr="A cloud with a sign and a symbol&#10;&#10;AI-generated content may be incorrect.">
                <a:extLst>
                  <a:ext uri="{FF2B5EF4-FFF2-40B4-BE49-F238E27FC236}">
                    <a16:creationId xmlns:a16="http://schemas.microsoft.com/office/drawing/2014/main" id="{92E84B33-DD65-A087-2BE2-21CEA5814272}"/>
                  </a:ext>
                </a:extLst>
              </p:cNvPr>
              <p:cNvPicPr>
                <a:picLocks noChangeAspect="1"/>
              </p:cNvPicPr>
              <p:nvPr/>
            </p:nvPicPr>
            <p:blipFill>
              <a:blip r:embed="rId5"/>
              <a:stretch>
                <a:fillRect/>
              </a:stretch>
            </p:blipFill>
            <p:spPr>
              <a:xfrm>
                <a:off x="10098801" y="3195253"/>
                <a:ext cx="779375" cy="611510"/>
              </a:xfrm>
              <a:prstGeom prst="rect">
                <a:avLst/>
              </a:prstGeom>
            </p:spPr>
          </p:pic>
        </p:grpSp>
        <p:sp>
          <p:nvSpPr>
            <p:cNvPr id="75" name="TextBox 74">
              <a:extLst>
                <a:ext uri="{FF2B5EF4-FFF2-40B4-BE49-F238E27FC236}">
                  <a16:creationId xmlns:a16="http://schemas.microsoft.com/office/drawing/2014/main" id="{F42DC7F6-EEFF-C1EA-15D7-4DA89E7331AA}"/>
                </a:ext>
              </a:extLst>
            </p:cNvPr>
            <p:cNvSpPr txBox="1"/>
            <p:nvPr/>
          </p:nvSpPr>
          <p:spPr>
            <a:xfrm>
              <a:off x="10632504" y="4221088"/>
              <a:ext cx="864096" cy="230832"/>
            </a:xfrm>
            <a:prstGeom prst="rect">
              <a:avLst/>
            </a:prstGeom>
            <a:noFill/>
          </p:spPr>
          <p:txBody>
            <a:bodyPr wrap="square" rtlCol="0">
              <a:spAutoFit/>
            </a:bodyPr>
            <a:lstStyle/>
            <a:p>
              <a:pPr algn="ctr"/>
              <a:r>
                <a:rPr lang="en-GB" sz="900">
                  <a:latin typeface="+mn-lt"/>
                </a:rPr>
                <a:t>Leads</a:t>
              </a:r>
            </a:p>
          </p:txBody>
        </p:sp>
        <p:sp>
          <p:nvSpPr>
            <p:cNvPr id="134" name="Rectangle 133">
              <a:extLst>
                <a:ext uri="{FF2B5EF4-FFF2-40B4-BE49-F238E27FC236}">
                  <a16:creationId xmlns:a16="http://schemas.microsoft.com/office/drawing/2014/main" id="{F15437EB-8BEE-2740-2230-16A6BEFB8866}"/>
                </a:ext>
              </a:extLst>
            </p:cNvPr>
            <p:cNvSpPr/>
            <p:nvPr/>
          </p:nvSpPr>
          <p:spPr>
            <a:xfrm>
              <a:off x="9636465" y="4437112"/>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Rectangle 155">
              <a:extLst>
                <a:ext uri="{FF2B5EF4-FFF2-40B4-BE49-F238E27FC236}">
                  <a16:creationId xmlns:a16="http://schemas.microsoft.com/office/drawing/2014/main" id="{94DA3498-AE97-D54B-7397-61C1A7B7850D}"/>
                </a:ext>
              </a:extLst>
            </p:cNvPr>
            <p:cNvSpPr/>
            <p:nvPr/>
          </p:nvSpPr>
          <p:spPr>
            <a:xfrm>
              <a:off x="11208568" y="4437112"/>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58" name="Connector: Elbow 157">
            <a:extLst>
              <a:ext uri="{FF2B5EF4-FFF2-40B4-BE49-F238E27FC236}">
                <a16:creationId xmlns:a16="http://schemas.microsoft.com/office/drawing/2014/main" id="{61F3FB01-8D95-04AE-96A4-F0F19FA46E5C}"/>
              </a:ext>
            </a:extLst>
          </p:cNvPr>
          <p:cNvCxnSpPr>
            <a:cxnSpLocks/>
            <a:stCxn id="151" idx="3"/>
            <a:endCxn id="156" idx="3"/>
          </p:cNvCxnSpPr>
          <p:nvPr/>
        </p:nvCxnSpPr>
        <p:spPr>
          <a:xfrm flipV="1">
            <a:off x="8053516" y="4509112"/>
            <a:ext cx="3299052" cy="1772380"/>
          </a:xfrm>
          <a:prstGeom prst="bentConnector3">
            <a:avLst>
              <a:gd name="adj1" fmla="val 106929"/>
            </a:avLst>
          </a:prstGeom>
          <a:ln>
            <a:tailEnd type="triangle"/>
          </a:ln>
        </p:spPr>
        <p:style>
          <a:lnRef idx="2">
            <a:schemeClr val="dk1"/>
          </a:lnRef>
          <a:fillRef idx="0">
            <a:schemeClr val="dk1"/>
          </a:fillRef>
          <a:effectRef idx="1">
            <a:schemeClr val="dk1"/>
          </a:effectRef>
          <a:fontRef idx="minor">
            <a:schemeClr val="tx1"/>
          </a:fontRef>
        </p:style>
      </p:cxnSp>
      <p:grpSp>
        <p:nvGrpSpPr>
          <p:cNvPr id="228" name="Group 227">
            <a:extLst>
              <a:ext uri="{FF2B5EF4-FFF2-40B4-BE49-F238E27FC236}">
                <a16:creationId xmlns:a16="http://schemas.microsoft.com/office/drawing/2014/main" id="{2061B33A-3F1C-0F14-99D5-A6D2614C1930}"/>
              </a:ext>
            </a:extLst>
          </p:cNvPr>
          <p:cNvGrpSpPr/>
          <p:nvPr/>
        </p:nvGrpSpPr>
        <p:grpSpPr>
          <a:xfrm>
            <a:off x="6384032" y="5661248"/>
            <a:ext cx="1728192" cy="792088"/>
            <a:chOff x="6946780" y="5641999"/>
            <a:chExt cx="1728192" cy="792088"/>
          </a:xfrm>
        </p:grpSpPr>
        <p:sp>
          <p:nvSpPr>
            <p:cNvPr id="100" name="Rectangle: Rounded Corners 99">
              <a:extLst>
                <a:ext uri="{FF2B5EF4-FFF2-40B4-BE49-F238E27FC236}">
                  <a16:creationId xmlns:a16="http://schemas.microsoft.com/office/drawing/2014/main" id="{70D41EF7-AED4-55FE-5265-72E607117232}"/>
                </a:ext>
              </a:extLst>
            </p:cNvPr>
            <p:cNvSpPr/>
            <p:nvPr/>
          </p:nvSpPr>
          <p:spPr>
            <a:xfrm>
              <a:off x="6946780" y="5641999"/>
              <a:ext cx="1728192" cy="792088"/>
            </a:xfrm>
            <a:prstGeom prst="roundRect">
              <a:avLst/>
            </a:prstGeom>
            <a:solidFill>
              <a:schemeClr val="bg2"/>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Picture 25" descr="A blue logo on a black background&#10;&#10;AI-generated content may be incorrect.">
              <a:extLst>
                <a:ext uri="{FF2B5EF4-FFF2-40B4-BE49-F238E27FC236}">
                  <a16:creationId xmlns:a16="http://schemas.microsoft.com/office/drawing/2014/main" id="{6FEBA183-B496-FFC6-652C-C001EDEEA00B}"/>
                </a:ext>
              </a:extLst>
            </p:cNvPr>
            <p:cNvPicPr>
              <a:picLocks noChangeAspect="1"/>
            </p:cNvPicPr>
            <p:nvPr/>
          </p:nvPicPr>
          <p:blipFill>
            <a:blip r:embed="rId7"/>
            <a:stretch>
              <a:fillRect/>
            </a:stretch>
          </p:blipFill>
          <p:spPr>
            <a:xfrm>
              <a:off x="7389651" y="5675510"/>
              <a:ext cx="725066" cy="725066"/>
            </a:xfrm>
            <a:prstGeom prst="rect">
              <a:avLst/>
            </a:prstGeom>
          </p:spPr>
        </p:pic>
        <p:sp>
          <p:nvSpPr>
            <p:cNvPr id="150" name="Rectangle 149">
              <a:extLst>
                <a:ext uri="{FF2B5EF4-FFF2-40B4-BE49-F238E27FC236}">
                  <a16:creationId xmlns:a16="http://schemas.microsoft.com/office/drawing/2014/main" id="{6E1E5707-7067-4902-EF34-A35CBFF8C95F}"/>
                </a:ext>
              </a:extLst>
            </p:cNvPr>
            <p:cNvSpPr/>
            <p:nvPr/>
          </p:nvSpPr>
          <p:spPr>
            <a:xfrm>
              <a:off x="8472264" y="5758195"/>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1" name="Rectangle 150">
              <a:extLst>
                <a:ext uri="{FF2B5EF4-FFF2-40B4-BE49-F238E27FC236}">
                  <a16:creationId xmlns:a16="http://schemas.microsoft.com/office/drawing/2014/main" id="{D5984259-A11A-90C6-E5CA-54DB66F4CBBD}"/>
                </a:ext>
              </a:extLst>
            </p:cNvPr>
            <p:cNvSpPr/>
            <p:nvPr/>
          </p:nvSpPr>
          <p:spPr>
            <a:xfrm>
              <a:off x="8472264" y="6190243"/>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0" name="Rectangle 159">
              <a:extLst>
                <a:ext uri="{FF2B5EF4-FFF2-40B4-BE49-F238E27FC236}">
                  <a16:creationId xmlns:a16="http://schemas.microsoft.com/office/drawing/2014/main" id="{EA415BD7-B858-AD45-14EB-A178A58CC211}"/>
                </a:ext>
              </a:extLst>
            </p:cNvPr>
            <p:cNvSpPr/>
            <p:nvPr/>
          </p:nvSpPr>
          <p:spPr>
            <a:xfrm>
              <a:off x="7176120" y="5661248"/>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62" name="Connector: Elbow 161">
            <a:extLst>
              <a:ext uri="{FF2B5EF4-FFF2-40B4-BE49-F238E27FC236}">
                <a16:creationId xmlns:a16="http://schemas.microsoft.com/office/drawing/2014/main" id="{21D29279-AAD6-35BB-C19F-3D2259909258}"/>
              </a:ext>
            </a:extLst>
          </p:cNvPr>
          <p:cNvCxnSpPr>
            <a:cxnSpLocks/>
            <a:stCxn id="159" idx="2"/>
            <a:endCxn id="160" idx="0"/>
          </p:cNvCxnSpPr>
          <p:nvPr/>
        </p:nvCxnSpPr>
        <p:spPr>
          <a:xfrm rot="16200000" flipH="1">
            <a:off x="5156914" y="4152038"/>
            <a:ext cx="1963481" cy="1093436"/>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
        <p:nvSpPr>
          <p:cNvPr id="163" name="Cylinder 162">
            <a:extLst>
              <a:ext uri="{FF2B5EF4-FFF2-40B4-BE49-F238E27FC236}">
                <a16:creationId xmlns:a16="http://schemas.microsoft.com/office/drawing/2014/main" id="{E84431DA-577C-F7DE-820B-23EE36A0D1D2}"/>
              </a:ext>
            </a:extLst>
          </p:cNvPr>
          <p:cNvSpPr/>
          <p:nvPr/>
        </p:nvSpPr>
        <p:spPr>
          <a:xfrm>
            <a:off x="2783632" y="4365104"/>
            <a:ext cx="1008112" cy="936104"/>
          </a:xfrm>
          <a:prstGeom prst="can">
            <a:avLst/>
          </a:prstGeom>
          <a:solidFill>
            <a:schemeClr val="bg1">
              <a:lumMod val="50000"/>
              <a:lumOff val="50000"/>
              <a:alpha val="68000"/>
            </a:schemeClr>
          </a:solidFill>
          <a:ln>
            <a:solidFill>
              <a:schemeClr val="dk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t>Oracle</a:t>
            </a:r>
          </a:p>
        </p:txBody>
      </p:sp>
      <p:cxnSp>
        <p:nvCxnSpPr>
          <p:cNvPr id="166" name="Connector: Elbow 165">
            <a:extLst>
              <a:ext uri="{FF2B5EF4-FFF2-40B4-BE49-F238E27FC236}">
                <a16:creationId xmlns:a16="http://schemas.microsoft.com/office/drawing/2014/main" id="{B782EC6C-BA48-7406-5F6E-7EF358E4895E}"/>
              </a:ext>
            </a:extLst>
          </p:cNvPr>
          <p:cNvCxnSpPr>
            <a:cxnSpLocks/>
            <a:stCxn id="164" idx="2"/>
            <a:endCxn id="163" idx="1"/>
          </p:cNvCxnSpPr>
          <p:nvPr/>
        </p:nvCxnSpPr>
        <p:spPr>
          <a:xfrm rot="5400000">
            <a:off x="3393137" y="3678473"/>
            <a:ext cx="581182" cy="792080"/>
          </a:xfrm>
          <a:prstGeom prst="bentConnector3">
            <a:avLst/>
          </a:prstGeom>
          <a:ln>
            <a:headEnd type="triangle"/>
            <a:tailEnd type="triangle"/>
          </a:ln>
        </p:spPr>
        <p:style>
          <a:lnRef idx="2">
            <a:schemeClr val="dk1"/>
          </a:lnRef>
          <a:fillRef idx="0">
            <a:schemeClr val="dk1"/>
          </a:fillRef>
          <a:effectRef idx="1">
            <a:schemeClr val="dk1"/>
          </a:effectRef>
          <a:fontRef idx="minor">
            <a:schemeClr val="tx1"/>
          </a:fontRef>
        </p:style>
      </p:cxnSp>
      <p:grpSp>
        <p:nvGrpSpPr>
          <p:cNvPr id="179" name="Group 178">
            <a:extLst>
              <a:ext uri="{FF2B5EF4-FFF2-40B4-BE49-F238E27FC236}">
                <a16:creationId xmlns:a16="http://schemas.microsoft.com/office/drawing/2014/main" id="{F1DA6B62-F2EB-C05D-FE40-1D4C57B9253A}"/>
              </a:ext>
            </a:extLst>
          </p:cNvPr>
          <p:cNvGrpSpPr/>
          <p:nvPr/>
        </p:nvGrpSpPr>
        <p:grpSpPr>
          <a:xfrm>
            <a:off x="2279576" y="5661248"/>
            <a:ext cx="1224136" cy="576064"/>
            <a:chOff x="4223792" y="5445224"/>
            <a:chExt cx="1224136" cy="576064"/>
          </a:xfrm>
        </p:grpSpPr>
        <p:sp>
          <p:nvSpPr>
            <p:cNvPr id="172" name="Rectangle: Rounded Corners 171">
              <a:extLst>
                <a:ext uri="{FF2B5EF4-FFF2-40B4-BE49-F238E27FC236}">
                  <a16:creationId xmlns:a16="http://schemas.microsoft.com/office/drawing/2014/main" id="{DFC4D030-8639-78AA-C2AB-2EBA754F4DC4}"/>
                </a:ext>
              </a:extLst>
            </p:cNvPr>
            <p:cNvSpPr/>
            <p:nvPr/>
          </p:nvSpPr>
          <p:spPr>
            <a:xfrm>
              <a:off x="4223792" y="5445224"/>
              <a:ext cx="1224136" cy="576064"/>
            </a:xfrm>
            <a:prstGeom prst="roundRect">
              <a:avLst/>
            </a:prstGeom>
            <a:solidFill>
              <a:schemeClr val="bg2"/>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1" name="Picture 170" descr="A blue and black text&#10;&#10;AI-generated content may be incorrect.">
              <a:extLst>
                <a:ext uri="{FF2B5EF4-FFF2-40B4-BE49-F238E27FC236}">
                  <a16:creationId xmlns:a16="http://schemas.microsoft.com/office/drawing/2014/main" id="{8ACD6B2E-482E-1F12-DE2D-A922BCAF7CA5}"/>
                </a:ext>
              </a:extLst>
            </p:cNvPr>
            <p:cNvPicPr>
              <a:picLocks noChangeAspect="1"/>
            </p:cNvPicPr>
            <p:nvPr/>
          </p:nvPicPr>
          <p:blipFill>
            <a:blip r:embed="rId8"/>
            <a:stretch>
              <a:fillRect/>
            </a:stretch>
          </p:blipFill>
          <p:spPr>
            <a:xfrm>
              <a:off x="4445986" y="5640052"/>
              <a:ext cx="779748" cy="186408"/>
            </a:xfrm>
            <a:prstGeom prst="rect">
              <a:avLst/>
            </a:prstGeom>
          </p:spPr>
        </p:pic>
      </p:grpSp>
      <p:grpSp>
        <p:nvGrpSpPr>
          <p:cNvPr id="225" name="Group 224">
            <a:extLst>
              <a:ext uri="{FF2B5EF4-FFF2-40B4-BE49-F238E27FC236}">
                <a16:creationId xmlns:a16="http://schemas.microsoft.com/office/drawing/2014/main" id="{FDDE369D-685E-2AFD-B57A-075178BCB6E8}"/>
              </a:ext>
            </a:extLst>
          </p:cNvPr>
          <p:cNvGrpSpPr/>
          <p:nvPr/>
        </p:nvGrpSpPr>
        <p:grpSpPr>
          <a:xfrm>
            <a:off x="4799856" y="5877272"/>
            <a:ext cx="1224136" cy="576064"/>
            <a:chOff x="4655840" y="6174928"/>
            <a:chExt cx="1224136" cy="576064"/>
          </a:xfrm>
        </p:grpSpPr>
        <p:sp>
          <p:nvSpPr>
            <p:cNvPr id="177" name="Rectangle: Rounded Corners 176">
              <a:extLst>
                <a:ext uri="{FF2B5EF4-FFF2-40B4-BE49-F238E27FC236}">
                  <a16:creationId xmlns:a16="http://schemas.microsoft.com/office/drawing/2014/main" id="{1E2238ED-17DA-B537-A676-5313A60B57C5}"/>
                </a:ext>
              </a:extLst>
            </p:cNvPr>
            <p:cNvSpPr/>
            <p:nvPr/>
          </p:nvSpPr>
          <p:spPr>
            <a:xfrm>
              <a:off x="4655840" y="6174928"/>
              <a:ext cx="1224136" cy="576064"/>
            </a:xfrm>
            <a:prstGeom prst="roundRect">
              <a:avLst/>
            </a:prstGeom>
            <a:solidFill>
              <a:schemeClr val="bg2"/>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76" name="Picture 175" descr="A logo with colorful crosses&#10;&#10;AI-generated content may be incorrect.">
              <a:extLst>
                <a:ext uri="{FF2B5EF4-FFF2-40B4-BE49-F238E27FC236}">
                  <a16:creationId xmlns:a16="http://schemas.microsoft.com/office/drawing/2014/main" id="{7E3D9861-A71F-D794-A91C-FFD83471E21A}"/>
                </a:ext>
              </a:extLst>
            </p:cNvPr>
            <p:cNvPicPr>
              <a:picLocks noChangeAspect="1"/>
            </p:cNvPicPr>
            <p:nvPr/>
          </p:nvPicPr>
          <p:blipFill>
            <a:blip r:embed="rId9"/>
            <a:stretch>
              <a:fillRect/>
            </a:stretch>
          </p:blipFill>
          <p:spPr>
            <a:xfrm>
              <a:off x="4984155" y="6179207"/>
              <a:ext cx="567506" cy="567506"/>
            </a:xfrm>
            <a:prstGeom prst="rect">
              <a:avLst/>
            </a:prstGeom>
          </p:spPr>
        </p:pic>
      </p:grpSp>
      <p:cxnSp>
        <p:nvCxnSpPr>
          <p:cNvPr id="181" name="Connector: Elbow 180">
            <a:extLst>
              <a:ext uri="{FF2B5EF4-FFF2-40B4-BE49-F238E27FC236}">
                <a16:creationId xmlns:a16="http://schemas.microsoft.com/office/drawing/2014/main" id="{93D7BB39-4908-A313-C13E-08D656EEA8D1}"/>
              </a:ext>
            </a:extLst>
          </p:cNvPr>
          <p:cNvCxnSpPr>
            <a:cxnSpLocks/>
            <a:stCxn id="163" idx="3"/>
            <a:endCxn id="172" idx="0"/>
          </p:cNvCxnSpPr>
          <p:nvPr/>
        </p:nvCxnSpPr>
        <p:spPr>
          <a:xfrm rot="5400000">
            <a:off x="2909646" y="5283206"/>
            <a:ext cx="360040" cy="396044"/>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183" name="Connector: Elbow 182">
            <a:extLst>
              <a:ext uri="{FF2B5EF4-FFF2-40B4-BE49-F238E27FC236}">
                <a16:creationId xmlns:a16="http://schemas.microsoft.com/office/drawing/2014/main" id="{DEE84256-276B-89F5-16E2-AD75FA6A8DC4}"/>
              </a:ext>
            </a:extLst>
          </p:cNvPr>
          <p:cNvCxnSpPr>
            <a:cxnSpLocks/>
            <a:stCxn id="172" idx="3"/>
            <a:endCxn id="177" idx="1"/>
          </p:cNvCxnSpPr>
          <p:nvPr/>
        </p:nvCxnSpPr>
        <p:spPr>
          <a:xfrm>
            <a:off x="3503712" y="5949280"/>
            <a:ext cx="1296144" cy="216024"/>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189" name="Cylinder 188">
            <a:extLst>
              <a:ext uri="{FF2B5EF4-FFF2-40B4-BE49-F238E27FC236}">
                <a16:creationId xmlns:a16="http://schemas.microsoft.com/office/drawing/2014/main" id="{3F975526-FAB9-AEC7-14AB-DC427739082D}"/>
              </a:ext>
            </a:extLst>
          </p:cNvPr>
          <p:cNvSpPr/>
          <p:nvPr/>
        </p:nvSpPr>
        <p:spPr>
          <a:xfrm>
            <a:off x="623392" y="4293096"/>
            <a:ext cx="720080" cy="576064"/>
          </a:xfrm>
          <a:prstGeom prst="can">
            <a:avLst/>
          </a:prstGeom>
          <a:solidFill>
            <a:schemeClr val="tx2">
              <a:lumMod val="20000"/>
              <a:lumOff val="80000"/>
              <a:alpha val="68000"/>
            </a:schemeClr>
          </a:solidFill>
          <a:ln>
            <a:solidFill>
              <a:schemeClr val="bg1">
                <a:lumMod val="50000"/>
                <a:lumOff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t>Events</a:t>
            </a:r>
          </a:p>
        </p:txBody>
      </p:sp>
      <p:cxnSp>
        <p:nvCxnSpPr>
          <p:cNvPr id="191" name="Connector: Elbow 190">
            <a:extLst>
              <a:ext uri="{FF2B5EF4-FFF2-40B4-BE49-F238E27FC236}">
                <a16:creationId xmlns:a16="http://schemas.microsoft.com/office/drawing/2014/main" id="{E5730D4F-F94F-5F82-997C-60F73BB60297}"/>
              </a:ext>
            </a:extLst>
          </p:cNvPr>
          <p:cNvCxnSpPr>
            <a:cxnSpLocks/>
            <a:stCxn id="189" idx="4"/>
            <a:endCxn id="163" idx="2"/>
          </p:cNvCxnSpPr>
          <p:nvPr/>
        </p:nvCxnSpPr>
        <p:spPr>
          <a:xfrm>
            <a:off x="1343472" y="4581128"/>
            <a:ext cx="1440160" cy="252028"/>
          </a:xfrm>
          <a:prstGeom prst="bentConnector3">
            <a:avLst/>
          </a:prstGeom>
          <a:ln>
            <a:tailEnd type="triangle"/>
          </a:ln>
        </p:spPr>
        <p:style>
          <a:lnRef idx="2">
            <a:schemeClr val="dk1"/>
          </a:lnRef>
          <a:fillRef idx="0">
            <a:schemeClr val="dk1"/>
          </a:fillRef>
          <a:effectRef idx="1">
            <a:schemeClr val="dk1"/>
          </a:effectRef>
          <a:fontRef idx="minor">
            <a:schemeClr val="tx1"/>
          </a:fontRef>
        </p:style>
      </p:cxnSp>
      <p:grpSp>
        <p:nvGrpSpPr>
          <p:cNvPr id="216" name="Group 215">
            <a:extLst>
              <a:ext uri="{FF2B5EF4-FFF2-40B4-BE49-F238E27FC236}">
                <a16:creationId xmlns:a16="http://schemas.microsoft.com/office/drawing/2014/main" id="{513CD87B-DB7C-8FD2-A39E-7F24A9E65874}"/>
              </a:ext>
            </a:extLst>
          </p:cNvPr>
          <p:cNvGrpSpPr/>
          <p:nvPr/>
        </p:nvGrpSpPr>
        <p:grpSpPr>
          <a:xfrm>
            <a:off x="1991544" y="1844824"/>
            <a:ext cx="1224136" cy="576064"/>
            <a:chOff x="1991544" y="1772816"/>
            <a:chExt cx="1224136" cy="576064"/>
          </a:xfrm>
        </p:grpSpPr>
        <p:sp>
          <p:nvSpPr>
            <p:cNvPr id="198" name="Rectangle: Rounded Corners 197">
              <a:extLst>
                <a:ext uri="{FF2B5EF4-FFF2-40B4-BE49-F238E27FC236}">
                  <a16:creationId xmlns:a16="http://schemas.microsoft.com/office/drawing/2014/main" id="{25909F2C-7EB7-3A76-0AD6-1F551C8F5E22}"/>
                </a:ext>
              </a:extLst>
            </p:cNvPr>
            <p:cNvSpPr/>
            <p:nvPr/>
          </p:nvSpPr>
          <p:spPr>
            <a:xfrm>
              <a:off x="1991544" y="1772816"/>
              <a:ext cx="1224136" cy="576064"/>
            </a:xfrm>
            <a:prstGeom prst="roundRect">
              <a:avLst/>
            </a:prstGeom>
            <a:solidFill>
              <a:schemeClr val="bg2"/>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4" name="Picture 193" descr="A black background with white text&#10;&#10;AI-generated content may be incorrect.">
              <a:extLst>
                <a:ext uri="{FF2B5EF4-FFF2-40B4-BE49-F238E27FC236}">
                  <a16:creationId xmlns:a16="http://schemas.microsoft.com/office/drawing/2014/main" id="{99232244-4E42-091A-CD94-AF7C8591570A}"/>
                </a:ext>
              </a:extLst>
            </p:cNvPr>
            <p:cNvPicPr>
              <a:picLocks noChangeAspect="1"/>
            </p:cNvPicPr>
            <p:nvPr/>
          </p:nvPicPr>
          <p:blipFill>
            <a:blip r:embed="rId10"/>
            <a:stretch>
              <a:fillRect/>
            </a:stretch>
          </p:blipFill>
          <p:spPr>
            <a:xfrm>
              <a:off x="2091160" y="1818535"/>
              <a:ext cx="1024905" cy="484627"/>
            </a:xfrm>
            <a:prstGeom prst="rect">
              <a:avLst/>
            </a:prstGeom>
          </p:spPr>
        </p:pic>
      </p:grpSp>
      <p:grpSp>
        <p:nvGrpSpPr>
          <p:cNvPr id="213" name="Group 212">
            <a:extLst>
              <a:ext uri="{FF2B5EF4-FFF2-40B4-BE49-F238E27FC236}">
                <a16:creationId xmlns:a16="http://schemas.microsoft.com/office/drawing/2014/main" id="{E526E94A-0A47-41C3-AD3B-B54D02D0BB01}"/>
              </a:ext>
            </a:extLst>
          </p:cNvPr>
          <p:cNvGrpSpPr/>
          <p:nvPr/>
        </p:nvGrpSpPr>
        <p:grpSpPr>
          <a:xfrm>
            <a:off x="479376" y="1124744"/>
            <a:ext cx="1224136" cy="936104"/>
            <a:chOff x="1559496" y="1524496"/>
            <a:chExt cx="1224136" cy="936104"/>
          </a:xfrm>
        </p:grpSpPr>
        <p:sp>
          <p:nvSpPr>
            <p:cNvPr id="200" name="Rectangle: Rounded Corners 199">
              <a:extLst>
                <a:ext uri="{FF2B5EF4-FFF2-40B4-BE49-F238E27FC236}">
                  <a16:creationId xmlns:a16="http://schemas.microsoft.com/office/drawing/2014/main" id="{09DFC183-2449-9B57-A4ED-935212736E26}"/>
                </a:ext>
              </a:extLst>
            </p:cNvPr>
            <p:cNvSpPr/>
            <p:nvPr/>
          </p:nvSpPr>
          <p:spPr>
            <a:xfrm>
              <a:off x="1559496" y="1524496"/>
              <a:ext cx="1224136" cy="936104"/>
            </a:xfrm>
            <a:prstGeom prst="roundRect">
              <a:avLst/>
            </a:prstGeom>
            <a:solidFill>
              <a:schemeClr val="bg2"/>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6" name="Picture 195" descr="A blue diamond with green and grey objects&#10;&#10;AI-generated content may be incorrect.">
              <a:extLst>
                <a:ext uri="{FF2B5EF4-FFF2-40B4-BE49-F238E27FC236}">
                  <a16:creationId xmlns:a16="http://schemas.microsoft.com/office/drawing/2014/main" id="{BE071F41-15A1-41D4-5F75-52794C65C3B5}"/>
                </a:ext>
              </a:extLst>
            </p:cNvPr>
            <p:cNvPicPr>
              <a:picLocks noChangeAspect="1"/>
            </p:cNvPicPr>
            <p:nvPr/>
          </p:nvPicPr>
          <p:blipFill>
            <a:blip r:embed="rId11"/>
            <a:stretch>
              <a:fillRect/>
            </a:stretch>
          </p:blipFill>
          <p:spPr>
            <a:xfrm>
              <a:off x="1664184" y="1567917"/>
              <a:ext cx="1014760" cy="849263"/>
            </a:xfrm>
            <a:prstGeom prst="rect">
              <a:avLst/>
            </a:prstGeom>
          </p:spPr>
        </p:pic>
      </p:grpSp>
      <p:cxnSp>
        <p:nvCxnSpPr>
          <p:cNvPr id="203" name="Connector: Elbow 202">
            <a:extLst>
              <a:ext uri="{FF2B5EF4-FFF2-40B4-BE49-F238E27FC236}">
                <a16:creationId xmlns:a16="http://schemas.microsoft.com/office/drawing/2014/main" id="{71F93C07-D5CA-6A9F-F391-F265D1A378FC}"/>
              </a:ext>
            </a:extLst>
          </p:cNvPr>
          <p:cNvCxnSpPr>
            <a:stCxn id="201" idx="0"/>
            <a:endCxn id="198" idx="3"/>
          </p:cNvCxnSpPr>
          <p:nvPr/>
        </p:nvCxnSpPr>
        <p:spPr>
          <a:xfrm rot="16200000" flipV="1">
            <a:off x="3395696" y="1952840"/>
            <a:ext cx="360040" cy="720072"/>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05" name="Connector: Elbow 204">
            <a:extLst>
              <a:ext uri="{FF2B5EF4-FFF2-40B4-BE49-F238E27FC236}">
                <a16:creationId xmlns:a16="http://schemas.microsoft.com/office/drawing/2014/main" id="{A7D51C8B-B604-560C-948F-2CA352D1D616}"/>
              </a:ext>
            </a:extLst>
          </p:cNvPr>
          <p:cNvCxnSpPr>
            <a:cxnSpLocks/>
            <a:stCxn id="198" idx="0"/>
            <a:endCxn id="200" idx="3"/>
          </p:cNvCxnSpPr>
          <p:nvPr/>
        </p:nvCxnSpPr>
        <p:spPr>
          <a:xfrm rot="16200000" flipV="1">
            <a:off x="2027548" y="1268760"/>
            <a:ext cx="252028" cy="900100"/>
          </a:xfrm>
          <a:prstGeom prst="bentConnector2">
            <a:avLst/>
          </a:prstGeom>
          <a:ln>
            <a:tailEnd type="triangle"/>
          </a:ln>
        </p:spPr>
        <p:style>
          <a:lnRef idx="2">
            <a:schemeClr val="dk1"/>
          </a:lnRef>
          <a:fillRef idx="0">
            <a:schemeClr val="dk1"/>
          </a:fillRef>
          <a:effectRef idx="1">
            <a:schemeClr val="dk1"/>
          </a:effectRef>
          <a:fontRef idx="minor">
            <a:schemeClr val="tx1"/>
          </a:fontRef>
        </p:style>
      </p:cxnSp>
      <p:grpSp>
        <p:nvGrpSpPr>
          <p:cNvPr id="212" name="Group 211">
            <a:extLst>
              <a:ext uri="{FF2B5EF4-FFF2-40B4-BE49-F238E27FC236}">
                <a16:creationId xmlns:a16="http://schemas.microsoft.com/office/drawing/2014/main" id="{58EFB9F9-1C8F-1A1D-EB3E-70B20BC90601}"/>
              </a:ext>
            </a:extLst>
          </p:cNvPr>
          <p:cNvGrpSpPr/>
          <p:nvPr/>
        </p:nvGrpSpPr>
        <p:grpSpPr>
          <a:xfrm>
            <a:off x="3647728" y="2420888"/>
            <a:ext cx="2520280" cy="1368152"/>
            <a:chOff x="4439816" y="2780928"/>
            <a:chExt cx="2520280" cy="1368152"/>
          </a:xfrm>
        </p:grpSpPr>
        <p:sp>
          <p:nvSpPr>
            <p:cNvPr id="113" name="Rectangle: Rounded Corners 112">
              <a:extLst>
                <a:ext uri="{FF2B5EF4-FFF2-40B4-BE49-F238E27FC236}">
                  <a16:creationId xmlns:a16="http://schemas.microsoft.com/office/drawing/2014/main" id="{0211C9D1-1D5A-2E36-E1EA-0496EEC6999B}"/>
                </a:ext>
              </a:extLst>
            </p:cNvPr>
            <p:cNvSpPr/>
            <p:nvPr/>
          </p:nvSpPr>
          <p:spPr>
            <a:xfrm>
              <a:off x="4439816" y="2780928"/>
              <a:ext cx="2520280" cy="1368152"/>
            </a:xfrm>
            <a:prstGeom prst="roundRect">
              <a:avLst>
                <a:gd name="adj" fmla="val 6946"/>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0" name="Rectangle 119">
              <a:extLst>
                <a:ext uri="{FF2B5EF4-FFF2-40B4-BE49-F238E27FC236}">
                  <a16:creationId xmlns:a16="http://schemas.microsoft.com/office/drawing/2014/main" id="{4516CF61-0CD9-C047-35CA-A8875356BB16}"/>
                </a:ext>
              </a:extLst>
            </p:cNvPr>
            <p:cNvSpPr/>
            <p:nvPr/>
          </p:nvSpPr>
          <p:spPr>
            <a:xfrm>
              <a:off x="6672064" y="2996952"/>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2" name="Rectangle 121">
              <a:extLst>
                <a:ext uri="{FF2B5EF4-FFF2-40B4-BE49-F238E27FC236}">
                  <a16:creationId xmlns:a16="http://schemas.microsoft.com/office/drawing/2014/main" id="{171C5F30-63A7-3FCB-C602-0F909FC0E4DD}"/>
                </a:ext>
              </a:extLst>
            </p:cNvPr>
            <p:cNvSpPr/>
            <p:nvPr/>
          </p:nvSpPr>
          <p:spPr>
            <a:xfrm>
              <a:off x="6672064" y="3212976"/>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Rectangle 122">
              <a:extLst>
                <a:ext uri="{FF2B5EF4-FFF2-40B4-BE49-F238E27FC236}">
                  <a16:creationId xmlns:a16="http://schemas.microsoft.com/office/drawing/2014/main" id="{B2C74A6E-E621-56D1-083F-15826CCAF144}"/>
                </a:ext>
              </a:extLst>
            </p:cNvPr>
            <p:cNvSpPr/>
            <p:nvPr/>
          </p:nvSpPr>
          <p:spPr>
            <a:xfrm>
              <a:off x="6672064" y="3525010"/>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Rectangle 123">
              <a:extLst>
                <a:ext uri="{FF2B5EF4-FFF2-40B4-BE49-F238E27FC236}">
                  <a16:creationId xmlns:a16="http://schemas.microsoft.com/office/drawing/2014/main" id="{33DF4847-4AAA-D9E1-0AEE-C5D6D8F573C9}"/>
                </a:ext>
              </a:extLst>
            </p:cNvPr>
            <p:cNvSpPr/>
            <p:nvPr/>
          </p:nvSpPr>
          <p:spPr>
            <a:xfrm>
              <a:off x="6672064" y="3789040"/>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9" name="Rectangle 158">
              <a:extLst>
                <a:ext uri="{FF2B5EF4-FFF2-40B4-BE49-F238E27FC236}">
                  <a16:creationId xmlns:a16="http://schemas.microsoft.com/office/drawing/2014/main" id="{A69D2089-1FDA-0DDC-D11B-148C353583F9}"/>
                </a:ext>
              </a:extLst>
            </p:cNvPr>
            <p:cNvSpPr/>
            <p:nvPr/>
          </p:nvSpPr>
          <p:spPr>
            <a:xfrm>
              <a:off x="6312024" y="3933056"/>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4" name="Rectangle 163">
              <a:extLst>
                <a:ext uri="{FF2B5EF4-FFF2-40B4-BE49-F238E27FC236}">
                  <a16:creationId xmlns:a16="http://schemas.microsoft.com/office/drawing/2014/main" id="{B5A40C3F-077E-EE18-0A7A-339B7A4D1AA4}"/>
                </a:ext>
              </a:extLst>
            </p:cNvPr>
            <p:cNvSpPr/>
            <p:nvPr/>
          </p:nvSpPr>
          <p:spPr>
            <a:xfrm>
              <a:off x="4799856" y="3999962"/>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3" name="Group 12">
              <a:extLst>
                <a:ext uri="{FF2B5EF4-FFF2-40B4-BE49-F238E27FC236}">
                  <a16:creationId xmlns:a16="http://schemas.microsoft.com/office/drawing/2014/main" id="{DB9DBF37-ED6C-E39E-3DDF-0537308ACE56}"/>
                </a:ext>
              </a:extLst>
            </p:cNvPr>
            <p:cNvGrpSpPr/>
            <p:nvPr/>
          </p:nvGrpSpPr>
          <p:grpSpPr>
            <a:xfrm>
              <a:off x="4943872" y="2780928"/>
              <a:ext cx="1656184" cy="1150967"/>
              <a:chOff x="623392" y="2672335"/>
              <a:chExt cx="1656184" cy="1150967"/>
            </a:xfrm>
          </p:grpSpPr>
          <p:pic>
            <p:nvPicPr>
              <p:cNvPr id="10" name="Picture 9" descr="A logo of a company&#10;&#10;AI-generated content may be incorrect.">
                <a:extLst>
                  <a:ext uri="{FF2B5EF4-FFF2-40B4-BE49-F238E27FC236}">
                    <a16:creationId xmlns:a16="http://schemas.microsoft.com/office/drawing/2014/main" id="{0734E2ED-08EF-08E5-352F-4353CD818C4D}"/>
                  </a:ext>
                </a:extLst>
              </p:cNvPr>
              <p:cNvPicPr>
                <a:picLocks noChangeAspect="1"/>
              </p:cNvPicPr>
              <p:nvPr/>
            </p:nvPicPr>
            <p:blipFill>
              <a:blip r:embed="rId12"/>
              <a:stretch>
                <a:fillRect/>
              </a:stretch>
            </p:blipFill>
            <p:spPr>
              <a:xfrm>
                <a:off x="983432" y="2672335"/>
                <a:ext cx="864096" cy="676249"/>
              </a:xfrm>
              <a:prstGeom prst="rect">
                <a:avLst/>
              </a:prstGeom>
            </p:spPr>
          </p:pic>
          <p:sp>
            <p:nvSpPr>
              <p:cNvPr id="11" name="TextBox 10">
                <a:extLst>
                  <a:ext uri="{FF2B5EF4-FFF2-40B4-BE49-F238E27FC236}">
                    <a16:creationId xmlns:a16="http://schemas.microsoft.com/office/drawing/2014/main" id="{ACBC2945-BB5A-9021-FEC3-05443C315A50}"/>
                  </a:ext>
                </a:extLst>
              </p:cNvPr>
              <p:cNvSpPr txBox="1"/>
              <p:nvPr/>
            </p:nvSpPr>
            <p:spPr>
              <a:xfrm>
                <a:off x="623392" y="3392415"/>
                <a:ext cx="1656184" cy="430887"/>
              </a:xfrm>
              <a:prstGeom prst="rect">
                <a:avLst/>
              </a:prstGeom>
              <a:noFill/>
            </p:spPr>
            <p:txBody>
              <a:bodyPr wrap="square" rtlCol="0">
                <a:spAutoFit/>
              </a:bodyPr>
              <a:lstStyle/>
              <a:p>
                <a:pPr algn="ctr"/>
                <a:r>
                  <a:rPr lang="en-GB" sz="1100">
                    <a:latin typeface="+mn-lt"/>
                  </a:rPr>
                  <a:t>Campaign Tagging &amp; Tracking Tool</a:t>
                </a:r>
              </a:p>
            </p:txBody>
          </p:sp>
        </p:grpSp>
        <p:sp>
          <p:nvSpPr>
            <p:cNvPr id="201" name="Rectangle 200">
              <a:extLst>
                <a:ext uri="{FF2B5EF4-FFF2-40B4-BE49-F238E27FC236}">
                  <a16:creationId xmlns:a16="http://schemas.microsoft.com/office/drawing/2014/main" id="{0C6565D9-9F94-9C48-81C6-BB8398732320}"/>
                </a:ext>
              </a:extLst>
            </p:cNvPr>
            <p:cNvSpPr/>
            <p:nvPr/>
          </p:nvSpPr>
          <p:spPr>
            <a:xfrm>
              <a:off x="4655840" y="2852936"/>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7" name="Rectangle 206">
              <a:extLst>
                <a:ext uri="{FF2B5EF4-FFF2-40B4-BE49-F238E27FC236}">
                  <a16:creationId xmlns:a16="http://schemas.microsoft.com/office/drawing/2014/main" id="{FAE11C53-23F6-9838-7F98-291FF8015A85}"/>
                </a:ext>
              </a:extLst>
            </p:cNvPr>
            <p:cNvSpPr/>
            <p:nvPr/>
          </p:nvSpPr>
          <p:spPr>
            <a:xfrm>
              <a:off x="4439816" y="3429000"/>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7" name="Rectangle 236">
              <a:extLst>
                <a:ext uri="{FF2B5EF4-FFF2-40B4-BE49-F238E27FC236}">
                  <a16:creationId xmlns:a16="http://schemas.microsoft.com/office/drawing/2014/main" id="{92C9AE75-A655-7D93-A0F8-4982952E1EC8}"/>
                </a:ext>
              </a:extLst>
            </p:cNvPr>
            <p:cNvSpPr/>
            <p:nvPr/>
          </p:nvSpPr>
          <p:spPr>
            <a:xfrm>
              <a:off x="5663952" y="2780928"/>
              <a:ext cx="144000" cy="14400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209" name="Connector: Elbow 208">
            <a:extLst>
              <a:ext uri="{FF2B5EF4-FFF2-40B4-BE49-F238E27FC236}">
                <a16:creationId xmlns:a16="http://schemas.microsoft.com/office/drawing/2014/main" id="{936C8957-F6A8-BC96-B791-338A066B27D8}"/>
              </a:ext>
            </a:extLst>
          </p:cNvPr>
          <p:cNvCxnSpPr>
            <a:cxnSpLocks/>
            <a:stCxn id="200" idx="2"/>
            <a:endCxn id="207" idx="1"/>
          </p:cNvCxnSpPr>
          <p:nvPr/>
        </p:nvCxnSpPr>
        <p:spPr>
          <a:xfrm rot="16200000" flipH="1">
            <a:off x="1829530" y="1322762"/>
            <a:ext cx="1080112" cy="255628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grpSp>
        <p:nvGrpSpPr>
          <p:cNvPr id="234" name="Group 233">
            <a:extLst>
              <a:ext uri="{FF2B5EF4-FFF2-40B4-BE49-F238E27FC236}">
                <a16:creationId xmlns:a16="http://schemas.microsoft.com/office/drawing/2014/main" id="{C16EBD63-CB50-3E2B-4339-ADAE3CDEE581}"/>
              </a:ext>
            </a:extLst>
          </p:cNvPr>
          <p:cNvGrpSpPr/>
          <p:nvPr/>
        </p:nvGrpSpPr>
        <p:grpSpPr>
          <a:xfrm>
            <a:off x="4151784" y="1124744"/>
            <a:ext cx="1872208" cy="1058054"/>
            <a:chOff x="5735960" y="908720"/>
            <a:chExt cx="1872208" cy="1058054"/>
          </a:xfrm>
        </p:grpSpPr>
        <p:pic>
          <p:nvPicPr>
            <p:cNvPr id="232" name="Picture 231" descr="A logo of a company&#10;&#10;AI-generated content may be incorrect.">
              <a:extLst>
                <a:ext uri="{FF2B5EF4-FFF2-40B4-BE49-F238E27FC236}">
                  <a16:creationId xmlns:a16="http://schemas.microsoft.com/office/drawing/2014/main" id="{FF744BC8-B8E6-8911-8C05-304D0AAC7E29}"/>
                </a:ext>
              </a:extLst>
            </p:cNvPr>
            <p:cNvPicPr>
              <a:picLocks noChangeAspect="1"/>
            </p:cNvPicPr>
            <p:nvPr/>
          </p:nvPicPr>
          <p:blipFill>
            <a:blip r:embed="rId12"/>
            <a:stretch>
              <a:fillRect/>
            </a:stretch>
          </p:blipFill>
          <p:spPr>
            <a:xfrm>
              <a:off x="6240016" y="908720"/>
              <a:ext cx="720080" cy="563541"/>
            </a:xfrm>
            <a:prstGeom prst="rect">
              <a:avLst/>
            </a:prstGeom>
          </p:spPr>
        </p:pic>
        <p:sp>
          <p:nvSpPr>
            <p:cNvPr id="233" name="TextBox 232">
              <a:extLst>
                <a:ext uri="{FF2B5EF4-FFF2-40B4-BE49-F238E27FC236}">
                  <a16:creationId xmlns:a16="http://schemas.microsoft.com/office/drawing/2014/main" id="{F842EF2C-AAA2-97FE-8F30-A477E13CC76E}"/>
                </a:ext>
              </a:extLst>
            </p:cNvPr>
            <p:cNvSpPr txBox="1"/>
            <p:nvPr/>
          </p:nvSpPr>
          <p:spPr>
            <a:xfrm>
              <a:off x="5735960" y="1412776"/>
              <a:ext cx="1872208" cy="553998"/>
            </a:xfrm>
            <a:prstGeom prst="rect">
              <a:avLst/>
            </a:prstGeom>
            <a:noFill/>
          </p:spPr>
          <p:txBody>
            <a:bodyPr wrap="square" rtlCol="0">
              <a:spAutoFit/>
            </a:bodyPr>
            <a:lstStyle/>
            <a:p>
              <a:pPr algn="ctr"/>
              <a:r>
                <a:rPr lang="en-GB" sz="1000" b="1" i="0" dirty="0">
                  <a:solidFill>
                    <a:srgbClr val="1B1C1D"/>
                  </a:solidFill>
                  <a:effectLst/>
                  <a:latin typeface="CiscoSansTT Medium" panose="020B0903020201020303" pitchFamily="34" charset="0"/>
                </a:rPr>
                <a:t>Web Experience Management </a:t>
              </a:r>
            </a:p>
            <a:p>
              <a:pPr algn="ctr"/>
              <a:r>
                <a:rPr lang="en-GB" sz="1000" b="1" i="0" dirty="0">
                  <a:solidFill>
                    <a:srgbClr val="1B1C1D"/>
                  </a:solidFill>
                  <a:effectLst/>
                  <a:latin typeface="CiscoSansTT Medium" panose="020B0903020201020303" pitchFamily="34" charset="0"/>
                </a:rPr>
                <a:t>(WEM) Author</a:t>
              </a:r>
              <a:endParaRPr lang="en-GB" sz="1000" dirty="0">
                <a:latin typeface="+mn-lt"/>
              </a:endParaRPr>
            </a:p>
          </p:txBody>
        </p:sp>
      </p:grpSp>
      <p:cxnSp>
        <p:nvCxnSpPr>
          <p:cNvPr id="239" name="Connector: Elbow 238">
            <a:extLst>
              <a:ext uri="{FF2B5EF4-FFF2-40B4-BE49-F238E27FC236}">
                <a16:creationId xmlns:a16="http://schemas.microsoft.com/office/drawing/2014/main" id="{A5E90013-6D3D-6CB7-E5A4-B83062806213}"/>
              </a:ext>
            </a:extLst>
          </p:cNvPr>
          <p:cNvCxnSpPr>
            <a:cxnSpLocks/>
            <a:stCxn id="237" idx="0"/>
            <a:endCxn id="236" idx="2"/>
          </p:cNvCxnSpPr>
          <p:nvPr/>
        </p:nvCxnSpPr>
        <p:spPr>
          <a:xfrm rot="5400000" flipH="1" flipV="1">
            <a:off x="4853858" y="2222862"/>
            <a:ext cx="288032" cy="108020"/>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4696793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3726-6762-F3A0-4DF0-5486A66CFDC0}"/>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3D707B38-EAFC-1B35-F24E-3B4CE789298A}"/>
              </a:ext>
            </a:extLst>
          </p:cNvPr>
          <p:cNvSpPr/>
          <p:nvPr/>
        </p:nvSpPr>
        <p:spPr>
          <a:xfrm rot="16200000" flipV="1">
            <a:off x="5467355" y="54792"/>
            <a:ext cx="1188721" cy="11928648"/>
          </a:xfrm>
          <a:prstGeom prst="ellipse">
            <a:avLst/>
          </a:prstGeom>
          <a:gradFill flip="none" rotWithShape="1">
            <a:gsLst>
              <a:gs pos="67000">
                <a:schemeClr val="tx1">
                  <a:lumMod val="50000"/>
                </a:schemeClr>
              </a:gs>
              <a:gs pos="100000">
                <a:schemeClr val="tx1">
                  <a:lumMod val="50000"/>
                </a:schemeClr>
              </a:gs>
            </a:gsLst>
            <a:path path="circle">
              <a:fillToRect l="50000" t="50000" r="50000" b="50000"/>
            </a:path>
            <a:tileRect/>
          </a:gradFill>
          <a:ln>
            <a:noFill/>
          </a:ln>
          <a:effectLst>
            <a:softEdge rad="393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0" name="Freeform: Shape 49">
            <a:extLst>
              <a:ext uri="{FF2B5EF4-FFF2-40B4-BE49-F238E27FC236}">
                <a16:creationId xmlns:a16="http://schemas.microsoft.com/office/drawing/2014/main" id="{CDFEF72F-B7E1-72C8-430D-079D331A5123}"/>
              </a:ext>
            </a:extLst>
          </p:cNvPr>
          <p:cNvSpPr/>
          <p:nvPr/>
        </p:nvSpPr>
        <p:spPr>
          <a:xfrm flipV="1">
            <a:off x="8130540" y="5219146"/>
            <a:ext cx="3283004" cy="695325"/>
          </a:xfrm>
          <a:custGeom>
            <a:avLst/>
            <a:gdLst>
              <a:gd name="connsiteX0" fmla="*/ 0 w 3283004"/>
              <a:gd name="connsiteY0" fmla="*/ 695325 h 695325"/>
              <a:gd name="connsiteX1" fmla="*/ 539804 w 3283004"/>
              <a:gd name="connsiteY1" fmla="*/ 695325 h 695325"/>
              <a:gd name="connsiteX2" fmla="*/ 1645920 w 3283004"/>
              <a:gd name="connsiteY2" fmla="*/ 695325 h 695325"/>
              <a:gd name="connsiteX3" fmla="*/ 3283004 w 3283004"/>
              <a:gd name="connsiteY3" fmla="*/ 695325 h 695325"/>
              <a:gd name="connsiteX4" fmla="*/ 2659596 w 3283004"/>
              <a:gd name="connsiteY4" fmla="*/ 0 h 695325"/>
              <a:gd name="connsiteX5" fmla="*/ 1163212 w 3283004"/>
              <a:gd name="connsiteY5" fmla="*/ 0 h 695325"/>
              <a:gd name="connsiteX6" fmla="*/ 1162870 w 3283004"/>
              <a:gd name="connsiteY6" fmla="*/ 381 h 695325"/>
              <a:gd name="connsiteX7" fmla="*/ 0 w 3283004"/>
              <a:gd name="connsiteY7" fmla="*/ 381 h 69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3004" h="695325">
                <a:moveTo>
                  <a:pt x="0" y="695325"/>
                </a:moveTo>
                <a:lnTo>
                  <a:pt x="539804" y="695325"/>
                </a:lnTo>
                <a:lnTo>
                  <a:pt x="1645920" y="695325"/>
                </a:lnTo>
                <a:lnTo>
                  <a:pt x="3283004" y="695325"/>
                </a:lnTo>
                <a:lnTo>
                  <a:pt x="2659596" y="0"/>
                </a:lnTo>
                <a:lnTo>
                  <a:pt x="1163212" y="0"/>
                </a:lnTo>
                <a:lnTo>
                  <a:pt x="1162870" y="381"/>
                </a:lnTo>
                <a:lnTo>
                  <a:pt x="0" y="381"/>
                </a:lnTo>
                <a:close/>
              </a:path>
            </a:pathLst>
          </a:custGeom>
          <a:solidFill>
            <a:srgbClr val="17448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48" name="Freeform: Shape 47">
            <a:extLst>
              <a:ext uri="{FF2B5EF4-FFF2-40B4-BE49-F238E27FC236}">
                <a16:creationId xmlns:a16="http://schemas.microsoft.com/office/drawing/2014/main" id="{F9E4BC8A-179D-EE09-57D4-833595B37DE8}"/>
              </a:ext>
            </a:extLst>
          </p:cNvPr>
          <p:cNvSpPr/>
          <p:nvPr/>
        </p:nvSpPr>
        <p:spPr>
          <a:xfrm flipV="1">
            <a:off x="767408" y="5219146"/>
            <a:ext cx="3583612" cy="695325"/>
          </a:xfrm>
          <a:custGeom>
            <a:avLst/>
            <a:gdLst>
              <a:gd name="connsiteX0" fmla="*/ 0 w 3583612"/>
              <a:gd name="connsiteY0" fmla="*/ 695325 h 695325"/>
              <a:gd name="connsiteX1" fmla="*/ 1937692 w 3583612"/>
              <a:gd name="connsiteY1" fmla="*/ 695325 h 695325"/>
              <a:gd name="connsiteX2" fmla="*/ 2743200 w 3583612"/>
              <a:gd name="connsiteY2" fmla="*/ 695325 h 695325"/>
              <a:gd name="connsiteX3" fmla="*/ 3583612 w 3583612"/>
              <a:gd name="connsiteY3" fmla="*/ 695325 h 695325"/>
              <a:gd name="connsiteX4" fmla="*/ 3583612 w 3583612"/>
              <a:gd name="connsiteY4" fmla="*/ 381 h 695325"/>
              <a:gd name="connsiteX5" fmla="*/ 2120134 w 3583612"/>
              <a:gd name="connsiteY5" fmla="*/ 381 h 695325"/>
              <a:gd name="connsiteX6" fmla="*/ 2119792 w 3583612"/>
              <a:gd name="connsiteY6" fmla="*/ 0 h 695325"/>
              <a:gd name="connsiteX7" fmla="*/ 623408 w 3583612"/>
              <a:gd name="connsiteY7" fmla="*/ 0 h 69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3612" h="695325">
                <a:moveTo>
                  <a:pt x="0" y="695325"/>
                </a:moveTo>
                <a:lnTo>
                  <a:pt x="1937692" y="695325"/>
                </a:lnTo>
                <a:lnTo>
                  <a:pt x="2743200" y="695325"/>
                </a:lnTo>
                <a:lnTo>
                  <a:pt x="3583612" y="695325"/>
                </a:lnTo>
                <a:lnTo>
                  <a:pt x="3583612" y="381"/>
                </a:lnTo>
                <a:lnTo>
                  <a:pt x="2120134" y="381"/>
                </a:lnTo>
                <a:lnTo>
                  <a:pt x="2119792" y="0"/>
                </a:lnTo>
                <a:lnTo>
                  <a:pt x="623408" y="0"/>
                </a:lnTo>
                <a:close/>
              </a:path>
            </a:pathLst>
          </a:custGeom>
          <a:solidFill>
            <a:srgbClr val="2267C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5" name="Freeform: Shape 14">
            <a:extLst>
              <a:ext uri="{FF2B5EF4-FFF2-40B4-BE49-F238E27FC236}">
                <a16:creationId xmlns:a16="http://schemas.microsoft.com/office/drawing/2014/main" id="{E94483ED-ACF1-DE1B-A961-3D52829C5EB7}"/>
              </a:ext>
            </a:extLst>
          </p:cNvPr>
          <p:cNvSpPr/>
          <p:nvPr/>
        </p:nvSpPr>
        <p:spPr>
          <a:xfrm>
            <a:off x="5825124" y="5219146"/>
            <a:ext cx="3279648" cy="695325"/>
          </a:xfrm>
          <a:custGeom>
            <a:avLst/>
            <a:gdLst>
              <a:gd name="connsiteX0" fmla="*/ 0 w 3279648"/>
              <a:gd name="connsiteY0" fmla="*/ 0 h 695325"/>
              <a:gd name="connsiteX1" fmla="*/ 536448 w 3279648"/>
              <a:gd name="connsiteY1" fmla="*/ 0 h 695325"/>
              <a:gd name="connsiteX2" fmla="*/ 1503123 w 3279648"/>
              <a:gd name="connsiteY2" fmla="*/ 0 h 695325"/>
              <a:gd name="connsiteX3" fmla="*/ 3279648 w 3279648"/>
              <a:gd name="connsiteY3" fmla="*/ 0 h 695325"/>
              <a:gd name="connsiteX4" fmla="*/ 3105817 w 3279648"/>
              <a:gd name="connsiteY4" fmla="*/ 695325 h 695325"/>
              <a:gd name="connsiteX5" fmla="*/ 710279 w 3279648"/>
              <a:gd name="connsiteY5" fmla="*/ 695325 h 695325"/>
              <a:gd name="connsiteX6" fmla="*/ 710184 w 3279648"/>
              <a:gd name="connsiteY6" fmla="*/ 694944 h 695325"/>
              <a:gd name="connsiteX7" fmla="*/ 0 w 3279648"/>
              <a:gd name="connsiteY7" fmla="*/ 694944 h 69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79648" h="695325">
                <a:moveTo>
                  <a:pt x="0" y="0"/>
                </a:moveTo>
                <a:lnTo>
                  <a:pt x="536448" y="0"/>
                </a:lnTo>
                <a:lnTo>
                  <a:pt x="1503123" y="0"/>
                </a:lnTo>
                <a:lnTo>
                  <a:pt x="3279648" y="0"/>
                </a:lnTo>
                <a:lnTo>
                  <a:pt x="3105817" y="695325"/>
                </a:lnTo>
                <a:lnTo>
                  <a:pt x="710279" y="695325"/>
                </a:lnTo>
                <a:lnTo>
                  <a:pt x="710184" y="694944"/>
                </a:lnTo>
                <a:lnTo>
                  <a:pt x="0" y="694944"/>
                </a:lnTo>
                <a:close/>
              </a:path>
            </a:pathLst>
          </a:custGeom>
          <a:solidFill>
            <a:srgbClr val="82ACE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 name="Trapezoid 4">
            <a:extLst>
              <a:ext uri="{FF2B5EF4-FFF2-40B4-BE49-F238E27FC236}">
                <a16:creationId xmlns:a16="http://schemas.microsoft.com/office/drawing/2014/main" id="{48A144F8-0825-932F-FCD7-FB50EC879734}"/>
              </a:ext>
            </a:extLst>
          </p:cNvPr>
          <p:cNvSpPr/>
          <p:nvPr/>
        </p:nvSpPr>
        <p:spPr>
          <a:xfrm flipV="1">
            <a:off x="3678394" y="5219146"/>
            <a:ext cx="2743200" cy="695325"/>
          </a:xfrm>
          <a:prstGeom prst="trapezoid">
            <a:avLst/>
          </a:prstGeom>
          <a:solidFill>
            <a:srgbClr val="17448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4" name="Rectangle: Top Corners Rounded 13">
            <a:extLst>
              <a:ext uri="{FF2B5EF4-FFF2-40B4-BE49-F238E27FC236}">
                <a16:creationId xmlns:a16="http://schemas.microsoft.com/office/drawing/2014/main" id="{4C31909F-77B7-9404-5431-6E10E9161C00}"/>
              </a:ext>
            </a:extLst>
          </p:cNvPr>
          <p:cNvSpPr/>
          <p:nvPr/>
        </p:nvSpPr>
        <p:spPr>
          <a:xfrm>
            <a:off x="6422681" y="1849774"/>
            <a:ext cx="2682091" cy="3370304"/>
          </a:xfrm>
          <a:prstGeom prst="round2SameRect">
            <a:avLst>
              <a:gd name="adj1" fmla="val 9517"/>
              <a:gd name="adj2" fmla="val 0"/>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9" name="TextBox 18">
            <a:extLst>
              <a:ext uri="{FF2B5EF4-FFF2-40B4-BE49-F238E27FC236}">
                <a16:creationId xmlns:a16="http://schemas.microsoft.com/office/drawing/2014/main" id="{0FBC84DA-B657-1C7D-5BF5-FAD910BBB30B}"/>
              </a:ext>
            </a:extLst>
          </p:cNvPr>
          <p:cNvSpPr txBox="1"/>
          <p:nvPr/>
        </p:nvSpPr>
        <p:spPr>
          <a:xfrm>
            <a:off x="6582313" y="2055132"/>
            <a:ext cx="2253461" cy="400110"/>
          </a:xfrm>
          <a:prstGeom prst="rect">
            <a:avLst/>
          </a:prstGeom>
          <a:noFill/>
        </p:spPr>
        <p:txBody>
          <a:bodyPr wrap="square" rtlCol="0">
            <a:spAutoFit/>
          </a:bodyPr>
          <a:lstStyle/>
          <a:p>
            <a:pPr algn="ctr"/>
            <a:r>
              <a:rPr lang="en-GB" sz="2000" b="1" dirty="0">
                <a:solidFill>
                  <a:schemeClr val="bg2"/>
                </a:solidFill>
                <a:latin typeface="+mn-lt"/>
              </a:rPr>
              <a:t>UTM_CAMPAIGN</a:t>
            </a:r>
          </a:p>
        </p:txBody>
      </p:sp>
      <p:sp>
        <p:nvSpPr>
          <p:cNvPr id="40" name="Rectangle 39">
            <a:extLst>
              <a:ext uri="{FF2B5EF4-FFF2-40B4-BE49-F238E27FC236}">
                <a16:creationId xmlns:a16="http://schemas.microsoft.com/office/drawing/2014/main" id="{30A4989C-E7A4-C9F8-9390-D771AC8CFAE0}"/>
              </a:ext>
            </a:extLst>
          </p:cNvPr>
          <p:cNvSpPr/>
          <p:nvPr/>
        </p:nvSpPr>
        <p:spPr>
          <a:xfrm>
            <a:off x="6439675" y="2501822"/>
            <a:ext cx="2651760" cy="72008"/>
          </a:xfrm>
          <a:prstGeom prst="rect">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Rectangle 23">
            <a:extLst>
              <a:ext uri="{FF2B5EF4-FFF2-40B4-BE49-F238E27FC236}">
                <a16:creationId xmlns:a16="http://schemas.microsoft.com/office/drawing/2014/main" id="{8DF7CB42-53B0-96C9-2C6A-423D47217D88}"/>
              </a:ext>
            </a:extLst>
          </p:cNvPr>
          <p:cNvSpPr/>
          <p:nvPr/>
        </p:nvSpPr>
        <p:spPr>
          <a:xfrm flipV="1">
            <a:off x="5769587" y="2357054"/>
            <a:ext cx="973014" cy="2743200"/>
          </a:xfrm>
          <a:prstGeom prst="rect">
            <a:avLst/>
          </a:prstGeom>
          <a:gradFill>
            <a:gsLst>
              <a:gs pos="57000">
                <a:schemeClr val="tx1"/>
              </a:gs>
              <a:gs pos="100000">
                <a:schemeClr val="tx1">
                  <a:alpha val="0"/>
                </a:schemeClr>
              </a:gs>
            </a:gsLst>
            <a:lin ang="5400000" scaled="1"/>
          </a:gradFill>
          <a:ln>
            <a:noFill/>
          </a:ln>
          <a:effectLst>
            <a:softEdge rad="2794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43" name="Oval 42">
            <a:extLst>
              <a:ext uri="{FF2B5EF4-FFF2-40B4-BE49-F238E27FC236}">
                <a16:creationId xmlns:a16="http://schemas.microsoft.com/office/drawing/2014/main" id="{6933A859-A9B8-FD22-2506-E4A6643E328F}"/>
              </a:ext>
            </a:extLst>
          </p:cNvPr>
          <p:cNvSpPr/>
          <p:nvPr/>
        </p:nvSpPr>
        <p:spPr>
          <a:xfrm flipH="1" flipV="1">
            <a:off x="442783" y="1708914"/>
            <a:ext cx="1188721" cy="3528392"/>
          </a:xfrm>
          <a:prstGeom prst="ellipse">
            <a:avLst/>
          </a:prstGeom>
          <a:gradFill>
            <a:gsLst>
              <a:gs pos="57000">
                <a:schemeClr val="tx1"/>
              </a:gs>
              <a:gs pos="100000">
                <a:schemeClr val="tx1">
                  <a:alpha val="0"/>
                </a:schemeClr>
              </a:gs>
            </a:gsLst>
            <a:lin ang="5400000" scaled="1"/>
          </a:gradFill>
          <a:ln>
            <a:noFill/>
          </a:ln>
          <a:effectLst>
            <a:softEdge rad="2794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1" name="Rectangle: Top Corners Rounded 10">
            <a:extLst>
              <a:ext uri="{FF2B5EF4-FFF2-40B4-BE49-F238E27FC236}">
                <a16:creationId xmlns:a16="http://schemas.microsoft.com/office/drawing/2014/main" id="{C154A828-8DCD-A412-8E8E-62A260E16EA9}"/>
              </a:ext>
            </a:extLst>
          </p:cNvPr>
          <p:cNvSpPr/>
          <p:nvPr/>
        </p:nvSpPr>
        <p:spPr>
          <a:xfrm>
            <a:off x="767408" y="1489734"/>
            <a:ext cx="2915092" cy="3730344"/>
          </a:xfrm>
          <a:prstGeom prst="round2SameRect">
            <a:avLst>
              <a:gd name="adj1" fmla="val 9517"/>
              <a:gd name="adj2" fmla="val 0"/>
            </a:avLst>
          </a:prstGeom>
          <a:solidFill>
            <a:schemeClr val="bg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7" name="Rectangle 16">
            <a:extLst>
              <a:ext uri="{FF2B5EF4-FFF2-40B4-BE49-F238E27FC236}">
                <a16:creationId xmlns:a16="http://schemas.microsoft.com/office/drawing/2014/main" id="{6FAF1BFA-A95B-9BE6-F09D-1603C963CB83}"/>
              </a:ext>
            </a:extLst>
          </p:cNvPr>
          <p:cNvSpPr/>
          <p:nvPr/>
        </p:nvSpPr>
        <p:spPr>
          <a:xfrm>
            <a:off x="899074" y="2356986"/>
            <a:ext cx="2651760" cy="72008"/>
          </a:xfrm>
          <a:prstGeom prst="rect">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TextBox 19">
            <a:extLst>
              <a:ext uri="{FF2B5EF4-FFF2-40B4-BE49-F238E27FC236}">
                <a16:creationId xmlns:a16="http://schemas.microsoft.com/office/drawing/2014/main" id="{25593231-2689-5DDE-47AF-F5C8995EB95F}"/>
              </a:ext>
            </a:extLst>
          </p:cNvPr>
          <p:cNvSpPr txBox="1"/>
          <p:nvPr/>
        </p:nvSpPr>
        <p:spPr>
          <a:xfrm>
            <a:off x="1069957" y="1756151"/>
            <a:ext cx="2166156" cy="400110"/>
          </a:xfrm>
          <a:prstGeom prst="rect">
            <a:avLst/>
          </a:prstGeom>
          <a:noFill/>
        </p:spPr>
        <p:txBody>
          <a:bodyPr wrap="square" rtlCol="0">
            <a:spAutoFit/>
          </a:bodyPr>
          <a:lstStyle/>
          <a:p>
            <a:pPr algn="ctr"/>
            <a:r>
              <a:rPr lang="en-GB" sz="2000" b="1" dirty="0">
                <a:solidFill>
                  <a:schemeClr val="bg2"/>
                </a:solidFill>
                <a:latin typeface="+mn-lt"/>
              </a:rPr>
              <a:t>UTM_MEDIUM</a:t>
            </a:r>
          </a:p>
        </p:txBody>
      </p:sp>
      <p:sp>
        <p:nvSpPr>
          <p:cNvPr id="23" name="Rectangle 22">
            <a:extLst>
              <a:ext uri="{FF2B5EF4-FFF2-40B4-BE49-F238E27FC236}">
                <a16:creationId xmlns:a16="http://schemas.microsoft.com/office/drawing/2014/main" id="{F2A09B95-6FB9-0106-25FE-7FF39FD8D454}"/>
              </a:ext>
            </a:extLst>
          </p:cNvPr>
          <p:cNvSpPr/>
          <p:nvPr/>
        </p:nvSpPr>
        <p:spPr>
          <a:xfrm flipV="1">
            <a:off x="3341800" y="2229686"/>
            <a:ext cx="1188721" cy="2736304"/>
          </a:xfrm>
          <a:prstGeom prst="rect">
            <a:avLst/>
          </a:prstGeom>
          <a:gradFill>
            <a:gsLst>
              <a:gs pos="57000">
                <a:schemeClr val="tx1"/>
              </a:gs>
              <a:gs pos="100000">
                <a:schemeClr val="tx1">
                  <a:alpha val="0"/>
                </a:schemeClr>
              </a:gs>
            </a:gsLst>
            <a:lin ang="5400000" scaled="1"/>
          </a:gradFill>
          <a:ln>
            <a:noFill/>
          </a:ln>
          <a:effectLst>
            <a:softEdge rad="2794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6" name="Rectangle: Top Corners Rounded 25">
            <a:extLst>
              <a:ext uri="{FF2B5EF4-FFF2-40B4-BE49-F238E27FC236}">
                <a16:creationId xmlns:a16="http://schemas.microsoft.com/office/drawing/2014/main" id="{7019C04E-A8EA-7377-5E62-24716921B20A}"/>
              </a:ext>
            </a:extLst>
          </p:cNvPr>
          <p:cNvSpPr/>
          <p:nvPr/>
        </p:nvSpPr>
        <p:spPr>
          <a:xfrm>
            <a:off x="3678394" y="985678"/>
            <a:ext cx="2745405" cy="4234400"/>
          </a:xfrm>
          <a:prstGeom prst="round2SameRect">
            <a:avLst>
              <a:gd name="adj1" fmla="val 9517"/>
              <a:gd name="adj2" fmla="val 0"/>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8" name="TextBox 27">
            <a:extLst>
              <a:ext uri="{FF2B5EF4-FFF2-40B4-BE49-F238E27FC236}">
                <a16:creationId xmlns:a16="http://schemas.microsoft.com/office/drawing/2014/main" id="{9B52EFC4-36EF-908F-C362-148213496E87}"/>
              </a:ext>
            </a:extLst>
          </p:cNvPr>
          <p:cNvSpPr txBox="1"/>
          <p:nvPr/>
        </p:nvSpPr>
        <p:spPr>
          <a:xfrm>
            <a:off x="3922651" y="1267322"/>
            <a:ext cx="2133600" cy="400110"/>
          </a:xfrm>
          <a:prstGeom prst="rect">
            <a:avLst/>
          </a:prstGeom>
          <a:noFill/>
        </p:spPr>
        <p:txBody>
          <a:bodyPr wrap="square" rtlCol="0">
            <a:spAutoFit/>
          </a:bodyPr>
          <a:lstStyle/>
          <a:p>
            <a:pPr algn="ctr"/>
            <a:r>
              <a:rPr lang="en-GB" sz="2000" b="1" dirty="0">
                <a:solidFill>
                  <a:schemeClr val="bg2"/>
                </a:solidFill>
                <a:latin typeface="+mn-lt"/>
              </a:rPr>
              <a:t>UTM_SOURCE</a:t>
            </a:r>
          </a:p>
        </p:txBody>
      </p:sp>
      <p:sp>
        <p:nvSpPr>
          <p:cNvPr id="27" name="Rectangle 26">
            <a:extLst>
              <a:ext uri="{FF2B5EF4-FFF2-40B4-BE49-F238E27FC236}">
                <a16:creationId xmlns:a16="http://schemas.microsoft.com/office/drawing/2014/main" id="{7EEF8819-B65D-220F-9C21-E775FF01F4A3}"/>
              </a:ext>
            </a:extLst>
          </p:cNvPr>
          <p:cNvSpPr/>
          <p:nvPr/>
        </p:nvSpPr>
        <p:spPr>
          <a:xfrm>
            <a:off x="3999536" y="1781742"/>
            <a:ext cx="2103120" cy="72008"/>
          </a:xfrm>
          <a:prstGeom prst="rect">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Oval 40">
            <a:extLst>
              <a:ext uri="{FF2B5EF4-FFF2-40B4-BE49-F238E27FC236}">
                <a16:creationId xmlns:a16="http://schemas.microsoft.com/office/drawing/2014/main" id="{900643D5-1917-72BC-BED2-E9B525E4BDDD}"/>
              </a:ext>
            </a:extLst>
          </p:cNvPr>
          <p:cNvSpPr/>
          <p:nvPr/>
        </p:nvSpPr>
        <p:spPr>
          <a:xfrm flipV="1">
            <a:off x="9192344" y="1695662"/>
            <a:ext cx="1188721" cy="3528392"/>
          </a:xfrm>
          <a:prstGeom prst="ellipse">
            <a:avLst/>
          </a:prstGeom>
          <a:gradFill>
            <a:gsLst>
              <a:gs pos="57000">
                <a:schemeClr val="tx1"/>
              </a:gs>
              <a:gs pos="100000">
                <a:schemeClr val="tx1">
                  <a:alpha val="0"/>
                </a:schemeClr>
              </a:gs>
            </a:gsLst>
            <a:lin ang="5400000" scaled="1"/>
          </a:gradFill>
          <a:ln>
            <a:noFill/>
          </a:ln>
          <a:effectLst>
            <a:softEdge rad="2794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 name="Text Placeholder 1">
            <a:extLst>
              <a:ext uri="{FF2B5EF4-FFF2-40B4-BE49-F238E27FC236}">
                <a16:creationId xmlns:a16="http://schemas.microsoft.com/office/drawing/2014/main" id="{D2BABDAC-7390-D3A9-97FE-30596DF618FE}"/>
              </a:ext>
            </a:extLst>
          </p:cNvPr>
          <p:cNvSpPr>
            <a:spLocks noGrp="1"/>
          </p:cNvSpPr>
          <p:nvPr>
            <p:ph type="body" sz="quarter" idx="82"/>
          </p:nvPr>
        </p:nvSpPr>
        <p:spPr/>
        <p:txBody>
          <a:bodyPr/>
          <a:lstStyle/>
          <a:p>
            <a:r>
              <a:rPr lang="en-GB" dirty="0"/>
              <a:t>UTM Parameters</a:t>
            </a:r>
          </a:p>
        </p:txBody>
      </p:sp>
      <p:sp>
        <p:nvSpPr>
          <p:cNvPr id="13" name="Rectangle 12">
            <a:extLst>
              <a:ext uri="{FF2B5EF4-FFF2-40B4-BE49-F238E27FC236}">
                <a16:creationId xmlns:a16="http://schemas.microsoft.com/office/drawing/2014/main" id="{EB5918C1-5EB2-3F1A-C959-296755C7F43D}"/>
              </a:ext>
            </a:extLst>
          </p:cNvPr>
          <p:cNvSpPr/>
          <p:nvPr/>
        </p:nvSpPr>
        <p:spPr>
          <a:xfrm flipV="1">
            <a:off x="8801302" y="2703774"/>
            <a:ext cx="1188721" cy="2336800"/>
          </a:xfrm>
          <a:prstGeom prst="rect">
            <a:avLst/>
          </a:prstGeom>
          <a:gradFill>
            <a:gsLst>
              <a:gs pos="57000">
                <a:schemeClr val="tx1">
                  <a:lumMod val="50000"/>
                </a:schemeClr>
              </a:gs>
              <a:gs pos="100000">
                <a:schemeClr val="tx1">
                  <a:lumMod val="50000"/>
                </a:schemeClr>
              </a:gs>
            </a:gsLst>
            <a:lin ang="5400000" scaled="1"/>
          </a:gradFill>
          <a:ln>
            <a:noFill/>
          </a:ln>
          <a:effectLst>
            <a:softEdge rad="2794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9" name="Rectangle: Top Corners Rounded 8">
            <a:extLst>
              <a:ext uri="{FF2B5EF4-FFF2-40B4-BE49-F238E27FC236}">
                <a16:creationId xmlns:a16="http://schemas.microsoft.com/office/drawing/2014/main" id="{29E969A1-EAF5-8997-1B03-DFDEC4DC7D68}"/>
              </a:ext>
            </a:extLst>
          </p:cNvPr>
          <p:cNvSpPr/>
          <p:nvPr/>
        </p:nvSpPr>
        <p:spPr>
          <a:xfrm>
            <a:off x="9099014" y="1259638"/>
            <a:ext cx="2304256" cy="3960440"/>
          </a:xfrm>
          <a:prstGeom prst="round2SameRect">
            <a:avLst>
              <a:gd name="adj1" fmla="val 9517"/>
              <a:gd name="adj2" fmla="val 0"/>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0" name="TextBox 9">
            <a:extLst>
              <a:ext uri="{FF2B5EF4-FFF2-40B4-BE49-F238E27FC236}">
                <a16:creationId xmlns:a16="http://schemas.microsoft.com/office/drawing/2014/main" id="{38B0CCD8-286D-96E2-212A-70E72864DF90}"/>
              </a:ext>
            </a:extLst>
          </p:cNvPr>
          <p:cNvSpPr txBox="1"/>
          <p:nvPr/>
        </p:nvSpPr>
        <p:spPr>
          <a:xfrm>
            <a:off x="9499416" y="1506142"/>
            <a:ext cx="1524000" cy="400110"/>
          </a:xfrm>
          <a:prstGeom prst="rect">
            <a:avLst/>
          </a:prstGeom>
          <a:noFill/>
        </p:spPr>
        <p:txBody>
          <a:bodyPr wrap="square" rtlCol="0">
            <a:spAutoFit/>
          </a:bodyPr>
          <a:lstStyle/>
          <a:p>
            <a:pPr algn="ctr"/>
            <a:r>
              <a:rPr lang="en-GB" sz="2000" b="1" dirty="0">
                <a:solidFill>
                  <a:schemeClr val="bg2"/>
                </a:solidFill>
                <a:latin typeface="+mn-lt"/>
              </a:rPr>
              <a:t>UTM_ID</a:t>
            </a:r>
          </a:p>
        </p:txBody>
      </p:sp>
      <p:sp>
        <p:nvSpPr>
          <p:cNvPr id="12" name="Rectangle 11">
            <a:extLst>
              <a:ext uri="{FF2B5EF4-FFF2-40B4-BE49-F238E27FC236}">
                <a16:creationId xmlns:a16="http://schemas.microsoft.com/office/drawing/2014/main" id="{7B924C8F-BBDA-EB92-1AC8-D6939F5AC1C9}"/>
              </a:ext>
            </a:extLst>
          </p:cNvPr>
          <p:cNvSpPr/>
          <p:nvPr/>
        </p:nvSpPr>
        <p:spPr>
          <a:xfrm>
            <a:off x="9255576" y="2010198"/>
            <a:ext cx="2011680" cy="72008"/>
          </a:xfrm>
          <a:prstGeom prst="rect">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TextBox 20">
            <a:extLst>
              <a:ext uri="{FF2B5EF4-FFF2-40B4-BE49-F238E27FC236}">
                <a16:creationId xmlns:a16="http://schemas.microsoft.com/office/drawing/2014/main" id="{1A7824FC-547D-3C68-6F88-11847FF93B93}"/>
              </a:ext>
            </a:extLst>
          </p:cNvPr>
          <p:cNvSpPr txBox="1"/>
          <p:nvPr/>
        </p:nvSpPr>
        <p:spPr>
          <a:xfrm>
            <a:off x="9037280" y="2082206"/>
            <a:ext cx="2448272" cy="369332"/>
          </a:xfrm>
          <a:prstGeom prst="rect">
            <a:avLst/>
          </a:prstGeom>
          <a:noFill/>
        </p:spPr>
        <p:txBody>
          <a:bodyPr wrap="square" rtlCol="0">
            <a:spAutoFit/>
          </a:bodyPr>
          <a:lstStyle/>
          <a:p>
            <a:pPr algn="ctr"/>
            <a:r>
              <a:rPr lang="en-GB" b="1" dirty="0">
                <a:solidFill>
                  <a:schemeClr val="bg2"/>
                </a:solidFill>
                <a:latin typeface="+mn-lt"/>
              </a:rPr>
              <a:t>Activity ID</a:t>
            </a:r>
          </a:p>
        </p:txBody>
      </p:sp>
      <p:sp>
        <p:nvSpPr>
          <p:cNvPr id="4" name="TextBox 3">
            <a:extLst>
              <a:ext uri="{FF2B5EF4-FFF2-40B4-BE49-F238E27FC236}">
                <a16:creationId xmlns:a16="http://schemas.microsoft.com/office/drawing/2014/main" id="{85ED3AF0-DA3E-C458-9FB9-1FE29965A4AF}"/>
              </a:ext>
            </a:extLst>
          </p:cNvPr>
          <p:cNvSpPr txBox="1"/>
          <p:nvPr/>
        </p:nvSpPr>
        <p:spPr>
          <a:xfrm>
            <a:off x="850490" y="2594392"/>
            <a:ext cx="2642723" cy="2092881"/>
          </a:xfrm>
          <a:prstGeom prst="rect">
            <a:avLst/>
          </a:prstGeom>
          <a:noFill/>
        </p:spPr>
        <p:txBody>
          <a:bodyPr wrap="square" rtlCol="0">
            <a:spAutoFit/>
          </a:bodyPr>
          <a:lstStyle/>
          <a:p>
            <a:pPr marL="0" marR="0"/>
            <a:r>
              <a:rPr lang="en-GB" sz="1000" b="1" dirty="0">
                <a:solidFill>
                  <a:schemeClr val="bg2"/>
                </a:solidFill>
                <a:latin typeface="+mn-lt"/>
                <a:ea typeface="CiscoSansCHS Bold" pitchFamily="2" charset="-120"/>
                <a:cs typeface="CiscoSansTT Heavy" panose="020B0903020201020303" pitchFamily="34" charset="0"/>
              </a:rPr>
              <a:t>Purpose: </a:t>
            </a:r>
            <a:r>
              <a:rPr lang="en-GB" sz="1000" dirty="0">
                <a:solidFill>
                  <a:schemeClr val="bg2"/>
                </a:solidFill>
                <a:latin typeface="+mn-lt"/>
                <a:ea typeface="CiscoSansCHS Bold" pitchFamily="2" charset="-120"/>
                <a:cs typeface="CiscoSansTT Heavy" panose="020B0903020201020303" pitchFamily="34" charset="0"/>
              </a:rPr>
              <a:t>Describes the medium or type of marketing used (e.g., email, social media, CPC - cost-per-click).</a:t>
            </a:r>
          </a:p>
          <a:p>
            <a:pPr marL="0" marR="0"/>
            <a:endParaRPr lang="en-GB" sz="1000" b="1" dirty="0">
              <a:solidFill>
                <a:schemeClr val="bg2"/>
              </a:solidFill>
              <a:latin typeface="+mn-lt"/>
              <a:ea typeface="CiscoSansCHS Bold" pitchFamily="2" charset="-120"/>
              <a:cs typeface="CiscoSansTT Heavy" panose="020B0903020201020303" pitchFamily="34" charset="0"/>
            </a:endParaRPr>
          </a:p>
          <a:p>
            <a:pPr marL="0" marR="0"/>
            <a:r>
              <a:rPr lang="en-GB" sz="1000" b="1" dirty="0">
                <a:solidFill>
                  <a:schemeClr val="bg2"/>
                </a:solidFill>
                <a:latin typeface="+mn-lt"/>
                <a:ea typeface="CiscoSansCHS Bold" pitchFamily="2" charset="-120"/>
                <a:cs typeface="CiscoSansTT Heavy" panose="020B0903020201020303" pitchFamily="34" charset="0"/>
              </a:rPr>
              <a:t>Benefit: </a:t>
            </a:r>
            <a:r>
              <a:rPr lang="en-GB" sz="1000" dirty="0">
                <a:solidFill>
                  <a:schemeClr val="bg2"/>
                </a:solidFill>
                <a:latin typeface="+mn-lt"/>
                <a:ea typeface="CiscoSansCHS Bold" pitchFamily="2" charset="-120"/>
                <a:cs typeface="CiscoSansTT Heavy" panose="020B0903020201020303" pitchFamily="34" charset="0"/>
              </a:rPr>
              <a:t>It allows marketers to understand the performance of different marketing methods. For example, it can differentiate whether the traffic came from a paid ad, an organic post, or an email campaign. This helps in refining strategies based on medium effectiveness.</a:t>
            </a:r>
          </a:p>
          <a:p>
            <a:pPr marL="0" marR="0"/>
            <a:endParaRPr lang="en-GB" sz="1000" dirty="0">
              <a:solidFill>
                <a:schemeClr val="bg2"/>
              </a:solidFill>
              <a:latin typeface="+mn-lt"/>
              <a:ea typeface="CiscoSansCHS Bold" pitchFamily="2" charset="-120"/>
              <a:cs typeface="CiscoSansTT Heavy" panose="020B0903020201020303" pitchFamily="34" charset="0"/>
            </a:endParaRPr>
          </a:p>
          <a:p>
            <a:pPr marL="0" marR="0"/>
            <a:r>
              <a:rPr lang="en-GB" sz="1000" b="1" dirty="0">
                <a:solidFill>
                  <a:schemeClr val="bg2"/>
                </a:solidFill>
                <a:latin typeface="+mn-lt"/>
                <a:ea typeface="CiscoSansCHS Bold" pitchFamily="2" charset="-120"/>
                <a:cs typeface="CiscoSansTT Heavy" panose="020B0903020201020303" pitchFamily="34" charset="0"/>
              </a:rPr>
              <a:t>Cisco Alignment</a:t>
            </a:r>
            <a:r>
              <a:rPr lang="en-GB" sz="1000" dirty="0">
                <a:solidFill>
                  <a:schemeClr val="bg2"/>
                </a:solidFill>
                <a:latin typeface="+mn-lt"/>
                <a:ea typeface="CiscoSansCHS Bold" pitchFamily="2" charset="-120"/>
                <a:cs typeface="CiscoSansTT Heavy" panose="020B0903020201020303" pitchFamily="34" charset="0"/>
              </a:rPr>
              <a:t>: Vehicle</a:t>
            </a:r>
          </a:p>
        </p:txBody>
      </p:sp>
      <p:sp>
        <p:nvSpPr>
          <p:cNvPr id="6" name="TextBox 5">
            <a:extLst>
              <a:ext uri="{FF2B5EF4-FFF2-40B4-BE49-F238E27FC236}">
                <a16:creationId xmlns:a16="http://schemas.microsoft.com/office/drawing/2014/main" id="{AA3A6F51-AC51-844A-7F1D-8DEDC3A2287A}"/>
              </a:ext>
            </a:extLst>
          </p:cNvPr>
          <p:cNvSpPr txBox="1"/>
          <p:nvPr/>
        </p:nvSpPr>
        <p:spPr>
          <a:xfrm>
            <a:off x="3785559" y="2049863"/>
            <a:ext cx="2533048" cy="2246769"/>
          </a:xfrm>
          <a:prstGeom prst="rect">
            <a:avLst/>
          </a:prstGeom>
          <a:noFill/>
        </p:spPr>
        <p:txBody>
          <a:bodyPr wrap="square" rtlCol="0">
            <a:spAutoFit/>
          </a:bodyPr>
          <a:lstStyle/>
          <a:p>
            <a:r>
              <a:rPr lang="en-GB" sz="1000" b="1" dirty="0">
                <a:solidFill>
                  <a:schemeClr val="bg2"/>
                </a:solidFill>
                <a:latin typeface="+mn-lt"/>
                <a:ea typeface="CiscoSansCHS Bold" pitchFamily="2" charset="-120"/>
                <a:cs typeface="CiscoSansTT Heavy" panose="020B0903020201020303" pitchFamily="34" charset="0"/>
              </a:rPr>
              <a:t>Purpose: </a:t>
            </a:r>
            <a:r>
              <a:rPr lang="en-GB" sz="1000" dirty="0">
                <a:solidFill>
                  <a:schemeClr val="bg2"/>
                </a:solidFill>
                <a:latin typeface="+mn-lt"/>
                <a:ea typeface="CiscoSansCHS Bold" pitchFamily="2" charset="-120"/>
                <a:cs typeface="CiscoSansTT Heavy" panose="020B0903020201020303" pitchFamily="34" charset="0"/>
              </a:rPr>
              <a:t>: Identifies which platform or website sent the traffic to the marketing campaign</a:t>
            </a:r>
          </a:p>
          <a:p>
            <a:endParaRPr lang="en-GB" sz="1000" b="1" dirty="0">
              <a:solidFill>
                <a:schemeClr val="bg2"/>
              </a:solidFill>
              <a:latin typeface="+mn-lt"/>
              <a:ea typeface="CiscoSansCHS Bold" pitchFamily="2" charset="-120"/>
              <a:cs typeface="CiscoSansTT Heavy" panose="020B0903020201020303" pitchFamily="34" charset="0"/>
            </a:endParaRPr>
          </a:p>
          <a:p>
            <a:r>
              <a:rPr lang="en-GB" sz="1000" b="1" dirty="0">
                <a:solidFill>
                  <a:schemeClr val="bg2"/>
                </a:solidFill>
                <a:latin typeface="+mn-lt"/>
                <a:ea typeface="CiscoSansCHS Bold" pitchFamily="2" charset="-120"/>
                <a:cs typeface="CiscoSansTT Heavy" panose="020B0903020201020303" pitchFamily="34" charset="0"/>
              </a:rPr>
              <a:t>Benefit: </a:t>
            </a:r>
            <a:r>
              <a:rPr lang="en-GB" sz="1000" dirty="0">
                <a:solidFill>
                  <a:schemeClr val="bg2"/>
                </a:solidFill>
                <a:latin typeface="+mn-lt"/>
                <a:ea typeface="CiscoSansCHS Bold" pitchFamily="2" charset="-120"/>
                <a:cs typeface="CiscoSansTT Heavy" panose="020B0903020201020303" pitchFamily="34" charset="0"/>
              </a:rPr>
              <a:t>By tracking the source (e.g., Google, Facebook, Newsletter), marketers can determine which channels are driving the most visitors and optimize future campaigns accordingly. It helps assess where to allocate marketing resources most effectively.</a:t>
            </a:r>
          </a:p>
          <a:p>
            <a:endParaRPr lang="en-GB" sz="1000" dirty="0">
              <a:solidFill>
                <a:schemeClr val="bg2"/>
              </a:solidFill>
              <a:latin typeface="+mn-lt"/>
              <a:ea typeface="CiscoSansCHS Bold" pitchFamily="2" charset="-120"/>
              <a:cs typeface="CiscoSansTT Heavy" panose="020B0903020201020303" pitchFamily="34" charset="0"/>
            </a:endParaRPr>
          </a:p>
          <a:p>
            <a:r>
              <a:rPr lang="en-GB" sz="1000" b="1" dirty="0">
                <a:solidFill>
                  <a:schemeClr val="bg2"/>
                </a:solidFill>
                <a:latin typeface="+mn-lt"/>
                <a:ea typeface="CiscoSansCHS Bold" pitchFamily="2" charset="-120"/>
                <a:cs typeface="CiscoSansTT Heavy" panose="020B0903020201020303" pitchFamily="34" charset="0"/>
              </a:rPr>
              <a:t>Cisco Alignment: </a:t>
            </a:r>
            <a:r>
              <a:rPr lang="en-GB" sz="1000" dirty="0">
                <a:solidFill>
                  <a:schemeClr val="bg2"/>
                </a:solidFill>
                <a:latin typeface="+mn-lt"/>
                <a:ea typeface="CiscoSansCHS Bold" pitchFamily="2" charset="-120"/>
                <a:cs typeface="CiscoSansTT Heavy" panose="020B0903020201020303" pitchFamily="34" charset="0"/>
              </a:rPr>
              <a:t>Sub Vehicle/Vendor</a:t>
            </a:r>
          </a:p>
        </p:txBody>
      </p:sp>
      <p:sp>
        <p:nvSpPr>
          <p:cNvPr id="7" name="TextBox 6">
            <a:extLst>
              <a:ext uri="{FF2B5EF4-FFF2-40B4-BE49-F238E27FC236}">
                <a16:creationId xmlns:a16="http://schemas.microsoft.com/office/drawing/2014/main" id="{8E8F3F3D-8027-71A8-D955-CB09EEFC8101}"/>
              </a:ext>
            </a:extLst>
          </p:cNvPr>
          <p:cNvSpPr txBox="1"/>
          <p:nvPr/>
        </p:nvSpPr>
        <p:spPr>
          <a:xfrm>
            <a:off x="6501277" y="2659684"/>
            <a:ext cx="2560529" cy="2431435"/>
          </a:xfrm>
          <a:prstGeom prst="rect">
            <a:avLst/>
          </a:prstGeom>
          <a:noFill/>
        </p:spPr>
        <p:txBody>
          <a:bodyPr wrap="square" rtlCol="0">
            <a:spAutoFit/>
          </a:bodyPr>
          <a:lstStyle/>
          <a:p>
            <a:pPr marL="0" marR="0"/>
            <a:r>
              <a:rPr lang="en-GB" sz="1000" b="1" dirty="0">
                <a:solidFill>
                  <a:schemeClr val="bg2"/>
                </a:solidFill>
                <a:latin typeface="+mn-lt"/>
                <a:ea typeface="CiscoSansCHS Bold" pitchFamily="2" charset="-120"/>
                <a:cs typeface="CiscoSansTT Heavy" panose="020B0903020201020303" pitchFamily="34" charset="0"/>
              </a:rPr>
              <a:t>Purpose: </a:t>
            </a:r>
            <a:r>
              <a:rPr lang="en-GB" sz="1000" dirty="0">
                <a:solidFill>
                  <a:schemeClr val="bg2"/>
                </a:solidFill>
                <a:latin typeface="+mn-lt"/>
                <a:ea typeface="CiscoSansCHS Bold" pitchFamily="2" charset="-120"/>
                <a:cs typeface="CiscoSansTT Heavy" panose="020B0903020201020303" pitchFamily="34" charset="0"/>
              </a:rPr>
              <a:t>Identifies the specific campaign or promotion associated with the traffic (e.g., </a:t>
            </a:r>
            <a:r>
              <a:rPr lang="en-GB" sz="1000" dirty="0" err="1">
                <a:solidFill>
                  <a:schemeClr val="bg2"/>
                </a:solidFill>
                <a:latin typeface="+mn-lt"/>
                <a:ea typeface="CiscoSansCHS Bold" pitchFamily="2" charset="-120"/>
                <a:cs typeface="CiscoSansTT Heavy" panose="020B0903020201020303" pitchFamily="34" charset="0"/>
              </a:rPr>
              <a:t>winter_sale</a:t>
            </a:r>
            <a:r>
              <a:rPr lang="en-GB" sz="1000" dirty="0">
                <a:solidFill>
                  <a:schemeClr val="bg2"/>
                </a:solidFill>
                <a:latin typeface="+mn-lt"/>
                <a:ea typeface="CiscoSansCHS Bold" pitchFamily="2" charset="-120"/>
                <a:cs typeface="CiscoSansTT Heavy" panose="020B0903020201020303" pitchFamily="34" charset="0"/>
              </a:rPr>
              <a:t>, </a:t>
            </a:r>
            <a:r>
              <a:rPr lang="en-GB" sz="1000" dirty="0" err="1">
                <a:solidFill>
                  <a:schemeClr val="bg2"/>
                </a:solidFill>
                <a:latin typeface="+mn-lt"/>
                <a:ea typeface="CiscoSansCHS Bold" pitchFamily="2" charset="-120"/>
                <a:cs typeface="CiscoSansTT Heavy" panose="020B0903020201020303" pitchFamily="34" charset="0"/>
              </a:rPr>
              <a:t>launch_promotion</a:t>
            </a:r>
            <a:r>
              <a:rPr lang="en-GB" sz="1000" dirty="0">
                <a:solidFill>
                  <a:schemeClr val="bg2"/>
                </a:solidFill>
                <a:latin typeface="+mn-lt"/>
                <a:ea typeface="CiscoSansCHS Bold" pitchFamily="2" charset="-120"/>
                <a:cs typeface="CiscoSansTT Heavy" panose="020B0903020201020303" pitchFamily="34" charset="0"/>
              </a:rPr>
              <a:t>).</a:t>
            </a:r>
          </a:p>
          <a:p>
            <a:pPr marL="0" marR="0"/>
            <a:endParaRPr lang="en-GB" sz="1000" dirty="0">
              <a:solidFill>
                <a:schemeClr val="bg2"/>
              </a:solidFill>
              <a:latin typeface="+mn-lt"/>
              <a:ea typeface="CiscoSansCHS Bold" pitchFamily="2" charset="-120"/>
              <a:cs typeface="CiscoSansTT Heavy" panose="020B0903020201020303" pitchFamily="34" charset="0"/>
            </a:endParaRPr>
          </a:p>
          <a:p>
            <a:pPr marL="0" marR="0"/>
            <a:r>
              <a:rPr lang="en-GB" sz="1000" b="1" dirty="0">
                <a:solidFill>
                  <a:schemeClr val="bg2"/>
                </a:solidFill>
                <a:latin typeface="+mn-lt"/>
                <a:ea typeface="CiscoSansCHS Bold" pitchFamily="2" charset="-120"/>
                <a:cs typeface="CiscoSansTT Heavy" panose="020B0903020201020303" pitchFamily="34" charset="0"/>
              </a:rPr>
              <a:t>Benefit: </a:t>
            </a:r>
            <a:r>
              <a:rPr lang="en-GB" sz="1000" dirty="0">
                <a:solidFill>
                  <a:schemeClr val="bg2"/>
                </a:solidFill>
                <a:latin typeface="+mn-lt"/>
                <a:ea typeface="CiscoSansCHS Bold" pitchFamily="2" charset="-120"/>
                <a:cs typeface="CiscoSansTT Heavy" panose="020B0903020201020303" pitchFamily="34" charset="0"/>
              </a:rPr>
              <a:t>This parameter is key for tracking the performance of individual campaigns, enabling marketers to evaluate the success of each marketing initiative. By understanding which campaigns yield the best ROI, a marketing team can refine future promotional strategies</a:t>
            </a:r>
            <a:r>
              <a:rPr lang="en-GB" sz="1200" dirty="0">
                <a:solidFill>
                  <a:schemeClr val="bg2"/>
                </a:solidFill>
                <a:latin typeface="+mn-lt"/>
                <a:ea typeface="CiscoSansCHS Bold" pitchFamily="2" charset="-120"/>
                <a:cs typeface="CiscoSansTT Heavy" panose="020B0903020201020303" pitchFamily="34" charset="0"/>
              </a:rPr>
              <a:t>.</a:t>
            </a:r>
          </a:p>
          <a:p>
            <a:pPr marL="0" marR="0"/>
            <a:endParaRPr lang="en-GB" sz="1000" b="1" dirty="0">
              <a:solidFill>
                <a:schemeClr val="bg2"/>
              </a:solidFill>
              <a:latin typeface="+mn-lt"/>
              <a:ea typeface="CiscoSansCHS Bold" pitchFamily="2" charset="-120"/>
              <a:cs typeface="CiscoSansTT Heavy" panose="020B0903020201020303" pitchFamily="34" charset="0"/>
            </a:endParaRPr>
          </a:p>
          <a:p>
            <a:pPr marL="0" marR="0"/>
            <a:r>
              <a:rPr lang="en-GB" sz="1000" b="1" dirty="0">
                <a:solidFill>
                  <a:schemeClr val="bg2"/>
                </a:solidFill>
                <a:latin typeface="+mn-lt"/>
                <a:ea typeface="CiscoSansCHS Bold" pitchFamily="2" charset="-120"/>
                <a:cs typeface="CiscoSansTT Heavy" panose="020B0903020201020303" pitchFamily="34" charset="0"/>
              </a:rPr>
              <a:t>Cisco Alignment: </a:t>
            </a:r>
            <a:r>
              <a:rPr lang="en-GB" sz="1000" dirty="0">
                <a:solidFill>
                  <a:schemeClr val="bg2"/>
                </a:solidFill>
                <a:latin typeface="+mn-lt"/>
                <a:ea typeface="CiscoSansCHS Bold" pitchFamily="2" charset="-120"/>
                <a:cs typeface="CiscoSansTT Heavy" panose="020B0903020201020303" pitchFamily="34" charset="0"/>
              </a:rPr>
              <a:t>No Comparison</a:t>
            </a:r>
          </a:p>
        </p:txBody>
      </p:sp>
      <p:sp>
        <p:nvSpPr>
          <p:cNvPr id="8" name="TextBox 7">
            <a:extLst>
              <a:ext uri="{FF2B5EF4-FFF2-40B4-BE49-F238E27FC236}">
                <a16:creationId xmlns:a16="http://schemas.microsoft.com/office/drawing/2014/main" id="{4C914049-9780-AED1-8D9A-B008C5518BA7}"/>
              </a:ext>
            </a:extLst>
          </p:cNvPr>
          <p:cNvSpPr txBox="1"/>
          <p:nvPr/>
        </p:nvSpPr>
        <p:spPr>
          <a:xfrm>
            <a:off x="9169218" y="2474926"/>
            <a:ext cx="2235097" cy="2431435"/>
          </a:xfrm>
          <a:prstGeom prst="rect">
            <a:avLst/>
          </a:prstGeom>
          <a:noFill/>
        </p:spPr>
        <p:txBody>
          <a:bodyPr wrap="square" rtlCol="0">
            <a:spAutoFit/>
          </a:bodyPr>
          <a:lstStyle/>
          <a:p>
            <a:r>
              <a:rPr lang="en-GB" sz="1200" dirty="0">
                <a:solidFill>
                  <a:schemeClr val="bg2"/>
                </a:solidFill>
                <a:latin typeface="CiscoSansTT Heavy" panose="020B0903020201020303" pitchFamily="34" charset="0"/>
                <a:ea typeface="CiscoSansCHS Bold" pitchFamily="2" charset="-120"/>
                <a:cs typeface="CiscoSansTT Heavy" panose="020B0903020201020303" pitchFamily="34" charset="0"/>
              </a:rPr>
              <a:t>UTM_ID</a:t>
            </a:r>
          </a:p>
          <a:p>
            <a:r>
              <a:rPr lang="en-GB" sz="1000" b="1" dirty="0">
                <a:solidFill>
                  <a:schemeClr val="bg2"/>
                </a:solidFill>
                <a:latin typeface="+mn-lt"/>
                <a:ea typeface="CiscoSansCHS Bold" pitchFamily="2" charset="-120"/>
                <a:cs typeface="CiscoSansTT Heavy" panose="020B0903020201020303" pitchFamily="34" charset="0"/>
              </a:rPr>
              <a:t>Purpose: </a:t>
            </a:r>
            <a:r>
              <a:rPr lang="en-GB" sz="1000" dirty="0">
                <a:solidFill>
                  <a:schemeClr val="bg2"/>
                </a:solidFill>
                <a:latin typeface="+mn-lt"/>
                <a:ea typeface="CiscoSansCHS Bold" pitchFamily="2" charset="-120"/>
                <a:cs typeface="CiscoSansTT Heavy" panose="020B0903020201020303" pitchFamily="34" charset="0"/>
              </a:rPr>
              <a:t>: Captures a universal ID that holds pertinent data attributes that can be utilized for reporting </a:t>
            </a:r>
          </a:p>
          <a:p>
            <a:endParaRPr lang="en-GB" sz="1000" b="1" dirty="0">
              <a:solidFill>
                <a:schemeClr val="bg2"/>
              </a:solidFill>
              <a:latin typeface="+mn-lt"/>
              <a:ea typeface="CiscoSansCHS Bold" pitchFamily="2" charset="-120"/>
              <a:cs typeface="CiscoSansTT Heavy" panose="020B0903020201020303" pitchFamily="34" charset="0"/>
            </a:endParaRPr>
          </a:p>
          <a:p>
            <a:r>
              <a:rPr lang="en-GB" sz="1000" b="1" dirty="0">
                <a:solidFill>
                  <a:schemeClr val="bg2"/>
                </a:solidFill>
                <a:latin typeface="+mn-lt"/>
                <a:ea typeface="CiscoSansCHS Bold" pitchFamily="2" charset="-120"/>
                <a:cs typeface="CiscoSansTT Heavy" panose="020B0903020201020303" pitchFamily="34" charset="0"/>
              </a:rPr>
              <a:t>Benefit: </a:t>
            </a:r>
            <a:r>
              <a:rPr lang="en-GB" sz="1000" dirty="0">
                <a:solidFill>
                  <a:schemeClr val="bg2"/>
                </a:solidFill>
                <a:latin typeface="+mn-lt"/>
                <a:ea typeface="CiscoSansCHS Bold" pitchFamily="2" charset="-120"/>
                <a:cs typeface="CiscoSansTT Heavy" panose="020B0903020201020303" pitchFamily="34" charset="0"/>
              </a:rPr>
              <a:t>By using a universal we can add data attributes specific to  Cisco that will  </a:t>
            </a:r>
            <a:r>
              <a:rPr lang="en-US" sz="1000" dirty="0">
                <a:solidFill>
                  <a:schemeClr val="bg2"/>
                </a:solidFill>
                <a:latin typeface="+mn-lt"/>
                <a:ea typeface="CiscoSansCHS Bold" pitchFamily="2" charset="-120"/>
                <a:cs typeface="CiscoSansTT Heavy" panose="020B0903020201020303" pitchFamily="34" charset="0"/>
              </a:rPr>
              <a:t>give us the ability to add other dimensions to tracking, as and when defined and will allow us to work with the existing lead creation structure in Salesforce</a:t>
            </a:r>
          </a:p>
          <a:p>
            <a:endParaRPr lang="en-US" sz="1000" dirty="0">
              <a:solidFill>
                <a:schemeClr val="bg2"/>
              </a:solidFill>
              <a:latin typeface="+mn-lt"/>
              <a:ea typeface="CiscoSansCHS Bold" pitchFamily="2" charset="-120"/>
              <a:cs typeface="CiscoSansTT Heavy" panose="020B0903020201020303" pitchFamily="34" charset="0"/>
            </a:endParaRPr>
          </a:p>
          <a:p>
            <a:r>
              <a:rPr lang="en-GB" sz="1000" b="1" dirty="0">
                <a:solidFill>
                  <a:schemeClr val="bg2"/>
                </a:solidFill>
                <a:latin typeface="+mn-lt"/>
                <a:ea typeface="CiscoSansCHS Bold" pitchFamily="2" charset="-120"/>
                <a:cs typeface="CiscoSansTT Heavy" panose="020B0903020201020303" pitchFamily="34" charset="0"/>
              </a:rPr>
              <a:t>Cisco Alignment: </a:t>
            </a:r>
            <a:r>
              <a:rPr lang="en-GB" sz="1000" dirty="0">
                <a:solidFill>
                  <a:schemeClr val="bg2"/>
                </a:solidFill>
                <a:latin typeface="+mn-lt"/>
                <a:ea typeface="CiscoSansCHS Bold" pitchFamily="2" charset="-120"/>
                <a:cs typeface="CiscoSansTT Heavy" panose="020B0903020201020303" pitchFamily="34" charset="0"/>
              </a:rPr>
              <a:t>Activity ID (CCID)</a:t>
            </a:r>
            <a:endParaRPr lang="en-US" sz="1000" dirty="0">
              <a:solidFill>
                <a:schemeClr val="bg2"/>
              </a:solidFill>
              <a:latin typeface="+mn-lt"/>
              <a:ea typeface="CiscoSansCHS Bold" pitchFamily="2" charset="-120"/>
              <a:cs typeface="CiscoSansTT Heavy" panose="020B0903020201020303" pitchFamily="34" charset="0"/>
            </a:endParaRPr>
          </a:p>
          <a:p>
            <a:endParaRPr lang="en-GB" sz="1000" dirty="0">
              <a:solidFill>
                <a:schemeClr val="bg2"/>
              </a:solidFill>
              <a:latin typeface="+mn-lt"/>
              <a:ea typeface="CiscoSansCHS Bold" pitchFamily="2" charset="-120"/>
              <a:cs typeface="CiscoSansTT Heavy" panose="020B0903020201020303" pitchFamily="34" charset="0"/>
            </a:endParaRPr>
          </a:p>
        </p:txBody>
      </p:sp>
    </p:spTree>
    <p:extLst>
      <p:ext uri="{BB962C8B-B14F-4D97-AF65-F5344CB8AC3E}">
        <p14:creationId xmlns:p14="http://schemas.microsoft.com/office/powerpoint/2010/main" val="3494689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F579E-B998-E4CD-FC8B-839CDA5BB9AA}"/>
            </a:ext>
          </a:extLst>
        </p:cNvPr>
        <p:cNvGrpSpPr/>
        <p:nvPr/>
      </p:nvGrpSpPr>
      <p:grpSpPr>
        <a:xfrm>
          <a:off x="0" y="0"/>
          <a:ext cx="0" cy="0"/>
          <a:chOff x="0" y="0"/>
          <a:chExt cx="0" cy="0"/>
        </a:xfrm>
      </p:grpSpPr>
      <p:grpSp>
        <p:nvGrpSpPr>
          <p:cNvPr id="33" name="Group 32">
            <a:extLst>
              <a:ext uri="{FF2B5EF4-FFF2-40B4-BE49-F238E27FC236}">
                <a16:creationId xmlns:a16="http://schemas.microsoft.com/office/drawing/2014/main" id="{3EF852B6-732A-565D-ED0A-45E052B2FA4C}"/>
              </a:ext>
            </a:extLst>
          </p:cNvPr>
          <p:cNvGrpSpPr/>
          <p:nvPr/>
        </p:nvGrpSpPr>
        <p:grpSpPr>
          <a:xfrm>
            <a:off x="374191" y="1358191"/>
            <a:ext cx="5608101" cy="1815882"/>
            <a:chOff x="425371" y="1358191"/>
            <a:chExt cx="5608101" cy="1815882"/>
          </a:xfrm>
        </p:grpSpPr>
        <p:grpSp>
          <p:nvGrpSpPr>
            <p:cNvPr id="11" name="Group 10">
              <a:extLst>
                <a:ext uri="{FF2B5EF4-FFF2-40B4-BE49-F238E27FC236}">
                  <a16:creationId xmlns:a16="http://schemas.microsoft.com/office/drawing/2014/main" id="{C6028F10-89EB-5558-AFE3-676A70A6B047}"/>
                </a:ext>
              </a:extLst>
            </p:cNvPr>
            <p:cNvGrpSpPr/>
            <p:nvPr/>
          </p:nvGrpSpPr>
          <p:grpSpPr>
            <a:xfrm>
              <a:off x="425371" y="1425550"/>
              <a:ext cx="1188720" cy="1188720"/>
              <a:chOff x="6614160" y="2514600"/>
              <a:chExt cx="1188720" cy="1188720"/>
            </a:xfrm>
            <a:effectLst>
              <a:outerShdw blurRad="50800" dist="63500" dir="2700000" algn="tl" rotWithShape="0">
                <a:prstClr val="black">
                  <a:alpha val="40000"/>
                </a:prstClr>
              </a:outerShdw>
            </a:effectLst>
          </p:grpSpPr>
          <p:sp>
            <p:nvSpPr>
              <p:cNvPr id="12" name="Oval 11">
                <a:extLst>
                  <a:ext uri="{FF2B5EF4-FFF2-40B4-BE49-F238E27FC236}">
                    <a16:creationId xmlns:a16="http://schemas.microsoft.com/office/drawing/2014/main" id="{779D30DE-4E65-2D37-0A53-7EB433DE2A40}"/>
                  </a:ext>
                </a:extLst>
              </p:cNvPr>
              <p:cNvSpPr/>
              <p:nvPr/>
            </p:nvSpPr>
            <p:spPr>
              <a:xfrm>
                <a:off x="6614160" y="2514600"/>
                <a:ext cx="1188720" cy="1188720"/>
              </a:xfrm>
              <a:prstGeom prst="ellipse">
                <a:avLst/>
              </a:prstGeom>
              <a:solidFill>
                <a:srgbClr val="13397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000"/>
              </a:p>
            </p:txBody>
          </p:sp>
          <p:sp>
            <p:nvSpPr>
              <p:cNvPr id="13" name="Oval 12">
                <a:extLst>
                  <a:ext uri="{FF2B5EF4-FFF2-40B4-BE49-F238E27FC236}">
                    <a16:creationId xmlns:a16="http://schemas.microsoft.com/office/drawing/2014/main" id="{36260FDC-ADF5-B908-3E3C-0B12AD329221}"/>
                  </a:ext>
                </a:extLst>
              </p:cNvPr>
              <p:cNvSpPr/>
              <p:nvPr/>
            </p:nvSpPr>
            <p:spPr>
              <a:xfrm>
                <a:off x="6705600" y="2606040"/>
                <a:ext cx="1005840" cy="1005840"/>
              </a:xfrm>
              <a:prstGeom prst="ellipse">
                <a:avLst/>
              </a:prstGeom>
              <a:noFill/>
              <a:ln w="381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000"/>
              </a:p>
            </p:txBody>
          </p:sp>
          <p:pic>
            <p:nvPicPr>
              <p:cNvPr id="14" name="Graphic 13" descr="Email with solid fill">
                <a:extLst>
                  <a:ext uri="{FF2B5EF4-FFF2-40B4-BE49-F238E27FC236}">
                    <a16:creationId xmlns:a16="http://schemas.microsoft.com/office/drawing/2014/main" id="{671D4DA9-5F5E-4979-ABC6-214744A6625C}"/>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888480" y="2788920"/>
                <a:ext cx="640080" cy="640080"/>
              </a:xfrm>
              <a:prstGeom prst="rect">
                <a:avLst/>
              </a:prstGeom>
            </p:spPr>
          </p:pic>
        </p:grpSp>
        <p:sp>
          <p:nvSpPr>
            <p:cNvPr id="30" name="TextBox 29">
              <a:extLst>
                <a:ext uri="{FF2B5EF4-FFF2-40B4-BE49-F238E27FC236}">
                  <a16:creationId xmlns:a16="http://schemas.microsoft.com/office/drawing/2014/main" id="{46D3BBF8-E723-E600-318E-6F4E3677E85D}"/>
                </a:ext>
              </a:extLst>
            </p:cNvPr>
            <p:cNvSpPr txBox="1"/>
            <p:nvPr/>
          </p:nvSpPr>
          <p:spPr>
            <a:xfrm>
              <a:off x="1792937" y="1358191"/>
              <a:ext cx="4240535" cy="1815882"/>
            </a:xfrm>
            <a:prstGeom prst="rect">
              <a:avLst/>
            </a:prstGeom>
            <a:noFill/>
          </p:spPr>
          <p:txBody>
            <a:bodyPr wrap="square" rtlCol="0">
              <a:spAutoFit/>
            </a:bodyPr>
            <a:lstStyle/>
            <a:p>
              <a:pPr marL="0" marR="0"/>
              <a:r>
                <a:rPr lang="en-GB" sz="1200" dirty="0">
                  <a:solidFill>
                    <a:schemeClr val="tx2"/>
                  </a:solidFill>
                  <a:latin typeface="CiscoSansTT Heavy" panose="020B0903020201020303" pitchFamily="34" charset="0"/>
                  <a:ea typeface="CiscoSansCHS Bold" pitchFamily="2" charset="-120"/>
                  <a:cs typeface="CiscoSansTT Heavy" panose="020B0903020201020303" pitchFamily="34" charset="0"/>
                </a:rPr>
                <a:t>UTM_MEDIUM</a:t>
              </a:r>
            </a:p>
            <a:p>
              <a:pPr marL="0" marR="0"/>
              <a:r>
                <a:rPr lang="en-GB" sz="1000" b="1" dirty="0">
                  <a:latin typeface="+mn-lt"/>
                  <a:ea typeface="CiscoSansCHS Bold" pitchFamily="2" charset="-120"/>
                  <a:cs typeface="CiscoSansTT Heavy" panose="020B0903020201020303" pitchFamily="34" charset="0"/>
                </a:rPr>
                <a:t>Purpose: </a:t>
              </a:r>
              <a:r>
                <a:rPr lang="en-GB" sz="1000" dirty="0">
                  <a:latin typeface="+mn-lt"/>
                  <a:ea typeface="CiscoSansCHS Bold" pitchFamily="2" charset="-120"/>
                  <a:cs typeface="CiscoSansTT Heavy" panose="020B0903020201020303" pitchFamily="34" charset="0"/>
                </a:rPr>
                <a:t>Describes the medium or type of marketing used (e.g., email, social media, CPC - cost-per-click).</a:t>
              </a:r>
            </a:p>
            <a:p>
              <a:pPr marL="0" marR="0"/>
              <a:endParaRPr lang="en-GB" sz="1000" b="1" dirty="0">
                <a:latin typeface="+mn-lt"/>
                <a:ea typeface="CiscoSansCHS Bold" pitchFamily="2" charset="-120"/>
                <a:cs typeface="CiscoSansTT Heavy" panose="020B0903020201020303" pitchFamily="34" charset="0"/>
              </a:endParaRPr>
            </a:p>
            <a:p>
              <a:pPr marL="0" marR="0"/>
              <a:r>
                <a:rPr lang="en-GB" sz="1000" b="1" dirty="0">
                  <a:latin typeface="+mn-lt"/>
                  <a:ea typeface="CiscoSansCHS Bold" pitchFamily="2" charset="-120"/>
                  <a:cs typeface="CiscoSansTT Heavy" panose="020B0903020201020303" pitchFamily="34" charset="0"/>
                </a:rPr>
                <a:t>Benefit: </a:t>
              </a:r>
              <a:r>
                <a:rPr lang="en-GB" sz="1000" dirty="0">
                  <a:latin typeface="+mn-lt"/>
                  <a:ea typeface="CiscoSansCHS Bold" pitchFamily="2" charset="-120"/>
                  <a:cs typeface="CiscoSansTT Heavy" panose="020B0903020201020303" pitchFamily="34" charset="0"/>
                </a:rPr>
                <a:t>It allows marketers to understand the performance of different marketing methods. For example, it can differentiate whether the traffic came from a paid ad, an organic post, or an email campaign. This helps in refining strategies based on medium effectiveness.</a:t>
              </a:r>
            </a:p>
            <a:p>
              <a:pPr marL="0" marR="0"/>
              <a:endParaRPr lang="en-GB" sz="1000" dirty="0">
                <a:latin typeface="+mn-lt"/>
                <a:ea typeface="CiscoSansCHS Bold" pitchFamily="2" charset="-120"/>
                <a:cs typeface="CiscoSansTT Heavy" panose="020B0903020201020303" pitchFamily="34" charset="0"/>
              </a:endParaRPr>
            </a:p>
            <a:p>
              <a:pPr marL="0" marR="0"/>
              <a:r>
                <a:rPr lang="en-GB" sz="1000" b="1" dirty="0">
                  <a:latin typeface="+mn-lt"/>
                  <a:ea typeface="CiscoSansCHS Bold" pitchFamily="2" charset="-120"/>
                  <a:cs typeface="CiscoSansTT Heavy" panose="020B0903020201020303" pitchFamily="34" charset="0"/>
                </a:rPr>
                <a:t>Cisco Alignment</a:t>
              </a:r>
              <a:r>
                <a:rPr lang="en-GB" sz="1000" dirty="0">
                  <a:latin typeface="+mn-lt"/>
                  <a:ea typeface="CiscoSansCHS Bold" pitchFamily="2" charset="-120"/>
                  <a:cs typeface="CiscoSansTT Heavy" panose="020B0903020201020303" pitchFamily="34" charset="0"/>
                </a:rPr>
                <a:t>: Vehicle</a:t>
              </a:r>
            </a:p>
          </p:txBody>
        </p:sp>
      </p:grpSp>
      <p:sp>
        <p:nvSpPr>
          <p:cNvPr id="2" name="Text Placeholder 1">
            <a:extLst>
              <a:ext uri="{FF2B5EF4-FFF2-40B4-BE49-F238E27FC236}">
                <a16:creationId xmlns:a16="http://schemas.microsoft.com/office/drawing/2014/main" id="{99214CB9-F73D-BB67-DDAB-89C7BE079ECA}"/>
              </a:ext>
            </a:extLst>
          </p:cNvPr>
          <p:cNvSpPr>
            <a:spLocks noGrp="1"/>
          </p:cNvSpPr>
          <p:nvPr>
            <p:ph type="body" sz="quarter" idx="82"/>
          </p:nvPr>
        </p:nvSpPr>
        <p:spPr/>
        <p:txBody>
          <a:bodyPr/>
          <a:lstStyle/>
          <a:p>
            <a:r>
              <a:rPr lang="en-GB"/>
              <a:t>UTM Standards</a:t>
            </a:r>
          </a:p>
        </p:txBody>
      </p:sp>
      <p:grpSp>
        <p:nvGrpSpPr>
          <p:cNvPr id="20" name="Group 19">
            <a:extLst>
              <a:ext uri="{FF2B5EF4-FFF2-40B4-BE49-F238E27FC236}">
                <a16:creationId xmlns:a16="http://schemas.microsoft.com/office/drawing/2014/main" id="{DE032619-74D1-DCDB-8C28-3B363427BCBA}"/>
              </a:ext>
            </a:extLst>
          </p:cNvPr>
          <p:cNvGrpSpPr/>
          <p:nvPr/>
        </p:nvGrpSpPr>
        <p:grpSpPr>
          <a:xfrm rot="10800000" flipH="1" flipV="1">
            <a:off x="5303912" y="908720"/>
            <a:ext cx="944488" cy="5497840"/>
            <a:chOff x="6023992" y="999789"/>
            <a:chExt cx="944488" cy="5093587"/>
          </a:xfrm>
        </p:grpSpPr>
        <p:sp>
          <p:nvSpPr>
            <p:cNvPr id="21" name="Rectangle 20">
              <a:extLst>
                <a:ext uri="{FF2B5EF4-FFF2-40B4-BE49-F238E27FC236}">
                  <a16:creationId xmlns:a16="http://schemas.microsoft.com/office/drawing/2014/main" id="{82302891-1B40-0CBE-7F42-83014111AE00}"/>
                </a:ext>
              </a:extLst>
            </p:cNvPr>
            <p:cNvSpPr/>
            <p:nvPr/>
          </p:nvSpPr>
          <p:spPr>
            <a:xfrm>
              <a:off x="6384032" y="999789"/>
              <a:ext cx="584448" cy="5093587"/>
            </a:xfrm>
            <a:prstGeom prst="rect">
              <a:avLst/>
            </a:prstGeom>
            <a:gradFill>
              <a:gsLst>
                <a:gs pos="0">
                  <a:schemeClr val="tx1">
                    <a:lumMod val="50000"/>
                    <a:alpha val="36000"/>
                  </a:schemeClr>
                </a:gs>
                <a:gs pos="90000">
                  <a:schemeClr val="tx1">
                    <a:lumMod val="50000"/>
                    <a:alpha val="0"/>
                  </a:schemeClr>
                </a:gs>
              </a:gsLst>
              <a:lin ang="10800000" scaled="1"/>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90572E06-DA22-3F30-E0DB-F76C1C70EF30}"/>
                </a:ext>
              </a:extLst>
            </p:cNvPr>
            <p:cNvSpPr/>
            <p:nvPr/>
          </p:nvSpPr>
          <p:spPr>
            <a:xfrm>
              <a:off x="6023992" y="1010308"/>
              <a:ext cx="792088" cy="5082988"/>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7" name="TextBox 26">
            <a:extLst>
              <a:ext uri="{FF2B5EF4-FFF2-40B4-BE49-F238E27FC236}">
                <a16:creationId xmlns:a16="http://schemas.microsoft.com/office/drawing/2014/main" id="{06178952-C238-99BF-A731-689A457C3A75}"/>
              </a:ext>
            </a:extLst>
          </p:cNvPr>
          <p:cNvSpPr txBox="1"/>
          <p:nvPr/>
        </p:nvSpPr>
        <p:spPr>
          <a:xfrm>
            <a:off x="1343472" y="908720"/>
            <a:ext cx="3160415" cy="400110"/>
          </a:xfrm>
          <a:prstGeom prst="rect">
            <a:avLst/>
          </a:prstGeom>
          <a:noFill/>
        </p:spPr>
        <p:txBody>
          <a:bodyPr wrap="square" rtlCol="0">
            <a:spAutoFit/>
          </a:bodyPr>
          <a:lstStyle/>
          <a:p>
            <a:pPr algn="ctr"/>
            <a:r>
              <a:rPr lang="en-GB" sz="2000" dirty="0">
                <a:latin typeface="CiscoSansTT Heavy" panose="020B0903020201020303" pitchFamily="34" charset="0"/>
                <a:ea typeface="CiscoSansCHS Bold" pitchFamily="2" charset="-120"/>
                <a:cs typeface="CiscoSansTT Heavy" panose="020B0903020201020303" pitchFamily="34" charset="0"/>
              </a:rPr>
              <a:t>Mandatory</a:t>
            </a:r>
          </a:p>
        </p:txBody>
      </p:sp>
      <p:grpSp>
        <p:nvGrpSpPr>
          <p:cNvPr id="34" name="Group 33">
            <a:extLst>
              <a:ext uri="{FF2B5EF4-FFF2-40B4-BE49-F238E27FC236}">
                <a16:creationId xmlns:a16="http://schemas.microsoft.com/office/drawing/2014/main" id="{68AC63E8-C6F7-43BF-CCBE-D645A6CBE7FC}"/>
              </a:ext>
            </a:extLst>
          </p:cNvPr>
          <p:cNvGrpSpPr/>
          <p:nvPr/>
        </p:nvGrpSpPr>
        <p:grpSpPr>
          <a:xfrm>
            <a:off x="374191" y="3146541"/>
            <a:ext cx="5600118" cy="1661993"/>
            <a:chOff x="435635" y="3001105"/>
            <a:chExt cx="5600118" cy="1661993"/>
          </a:xfrm>
        </p:grpSpPr>
        <p:grpSp>
          <p:nvGrpSpPr>
            <p:cNvPr id="3" name="Group 2">
              <a:extLst>
                <a:ext uri="{FF2B5EF4-FFF2-40B4-BE49-F238E27FC236}">
                  <a16:creationId xmlns:a16="http://schemas.microsoft.com/office/drawing/2014/main" id="{5D76E243-DB7B-7E35-3619-2E1D015D252C}"/>
                </a:ext>
              </a:extLst>
            </p:cNvPr>
            <p:cNvGrpSpPr/>
            <p:nvPr/>
          </p:nvGrpSpPr>
          <p:grpSpPr>
            <a:xfrm>
              <a:off x="435635" y="3006909"/>
              <a:ext cx="1188720" cy="1188720"/>
              <a:chOff x="6614160" y="2514600"/>
              <a:chExt cx="1188720" cy="1188720"/>
            </a:xfrm>
            <a:effectLst>
              <a:outerShdw blurRad="50800" dist="63500" dir="2700000" algn="tl" rotWithShape="0">
                <a:prstClr val="black">
                  <a:alpha val="40000"/>
                </a:prstClr>
              </a:outerShdw>
            </a:effectLst>
          </p:grpSpPr>
          <p:sp>
            <p:nvSpPr>
              <p:cNvPr id="4" name="Oval 3">
                <a:extLst>
                  <a:ext uri="{FF2B5EF4-FFF2-40B4-BE49-F238E27FC236}">
                    <a16:creationId xmlns:a16="http://schemas.microsoft.com/office/drawing/2014/main" id="{681E588A-001B-A097-3AC5-9CD94409C9B3}"/>
                  </a:ext>
                </a:extLst>
              </p:cNvPr>
              <p:cNvSpPr/>
              <p:nvPr/>
            </p:nvSpPr>
            <p:spPr>
              <a:xfrm>
                <a:off x="6614160" y="2514600"/>
                <a:ext cx="1188720" cy="1188720"/>
              </a:xfrm>
              <a:prstGeom prst="ellipse">
                <a:avLst/>
              </a:prstGeom>
              <a:solidFill>
                <a:schemeClr val="bg1">
                  <a:lumMod val="90000"/>
                  <a:lumOff val="1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000"/>
              </a:p>
            </p:txBody>
          </p:sp>
          <p:sp>
            <p:nvSpPr>
              <p:cNvPr id="5" name="Oval 4">
                <a:extLst>
                  <a:ext uri="{FF2B5EF4-FFF2-40B4-BE49-F238E27FC236}">
                    <a16:creationId xmlns:a16="http://schemas.microsoft.com/office/drawing/2014/main" id="{E00703C4-E33B-1F22-969A-B6F2770FD792}"/>
                  </a:ext>
                </a:extLst>
              </p:cNvPr>
              <p:cNvSpPr/>
              <p:nvPr/>
            </p:nvSpPr>
            <p:spPr>
              <a:xfrm>
                <a:off x="6705600" y="2606040"/>
                <a:ext cx="1005840" cy="1005840"/>
              </a:xfrm>
              <a:prstGeom prst="ellipse">
                <a:avLst/>
              </a:prstGeom>
              <a:noFill/>
              <a:ln w="381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000"/>
              </a:p>
            </p:txBody>
          </p:sp>
          <p:pic>
            <p:nvPicPr>
              <p:cNvPr id="6" name="Graphic 5" descr="Internet Of Things with solid fill">
                <a:extLst>
                  <a:ext uri="{FF2B5EF4-FFF2-40B4-BE49-F238E27FC236}">
                    <a16:creationId xmlns:a16="http://schemas.microsoft.com/office/drawing/2014/main" id="{9F368F01-F8E2-B27E-F3A1-3E8C6E736A6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888480" y="2788920"/>
                <a:ext cx="640080" cy="640080"/>
              </a:xfrm>
              <a:prstGeom prst="rect">
                <a:avLst/>
              </a:prstGeom>
            </p:spPr>
          </p:pic>
        </p:grpSp>
        <p:sp>
          <p:nvSpPr>
            <p:cNvPr id="29" name="TextBox 28">
              <a:extLst>
                <a:ext uri="{FF2B5EF4-FFF2-40B4-BE49-F238E27FC236}">
                  <a16:creationId xmlns:a16="http://schemas.microsoft.com/office/drawing/2014/main" id="{CC7C4E7F-1585-CD96-3B70-A92A2C18C593}"/>
                </a:ext>
              </a:extLst>
            </p:cNvPr>
            <p:cNvSpPr txBox="1"/>
            <p:nvPr/>
          </p:nvSpPr>
          <p:spPr>
            <a:xfrm>
              <a:off x="1792937" y="3001105"/>
              <a:ext cx="4242816" cy="1661993"/>
            </a:xfrm>
            <a:prstGeom prst="rect">
              <a:avLst/>
            </a:prstGeom>
            <a:noFill/>
          </p:spPr>
          <p:txBody>
            <a:bodyPr wrap="square" rtlCol="0">
              <a:spAutoFit/>
            </a:bodyPr>
            <a:lstStyle/>
            <a:p>
              <a:r>
                <a:rPr lang="en-GB" sz="1200" dirty="0">
                  <a:solidFill>
                    <a:schemeClr val="tx2"/>
                  </a:solidFill>
                  <a:latin typeface="CiscoSansTT Heavy" panose="020B0903020201020303" pitchFamily="34" charset="0"/>
                  <a:ea typeface="CiscoSansCHS Bold" pitchFamily="2" charset="-120"/>
                  <a:cs typeface="CiscoSansTT Heavy" panose="020B0903020201020303" pitchFamily="34" charset="0"/>
                </a:rPr>
                <a:t>UTM_SOURCE</a:t>
              </a:r>
            </a:p>
            <a:p>
              <a:r>
                <a:rPr lang="en-GB" sz="1000" b="1" dirty="0">
                  <a:latin typeface="+mn-lt"/>
                  <a:ea typeface="CiscoSansCHS Bold" pitchFamily="2" charset="-120"/>
                  <a:cs typeface="CiscoSansTT Heavy" panose="020B0903020201020303" pitchFamily="34" charset="0"/>
                </a:rPr>
                <a:t>Purpose: </a:t>
              </a:r>
              <a:r>
                <a:rPr lang="en-GB" sz="1000" dirty="0">
                  <a:latin typeface="+mn-lt"/>
                  <a:ea typeface="CiscoSansCHS Bold" pitchFamily="2" charset="-120"/>
                  <a:cs typeface="CiscoSansTT Heavy" panose="020B0903020201020303" pitchFamily="34" charset="0"/>
                </a:rPr>
                <a:t>: Identifies which platform or website sent the traffic to the marketing campaign</a:t>
              </a:r>
            </a:p>
            <a:p>
              <a:endParaRPr lang="en-GB" sz="1000" b="1" dirty="0">
                <a:latin typeface="+mn-lt"/>
                <a:ea typeface="CiscoSansCHS Bold" pitchFamily="2" charset="-120"/>
                <a:cs typeface="CiscoSansTT Heavy" panose="020B0903020201020303" pitchFamily="34" charset="0"/>
              </a:endParaRPr>
            </a:p>
            <a:p>
              <a:r>
                <a:rPr lang="en-GB" sz="1000" b="1" dirty="0">
                  <a:latin typeface="+mn-lt"/>
                  <a:ea typeface="CiscoSansCHS Bold" pitchFamily="2" charset="-120"/>
                  <a:cs typeface="CiscoSansTT Heavy" panose="020B0903020201020303" pitchFamily="34" charset="0"/>
                </a:rPr>
                <a:t>Benefit: </a:t>
              </a:r>
              <a:r>
                <a:rPr lang="en-GB" sz="1000" dirty="0">
                  <a:latin typeface="+mn-lt"/>
                  <a:ea typeface="CiscoSansCHS Bold" pitchFamily="2" charset="-120"/>
                  <a:cs typeface="CiscoSansTT Heavy" panose="020B0903020201020303" pitchFamily="34" charset="0"/>
                </a:rPr>
                <a:t>By tracking the source (e.g., Google, Facebook, Newsletter), marketers can determine which channels are driving the most visitors and optimize future campaigns accordingly. It helps assess where to allocate marketing resources most effectively.</a:t>
              </a:r>
            </a:p>
            <a:p>
              <a:endParaRPr lang="en-GB" sz="1000" dirty="0">
                <a:latin typeface="+mn-lt"/>
                <a:ea typeface="CiscoSansCHS Bold" pitchFamily="2" charset="-120"/>
                <a:cs typeface="CiscoSansTT Heavy" panose="020B0903020201020303" pitchFamily="34" charset="0"/>
              </a:endParaRPr>
            </a:p>
            <a:p>
              <a:r>
                <a:rPr lang="en-GB" sz="1000" b="1" dirty="0">
                  <a:latin typeface="+mn-lt"/>
                  <a:ea typeface="CiscoSansCHS Bold" pitchFamily="2" charset="-120"/>
                  <a:cs typeface="CiscoSansTT Heavy" panose="020B0903020201020303" pitchFamily="34" charset="0"/>
                </a:rPr>
                <a:t>Cisco Alignment: </a:t>
              </a:r>
              <a:r>
                <a:rPr lang="en-GB" sz="1000" dirty="0">
                  <a:latin typeface="+mn-lt"/>
                  <a:ea typeface="CiscoSansCHS Bold" pitchFamily="2" charset="-120"/>
                  <a:cs typeface="CiscoSansTT Heavy" panose="020B0903020201020303" pitchFamily="34" charset="0"/>
                </a:rPr>
                <a:t>Sub Vehicle/Vendor</a:t>
              </a:r>
            </a:p>
          </p:txBody>
        </p:sp>
      </p:grpSp>
      <p:grpSp>
        <p:nvGrpSpPr>
          <p:cNvPr id="44" name="Group 43">
            <a:extLst>
              <a:ext uri="{FF2B5EF4-FFF2-40B4-BE49-F238E27FC236}">
                <a16:creationId xmlns:a16="http://schemas.microsoft.com/office/drawing/2014/main" id="{C9A2BCF7-1534-67B0-7E02-F91A12F23145}"/>
              </a:ext>
            </a:extLst>
          </p:cNvPr>
          <p:cNvGrpSpPr/>
          <p:nvPr/>
        </p:nvGrpSpPr>
        <p:grpSpPr>
          <a:xfrm>
            <a:off x="374191" y="4781003"/>
            <a:ext cx="5608102" cy="1969770"/>
            <a:chOff x="425370" y="4443965"/>
            <a:chExt cx="5608102" cy="1969770"/>
          </a:xfrm>
        </p:grpSpPr>
        <p:grpSp>
          <p:nvGrpSpPr>
            <p:cNvPr id="15" name="Group 14">
              <a:extLst>
                <a:ext uri="{FF2B5EF4-FFF2-40B4-BE49-F238E27FC236}">
                  <a16:creationId xmlns:a16="http://schemas.microsoft.com/office/drawing/2014/main" id="{625458AB-C729-424D-34DD-5993038A1E1C}"/>
                </a:ext>
              </a:extLst>
            </p:cNvPr>
            <p:cNvGrpSpPr/>
            <p:nvPr/>
          </p:nvGrpSpPr>
          <p:grpSpPr>
            <a:xfrm>
              <a:off x="425370" y="4511324"/>
              <a:ext cx="1188720" cy="1188720"/>
              <a:chOff x="6614160" y="2514600"/>
              <a:chExt cx="1188720" cy="1188720"/>
            </a:xfrm>
            <a:effectLst>
              <a:outerShdw blurRad="50800" dist="63500" dir="2700000" algn="tl" rotWithShape="0">
                <a:prstClr val="black">
                  <a:alpha val="40000"/>
                </a:prstClr>
              </a:outerShdw>
            </a:effectLst>
          </p:grpSpPr>
          <p:sp>
            <p:nvSpPr>
              <p:cNvPr id="16" name="Oval 15">
                <a:extLst>
                  <a:ext uri="{FF2B5EF4-FFF2-40B4-BE49-F238E27FC236}">
                    <a16:creationId xmlns:a16="http://schemas.microsoft.com/office/drawing/2014/main" id="{9AA22AC7-39D8-595B-A765-9DCEAE45A176}"/>
                  </a:ext>
                </a:extLst>
              </p:cNvPr>
              <p:cNvSpPr/>
              <p:nvPr/>
            </p:nvSpPr>
            <p:spPr>
              <a:xfrm>
                <a:off x="6614160" y="2514600"/>
                <a:ext cx="1188720" cy="1188720"/>
              </a:xfrm>
              <a:prstGeom prst="ellipse">
                <a:avLst/>
              </a:prstGeom>
              <a:solidFill>
                <a:srgbClr val="13397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000"/>
              </a:p>
            </p:txBody>
          </p:sp>
          <p:sp>
            <p:nvSpPr>
              <p:cNvPr id="17" name="Oval 16">
                <a:extLst>
                  <a:ext uri="{FF2B5EF4-FFF2-40B4-BE49-F238E27FC236}">
                    <a16:creationId xmlns:a16="http://schemas.microsoft.com/office/drawing/2014/main" id="{FF60962E-1128-1D84-86BC-F1144D8ADA4C}"/>
                  </a:ext>
                </a:extLst>
              </p:cNvPr>
              <p:cNvSpPr/>
              <p:nvPr/>
            </p:nvSpPr>
            <p:spPr>
              <a:xfrm>
                <a:off x="6705600" y="2606040"/>
                <a:ext cx="1005840" cy="1005840"/>
              </a:xfrm>
              <a:prstGeom prst="ellipse">
                <a:avLst/>
              </a:prstGeom>
              <a:noFill/>
              <a:ln w="381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000"/>
              </a:p>
            </p:txBody>
          </p:sp>
          <p:pic>
            <p:nvPicPr>
              <p:cNvPr id="18" name="Graphic 17" descr="Blockchain with solid fill">
                <a:extLst>
                  <a:ext uri="{FF2B5EF4-FFF2-40B4-BE49-F238E27FC236}">
                    <a16:creationId xmlns:a16="http://schemas.microsoft.com/office/drawing/2014/main" id="{C3C15C7F-20E2-3DFF-18EB-572B51C0AA5F}"/>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6888480" y="2788920"/>
                <a:ext cx="640080" cy="640080"/>
              </a:xfrm>
              <a:prstGeom prst="rect">
                <a:avLst/>
              </a:prstGeom>
            </p:spPr>
          </p:pic>
        </p:grpSp>
        <p:sp>
          <p:nvSpPr>
            <p:cNvPr id="35" name="TextBox 34">
              <a:extLst>
                <a:ext uri="{FF2B5EF4-FFF2-40B4-BE49-F238E27FC236}">
                  <a16:creationId xmlns:a16="http://schemas.microsoft.com/office/drawing/2014/main" id="{8A29519E-8E46-C3A6-649A-6842FB58DF6E}"/>
                </a:ext>
              </a:extLst>
            </p:cNvPr>
            <p:cNvSpPr txBox="1"/>
            <p:nvPr/>
          </p:nvSpPr>
          <p:spPr>
            <a:xfrm>
              <a:off x="1792937" y="4443965"/>
              <a:ext cx="4240535" cy="1969770"/>
            </a:xfrm>
            <a:prstGeom prst="rect">
              <a:avLst/>
            </a:prstGeom>
            <a:noFill/>
          </p:spPr>
          <p:txBody>
            <a:bodyPr wrap="square" rtlCol="0">
              <a:spAutoFit/>
            </a:bodyPr>
            <a:lstStyle/>
            <a:p>
              <a:pPr marL="0" marR="0"/>
              <a:r>
                <a:rPr lang="en-GB" sz="1200" dirty="0">
                  <a:solidFill>
                    <a:schemeClr val="tx2"/>
                  </a:solidFill>
                  <a:latin typeface="CiscoSansTT Heavy" panose="020B0903020201020303" pitchFamily="34" charset="0"/>
                  <a:ea typeface="CiscoSansCHS Bold" pitchFamily="2" charset="-120"/>
                  <a:cs typeface="CiscoSansTT Heavy" panose="020B0903020201020303" pitchFamily="34" charset="0"/>
                </a:rPr>
                <a:t>UTM_CAMPAIGN</a:t>
              </a:r>
            </a:p>
            <a:p>
              <a:pPr marL="0" marR="0"/>
              <a:r>
                <a:rPr lang="en-GB" sz="1000" b="1" dirty="0">
                  <a:latin typeface="+mn-lt"/>
                  <a:ea typeface="CiscoSansCHS Bold" pitchFamily="2" charset="-120"/>
                  <a:cs typeface="CiscoSansTT Heavy" panose="020B0903020201020303" pitchFamily="34" charset="0"/>
                </a:rPr>
                <a:t>Purpose: </a:t>
              </a:r>
              <a:r>
                <a:rPr lang="en-GB" sz="1000" dirty="0">
                  <a:latin typeface="+mn-lt"/>
                  <a:ea typeface="CiscoSansCHS Bold" pitchFamily="2" charset="-120"/>
                  <a:cs typeface="CiscoSansTT Heavy" panose="020B0903020201020303" pitchFamily="34" charset="0"/>
                </a:rPr>
                <a:t>Identifies the specific campaign or promotion associated with the traffic  - only free format value available</a:t>
              </a:r>
            </a:p>
            <a:p>
              <a:pPr marL="0" marR="0"/>
              <a:endParaRPr lang="en-GB" sz="1000" dirty="0">
                <a:latin typeface="+mn-lt"/>
                <a:ea typeface="CiscoSansCHS Bold" pitchFamily="2" charset="-120"/>
                <a:cs typeface="CiscoSansTT Heavy" panose="020B0903020201020303" pitchFamily="34" charset="0"/>
              </a:endParaRPr>
            </a:p>
            <a:p>
              <a:pPr marL="0" marR="0"/>
              <a:r>
                <a:rPr lang="en-GB" sz="1000" b="1" dirty="0">
                  <a:latin typeface="+mn-lt"/>
                  <a:ea typeface="CiscoSansCHS Bold" pitchFamily="2" charset="-120"/>
                  <a:cs typeface="CiscoSansTT Heavy" panose="020B0903020201020303" pitchFamily="34" charset="0"/>
                </a:rPr>
                <a:t>Benefit: </a:t>
              </a:r>
              <a:r>
                <a:rPr lang="en-GB" sz="1000" dirty="0">
                  <a:latin typeface="+mn-lt"/>
                  <a:ea typeface="CiscoSansCHS Bold" pitchFamily="2" charset="-120"/>
                  <a:cs typeface="CiscoSansTT Heavy" panose="020B0903020201020303" pitchFamily="34" charset="0"/>
                </a:rPr>
                <a:t>This parameter is key for tracking the performance of individual campaigns, enabling marketers to evaluate the success of each marketing initiative. By understanding which campaigns yield the best ROI, a marketing team can refine future promotional strategies. The information in this field is for individual teams use only and is not a company strategic value</a:t>
              </a:r>
            </a:p>
            <a:p>
              <a:pPr marL="0" marR="0"/>
              <a:endParaRPr lang="en-GB" sz="1000" b="1" dirty="0">
                <a:latin typeface="+mn-lt"/>
                <a:ea typeface="CiscoSansCHS Bold" pitchFamily="2" charset="-120"/>
                <a:cs typeface="CiscoSansTT Heavy" panose="020B0903020201020303" pitchFamily="34" charset="0"/>
              </a:endParaRPr>
            </a:p>
            <a:p>
              <a:pPr marL="0" marR="0"/>
              <a:r>
                <a:rPr lang="en-GB" sz="1000" b="1" dirty="0">
                  <a:latin typeface="+mn-lt"/>
                  <a:ea typeface="CiscoSansCHS Bold" pitchFamily="2" charset="-120"/>
                  <a:cs typeface="CiscoSansTT Heavy" panose="020B0903020201020303" pitchFamily="34" charset="0"/>
                </a:rPr>
                <a:t>Cisco Alignment: </a:t>
              </a:r>
              <a:r>
                <a:rPr lang="en-GB" sz="1000" dirty="0">
                  <a:latin typeface="+mn-lt"/>
                  <a:ea typeface="CiscoSansCHS Bold" pitchFamily="2" charset="-120"/>
                  <a:cs typeface="CiscoSansTT Heavy" panose="020B0903020201020303" pitchFamily="34" charset="0"/>
                </a:rPr>
                <a:t>No Comparison</a:t>
              </a:r>
            </a:p>
          </p:txBody>
        </p:sp>
      </p:grpSp>
      <p:grpSp>
        <p:nvGrpSpPr>
          <p:cNvPr id="7" name="Group 6">
            <a:extLst>
              <a:ext uri="{FF2B5EF4-FFF2-40B4-BE49-F238E27FC236}">
                <a16:creationId xmlns:a16="http://schemas.microsoft.com/office/drawing/2014/main" id="{452E1B01-5653-BAAF-2858-801891852811}"/>
              </a:ext>
            </a:extLst>
          </p:cNvPr>
          <p:cNvGrpSpPr/>
          <p:nvPr/>
        </p:nvGrpSpPr>
        <p:grpSpPr>
          <a:xfrm>
            <a:off x="6433796" y="1358191"/>
            <a:ext cx="5591042" cy="1508105"/>
            <a:chOff x="6433796" y="1416844"/>
            <a:chExt cx="5591042" cy="1508105"/>
          </a:xfrm>
        </p:grpSpPr>
        <p:grpSp>
          <p:nvGrpSpPr>
            <p:cNvPr id="26" name="Group 25">
              <a:extLst>
                <a:ext uri="{FF2B5EF4-FFF2-40B4-BE49-F238E27FC236}">
                  <a16:creationId xmlns:a16="http://schemas.microsoft.com/office/drawing/2014/main" id="{AD230D4F-50E1-754E-0D08-18C99B7C0DA9}"/>
                </a:ext>
              </a:extLst>
            </p:cNvPr>
            <p:cNvGrpSpPr/>
            <p:nvPr/>
          </p:nvGrpSpPr>
          <p:grpSpPr>
            <a:xfrm>
              <a:off x="6433796" y="1561148"/>
              <a:ext cx="1188720" cy="1188720"/>
              <a:chOff x="442430" y="6852316"/>
              <a:chExt cx="1188720" cy="1188720"/>
            </a:xfrm>
          </p:grpSpPr>
          <p:sp>
            <p:nvSpPr>
              <p:cNvPr id="19" name="Oval 18">
                <a:extLst>
                  <a:ext uri="{FF2B5EF4-FFF2-40B4-BE49-F238E27FC236}">
                    <a16:creationId xmlns:a16="http://schemas.microsoft.com/office/drawing/2014/main" id="{C35B3830-7360-3AE3-3964-795FADC9D32A}"/>
                  </a:ext>
                </a:extLst>
              </p:cNvPr>
              <p:cNvSpPr/>
              <p:nvPr/>
            </p:nvSpPr>
            <p:spPr>
              <a:xfrm>
                <a:off x="442430" y="6852316"/>
                <a:ext cx="1188720" cy="1188720"/>
              </a:xfrm>
              <a:prstGeom prst="ellipse">
                <a:avLst/>
              </a:prstGeom>
              <a:solidFill>
                <a:srgbClr val="13397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000" dirty="0"/>
              </a:p>
            </p:txBody>
          </p:sp>
          <p:sp>
            <p:nvSpPr>
              <p:cNvPr id="23" name="Oval 22">
                <a:extLst>
                  <a:ext uri="{FF2B5EF4-FFF2-40B4-BE49-F238E27FC236}">
                    <a16:creationId xmlns:a16="http://schemas.microsoft.com/office/drawing/2014/main" id="{19A6C7B8-6E5F-DB5C-ADFE-210728D4817F}"/>
                  </a:ext>
                </a:extLst>
              </p:cNvPr>
              <p:cNvSpPr/>
              <p:nvPr/>
            </p:nvSpPr>
            <p:spPr>
              <a:xfrm>
                <a:off x="533870" y="6943756"/>
                <a:ext cx="1005840" cy="1005840"/>
              </a:xfrm>
              <a:prstGeom prst="ellipse">
                <a:avLst/>
              </a:prstGeom>
              <a:noFill/>
              <a:ln w="381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000" dirty="0"/>
              </a:p>
            </p:txBody>
          </p:sp>
          <p:pic>
            <p:nvPicPr>
              <p:cNvPr id="24" name="Graphic 23" descr="Qr Code with solid fill">
                <a:extLst>
                  <a:ext uri="{FF2B5EF4-FFF2-40B4-BE49-F238E27FC236}">
                    <a16:creationId xmlns:a16="http://schemas.microsoft.com/office/drawing/2014/main" id="{BC9DA30A-C851-593D-25D3-17187E650875}"/>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716750" y="7126636"/>
                <a:ext cx="640080" cy="640080"/>
              </a:xfrm>
              <a:prstGeom prst="rect">
                <a:avLst/>
              </a:prstGeom>
            </p:spPr>
          </p:pic>
        </p:grpSp>
        <p:sp>
          <p:nvSpPr>
            <p:cNvPr id="25" name="TextBox 24">
              <a:extLst>
                <a:ext uri="{FF2B5EF4-FFF2-40B4-BE49-F238E27FC236}">
                  <a16:creationId xmlns:a16="http://schemas.microsoft.com/office/drawing/2014/main" id="{ACCD9788-BDE0-8B72-E09C-CBEFF3E26617}"/>
                </a:ext>
              </a:extLst>
            </p:cNvPr>
            <p:cNvSpPr txBox="1"/>
            <p:nvPr/>
          </p:nvSpPr>
          <p:spPr>
            <a:xfrm>
              <a:off x="7784303" y="1416844"/>
              <a:ext cx="4240535" cy="1508105"/>
            </a:xfrm>
            <a:prstGeom prst="rect">
              <a:avLst/>
            </a:prstGeom>
            <a:noFill/>
          </p:spPr>
          <p:txBody>
            <a:bodyPr wrap="square" rtlCol="0">
              <a:spAutoFit/>
            </a:bodyPr>
            <a:lstStyle/>
            <a:p>
              <a:pPr marL="0" marR="0"/>
              <a:r>
                <a:rPr lang="en-GB" sz="1200" dirty="0">
                  <a:solidFill>
                    <a:schemeClr val="tx2"/>
                  </a:solidFill>
                  <a:latin typeface="CiscoSansTT Heavy" panose="020B0903020201020303" pitchFamily="34" charset="0"/>
                  <a:ea typeface="CiscoSansCHS Bold" pitchFamily="2" charset="-120"/>
                  <a:cs typeface="CiscoSansTT Heavy" panose="020B0903020201020303" pitchFamily="34" charset="0"/>
                </a:rPr>
                <a:t>UTM_ID</a:t>
              </a:r>
            </a:p>
            <a:p>
              <a:pPr marL="0" marR="0"/>
              <a:r>
                <a:rPr lang="en-GB" sz="1000" b="1" dirty="0">
                  <a:latin typeface="+mn-lt"/>
                  <a:ea typeface="CiscoSansCHS Bold" pitchFamily="2" charset="-120"/>
                  <a:cs typeface="CiscoSansTT Heavy" panose="020B0903020201020303" pitchFamily="34" charset="0"/>
                </a:rPr>
                <a:t>Purpose: </a:t>
              </a:r>
              <a:r>
                <a:rPr lang="en-GB" sz="1000" dirty="0">
                  <a:latin typeface="+mn-lt"/>
                  <a:ea typeface="CiscoSansCHS Bold" pitchFamily="2" charset="-120"/>
                  <a:cs typeface="CiscoSansTT Heavy" panose="020B0903020201020303" pitchFamily="34" charset="0"/>
                </a:rPr>
                <a:t>Captures the Activity ID </a:t>
              </a:r>
            </a:p>
            <a:p>
              <a:pPr marL="0" marR="0"/>
              <a:endParaRPr lang="en-GB" sz="1000" dirty="0">
                <a:latin typeface="+mn-lt"/>
                <a:ea typeface="CiscoSansCHS Bold" pitchFamily="2" charset="-120"/>
                <a:cs typeface="CiscoSansTT Heavy" panose="020B0903020201020303" pitchFamily="34" charset="0"/>
              </a:endParaRPr>
            </a:p>
            <a:p>
              <a:pPr marL="0" marR="0"/>
              <a:r>
                <a:rPr lang="en-GB" sz="1000" b="1" dirty="0">
                  <a:latin typeface="+mn-lt"/>
                  <a:ea typeface="CiscoSansCHS Bold" pitchFamily="2" charset="-120"/>
                  <a:cs typeface="CiscoSansTT Heavy" panose="020B0903020201020303" pitchFamily="34" charset="0"/>
                </a:rPr>
                <a:t>Benefit: </a:t>
              </a:r>
              <a:r>
                <a:rPr lang="en-GB" sz="1000" dirty="0">
                  <a:latin typeface="+mn-lt"/>
                  <a:ea typeface="CiscoSansCHS Bold" pitchFamily="2" charset="-120"/>
                  <a:cs typeface="CiscoSansTT Heavy" panose="020B0903020201020303" pitchFamily="34" charset="0"/>
                </a:rPr>
                <a:t>Track specific marketing initiatives generating customer activity that support Cisco’s Global Campaigns, Programs &amp; Buyers Lens..  When the CTT Tool is decommissioned this value will revert to the Workfront ID</a:t>
              </a:r>
            </a:p>
            <a:p>
              <a:pPr marL="0" marR="0"/>
              <a:endParaRPr lang="en-GB" sz="1000" dirty="0">
                <a:latin typeface="+mn-lt"/>
                <a:ea typeface="CiscoSansCHS Bold" pitchFamily="2" charset="-120"/>
                <a:cs typeface="CiscoSansTT Heavy" panose="020B0903020201020303" pitchFamily="34" charset="0"/>
              </a:endParaRPr>
            </a:p>
            <a:p>
              <a:pPr marL="0" marR="0"/>
              <a:r>
                <a:rPr lang="en-GB" sz="1000" b="1" dirty="0">
                  <a:latin typeface="+mn-lt"/>
                  <a:ea typeface="CiscoSansCHS Bold" pitchFamily="2" charset="-120"/>
                  <a:cs typeface="CiscoSansTT Heavy" panose="020B0903020201020303" pitchFamily="34" charset="0"/>
                </a:rPr>
                <a:t>Cisco</a:t>
              </a:r>
              <a:r>
                <a:rPr lang="en-GB" sz="1000" dirty="0">
                  <a:latin typeface="+mn-lt"/>
                  <a:ea typeface="CiscoSansCHS Bold" pitchFamily="2" charset="-120"/>
                  <a:cs typeface="CiscoSansTT Heavy" panose="020B0903020201020303" pitchFamily="34" charset="0"/>
                </a:rPr>
                <a:t> </a:t>
              </a:r>
              <a:r>
                <a:rPr lang="en-GB" sz="1000" b="1" dirty="0">
                  <a:latin typeface="+mn-lt"/>
                  <a:ea typeface="CiscoSansCHS Bold" pitchFamily="2" charset="-120"/>
                  <a:cs typeface="CiscoSansTT Heavy" panose="020B0903020201020303" pitchFamily="34" charset="0"/>
                </a:rPr>
                <a:t>Alignment: </a:t>
              </a:r>
              <a:r>
                <a:rPr lang="en-GB" sz="1000" dirty="0">
                  <a:latin typeface="+mn-lt"/>
                  <a:ea typeface="CiscoSansCHS Bold" pitchFamily="2" charset="-120"/>
                  <a:cs typeface="CiscoSansTT Heavy" panose="020B0903020201020303" pitchFamily="34" charset="0"/>
                </a:rPr>
                <a:t>CCID</a:t>
              </a:r>
            </a:p>
          </p:txBody>
        </p:sp>
      </p:grpSp>
      <p:sp>
        <p:nvSpPr>
          <p:cNvPr id="10" name="TextBox 9">
            <a:extLst>
              <a:ext uri="{FF2B5EF4-FFF2-40B4-BE49-F238E27FC236}">
                <a16:creationId xmlns:a16="http://schemas.microsoft.com/office/drawing/2014/main" id="{18964291-CCAC-3E3D-A816-3D0AA6E30D0F}"/>
              </a:ext>
            </a:extLst>
          </p:cNvPr>
          <p:cNvSpPr txBox="1"/>
          <p:nvPr/>
        </p:nvSpPr>
        <p:spPr>
          <a:xfrm>
            <a:off x="7691956" y="938291"/>
            <a:ext cx="3160415" cy="400110"/>
          </a:xfrm>
          <a:prstGeom prst="rect">
            <a:avLst/>
          </a:prstGeom>
          <a:noFill/>
        </p:spPr>
        <p:txBody>
          <a:bodyPr wrap="square" rtlCol="0">
            <a:spAutoFit/>
          </a:bodyPr>
          <a:lstStyle/>
          <a:p>
            <a:pPr algn="ctr"/>
            <a:r>
              <a:rPr lang="en-GB" sz="2000" dirty="0">
                <a:latin typeface="CiscoSansTT Heavy" panose="020B0903020201020303" pitchFamily="34" charset="0"/>
                <a:ea typeface="CiscoSansCHS Bold" pitchFamily="2" charset="-120"/>
                <a:cs typeface="CiscoSansTT Heavy" panose="020B0903020201020303" pitchFamily="34" charset="0"/>
              </a:rPr>
              <a:t>Mandatory</a:t>
            </a:r>
          </a:p>
        </p:txBody>
      </p:sp>
      <p:grpSp>
        <p:nvGrpSpPr>
          <p:cNvPr id="8" name="Group 7">
            <a:extLst>
              <a:ext uri="{FF2B5EF4-FFF2-40B4-BE49-F238E27FC236}">
                <a16:creationId xmlns:a16="http://schemas.microsoft.com/office/drawing/2014/main" id="{A2C499F5-CDBC-5C24-F35A-A03129EBBEEB}"/>
              </a:ext>
            </a:extLst>
          </p:cNvPr>
          <p:cNvGrpSpPr/>
          <p:nvPr/>
        </p:nvGrpSpPr>
        <p:grpSpPr>
          <a:xfrm>
            <a:off x="6449719" y="3146541"/>
            <a:ext cx="5591042" cy="1323439"/>
            <a:chOff x="6449719" y="3150604"/>
            <a:chExt cx="5591042" cy="1323439"/>
          </a:xfrm>
        </p:grpSpPr>
        <p:grpSp>
          <p:nvGrpSpPr>
            <p:cNvPr id="47" name="Group 46">
              <a:extLst>
                <a:ext uri="{FF2B5EF4-FFF2-40B4-BE49-F238E27FC236}">
                  <a16:creationId xmlns:a16="http://schemas.microsoft.com/office/drawing/2014/main" id="{BD617E62-5828-4EBE-FEE9-3D274F1209C7}"/>
                </a:ext>
              </a:extLst>
            </p:cNvPr>
            <p:cNvGrpSpPr/>
            <p:nvPr/>
          </p:nvGrpSpPr>
          <p:grpSpPr>
            <a:xfrm>
              <a:off x="6449719" y="3217963"/>
              <a:ext cx="1188720" cy="1188720"/>
              <a:chOff x="442430" y="6852316"/>
              <a:chExt cx="1188720" cy="1188720"/>
            </a:xfrm>
          </p:grpSpPr>
          <p:sp>
            <p:nvSpPr>
              <p:cNvPr id="49" name="Oval 48">
                <a:extLst>
                  <a:ext uri="{FF2B5EF4-FFF2-40B4-BE49-F238E27FC236}">
                    <a16:creationId xmlns:a16="http://schemas.microsoft.com/office/drawing/2014/main" id="{7ABF3C0F-2E20-B340-5D33-1DFBF206AEFA}"/>
                  </a:ext>
                </a:extLst>
              </p:cNvPr>
              <p:cNvSpPr/>
              <p:nvPr/>
            </p:nvSpPr>
            <p:spPr>
              <a:xfrm>
                <a:off x="442430" y="6852316"/>
                <a:ext cx="1188720" cy="1188720"/>
              </a:xfrm>
              <a:prstGeom prst="ellipse">
                <a:avLst/>
              </a:prstGeom>
              <a:solidFill>
                <a:srgbClr val="13397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000" dirty="0"/>
              </a:p>
            </p:txBody>
          </p:sp>
          <p:sp>
            <p:nvSpPr>
              <p:cNvPr id="50" name="Oval 49">
                <a:extLst>
                  <a:ext uri="{FF2B5EF4-FFF2-40B4-BE49-F238E27FC236}">
                    <a16:creationId xmlns:a16="http://schemas.microsoft.com/office/drawing/2014/main" id="{0E4FC097-19F2-1DE7-E18A-516C1B5CD3E8}"/>
                  </a:ext>
                </a:extLst>
              </p:cNvPr>
              <p:cNvSpPr/>
              <p:nvPr/>
            </p:nvSpPr>
            <p:spPr>
              <a:xfrm>
                <a:off x="533870" y="6943756"/>
                <a:ext cx="1005840" cy="1005840"/>
              </a:xfrm>
              <a:prstGeom prst="ellipse">
                <a:avLst/>
              </a:prstGeom>
              <a:noFill/>
              <a:ln w="381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000" dirty="0"/>
              </a:p>
            </p:txBody>
          </p:sp>
          <p:pic>
            <p:nvPicPr>
              <p:cNvPr id="51" name="Graphic 50" descr="Meeting with solid fill">
                <a:extLst>
                  <a:ext uri="{FF2B5EF4-FFF2-40B4-BE49-F238E27FC236}">
                    <a16:creationId xmlns:a16="http://schemas.microsoft.com/office/drawing/2014/main" id="{DC56A0FB-30E4-C926-7BEB-01D7C7AB9406}"/>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716750" y="7126636"/>
                <a:ext cx="640080" cy="640080"/>
              </a:xfrm>
              <a:prstGeom prst="rect">
                <a:avLst/>
              </a:prstGeom>
            </p:spPr>
          </p:pic>
        </p:grpSp>
        <p:sp>
          <p:nvSpPr>
            <p:cNvPr id="48" name="TextBox 47">
              <a:extLst>
                <a:ext uri="{FF2B5EF4-FFF2-40B4-BE49-F238E27FC236}">
                  <a16:creationId xmlns:a16="http://schemas.microsoft.com/office/drawing/2014/main" id="{C4B7438C-CC01-76FC-C551-0D0D637F354C}"/>
                </a:ext>
              </a:extLst>
            </p:cNvPr>
            <p:cNvSpPr txBox="1"/>
            <p:nvPr/>
          </p:nvSpPr>
          <p:spPr>
            <a:xfrm>
              <a:off x="7800226" y="3150604"/>
              <a:ext cx="4240535" cy="1323439"/>
            </a:xfrm>
            <a:prstGeom prst="rect">
              <a:avLst/>
            </a:prstGeom>
            <a:noFill/>
          </p:spPr>
          <p:txBody>
            <a:bodyPr wrap="square" rtlCol="0">
              <a:spAutoFit/>
            </a:bodyPr>
            <a:lstStyle/>
            <a:p>
              <a:pPr marL="0" marR="0"/>
              <a:r>
                <a:rPr lang="en-GB" sz="1000" dirty="0">
                  <a:solidFill>
                    <a:schemeClr val="tx2"/>
                  </a:solidFill>
                  <a:latin typeface="CiscoSansTT Heavy" panose="020B0903020201020303" pitchFamily="34" charset="0"/>
                  <a:ea typeface="CiscoSansCHS Bold" pitchFamily="2" charset="-120"/>
                  <a:cs typeface="CiscoSansTT Heavy" panose="020B0903020201020303" pitchFamily="34" charset="0"/>
                </a:rPr>
                <a:t>UTM_EID</a:t>
              </a:r>
            </a:p>
            <a:p>
              <a:pPr marL="0" marR="0"/>
              <a:r>
                <a:rPr lang="en-GB" sz="1000" b="1" dirty="0">
                  <a:latin typeface="+mn-lt"/>
                  <a:ea typeface="CiscoSansCHS Bold" pitchFamily="2" charset="-120"/>
                  <a:cs typeface="CiscoSansTT Heavy" panose="020B0903020201020303" pitchFamily="34" charset="0"/>
                </a:rPr>
                <a:t>Purpose: </a:t>
              </a:r>
              <a:r>
                <a:rPr lang="en-GB" sz="1000" dirty="0">
                  <a:latin typeface="+mn-lt"/>
                  <a:ea typeface="CiscoSansCHS Bold" pitchFamily="2" charset="-120"/>
                  <a:cs typeface="CiscoSansTT Heavy" panose="020B0903020201020303" pitchFamily="34" charset="0"/>
                </a:rPr>
                <a:t>Captures the EID for Events</a:t>
              </a:r>
            </a:p>
            <a:p>
              <a:pPr marL="0" marR="0"/>
              <a:endParaRPr lang="en-GB" sz="1000" dirty="0">
                <a:latin typeface="+mn-lt"/>
                <a:ea typeface="CiscoSansCHS Bold" pitchFamily="2" charset="-120"/>
                <a:cs typeface="CiscoSansTT Heavy" panose="020B0903020201020303" pitchFamily="34" charset="0"/>
              </a:endParaRPr>
            </a:p>
            <a:p>
              <a:pPr marL="0" marR="0"/>
              <a:r>
                <a:rPr lang="en-GB" sz="1000" b="1" dirty="0">
                  <a:latin typeface="+mn-lt"/>
                  <a:ea typeface="CiscoSansCHS Bold" pitchFamily="2" charset="-120"/>
                  <a:cs typeface="CiscoSansTT Heavy" panose="020B0903020201020303" pitchFamily="34" charset="0"/>
                </a:rPr>
                <a:t>Benefit: </a:t>
              </a:r>
              <a:r>
                <a:rPr lang="en-GB" sz="1000" dirty="0">
                  <a:latin typeface="+mn-lt"/>
                  <a:ea typeface="CiscoSansCHS Bold" pitchFamily="2" charset="-120"/>
                  <a:cs typeface="CiscoSansTT Heavy" panose="020B0903020201020303" pitchFamily="34" charset="0"/>
                </a:rPr>
                <a:t>Captures alignment to Events created in the Meeting Request Form and will be in alignment to that ID until we are able to move the data into Workfront – </a:t>
              </a:r>
              <a:r>
                <a:rPr lang="en-GB" sz="1000" b="1" i="1" dirty="0">
                  <a:solidFill>
                    <a:schemeClr val="tx2"/>
                  </a:solidFill>
                  <a:latin typeface="+mn-lt"/>
                  <a:ea typeface="CiscoSansCHS Bold" pitchFamily="2" charset="-120"/>
                  <a:cs typeface="CiscoSansTT Heavy" panose="020B0903020201020303" pitchFamily="34" charset="0"/>
                </a:rPr>
                <a:t>Only mandatory for Event Data</a:t>
              </a:r>
            </a:p>
            <a:p>
              <a:pPr marL="0" marR="0"/>
              <a:endParaRPr lang="en-GB" sz="1000" dirty="0">
                <a:latin typeface="+mn-lt"/>
                <a:ea typeface="CiscoSansCHS Bold" pitchFamily="2" charset="-120"/>
                <a:cs typeface="CiscoSansTT Heavy" panose="020B0903020201020303" pitchFamily="34" charset="0"/>
              </a:endParaRPr>
            </a:p>
            <a:p>
              <a:pPr marL="0" marR="0"/>
              <a:r>
                <a:rPr lang="en-GB" sz="1000" b="1" dirty="0">
                  <a:latin typeface="+mn-lt"/>
                  <a:ea typeface="CiscoSansCHS Bold" pitchFamily="2" charset="-120"/>
                  <a:cs typeface="CiscoSansTT Heavy" panose="020B0903020201020303" pitchFamily="34" charset="0"/>
                </a:rPr>
                <a:t>Cisco</a:t>
              </a:r>
              <a:r>
                <a:rPr lang="en-GB" sz="1000" dirty="0">
                  <a:latin typeface="+mn-lt"/>
                  <a:ea typeface="CiscoSansCHS Bold" pitchFamily="2" charset="-120"/>
                  <a:cs typeface="CiscoSansTT Heavy" panose="020B0903020201020303" pitchFamily="34" charset="0"/>
                </a:rPr>
                <a:t> </a:t>
              </a:r>
              <a:r>
                <a:rPr lang="en-GB" sz="1000" b="1" dirty="0">
                  <a:latin typeface="+mn-lt"/>
                  <a:ea typeface="CiscoSansCHS Bold" pitchFamily="2" charset="-120"/>
                  <a:cs typeface="CiscoSansTT Heavy" panose="020B0903020201020303" pitchFamily="34" charset="0"/>
                </a:rPr>
                <a:t>Alignment: </a:t>
              </a:r>
              <a:r>
                <a:rPr lang="en-GB" sz="1000" dirty="0">
                  <a:latin typeface="+mn-lt"/>
                  <a:ea typeface="CiscoSansCHS Bold" pitchFamily="2" charset="-120"/>
                  <a:cs typeface="CiscoSansTT Heavy" panose="020B0903020201020303" pitchFamily="34" charset="0"/>
                </a:rPr>
                <a:t>EID</a:t>
              </a:r>
            </a:p>
          </p:txBody>
        </p:sp>
      </p:grpSp>
    </p:spTree>
    <p:extLst>
      <p:ext uri="{BB962C8B-B14F-4D97-AF65-F5344CB8AC3E}">
        <p14:creationId xmlns:p14="http://schemas.microsoft.com/office/powerpoint/2010/main" val="12587431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F5244-9875-C53E-B572-4A0E00A463E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56EE8A5-AFD0-96D3-E1FB-CA9B1565546C}"/>
              </a:ext>
            </a:extLst>
          </p:cNvPr>
          <p:cNvSpPr>
            <a:spLocks noGrp="1"/>
          </p:cNvSpPr>
          <p:nvPr>
            <p:ph type="body" sz="quarter" idx="82"/>
          </p:nvPr>
        </p:nvSpPr>
        <p:spPr/>
        <p:txBody>
          <a:bodyPr/>
          <a:lstStyle/>
          <a:p>
            <a:r>
              <a:rPr lang="en-GB"/>
              <a:t>UTM Standards</a:t>
            </a:r>
          </a:p>
        </p:txBody>
      </p:sp>
      <p:grpSp>
        <p:nvGrpSpPr>
          <p:cNvPr id="20" name="Group 19">
            <a:extLst>
              <a:ext uri="{FF2B5EF4-FFF2-40B4-BE49-F238E27FC236}">
                <a16:creationId xmlns:a16="http://schemas.microsoft.com/office/drawing/2014/main" id="{2763A97D-EF46-02C2-CBDA-5252DC1EF0F4}"/>
              </a:ext>
            </a:extLst>
          </p:cNvPr>
          <p:cNvGrpSpPr/>
          <p:nvPr/>
        </p:nvGrpSpPr>
        <p:grpSpPr>
          <a:xfrm rot="10800000" flipH="1" flipV="1">
            <a:off x="5303912" y="908720"/>
            <a:ext cx="944488" cy="5497840"/>
            <a:chOff x="6023992" y="999789"/>
            <a:chExt cx="944488" cy="5093587"/>
          </a:xfrm>
        </p:grpSpPr>
        <p:sp>
          <p:nvSpPr>
            <p:cNvPr id="21" name="Rectangle 20">
              <a:extLst>
                <a:ext uri="{FF2B5EF4-FFF2-40B4-BE49-F238E27FC236}">
                  <a16:creationId xmlns:a16="http://schemas.microsoft.com/office/drawing/2014/main" id="{4C62AEC9-B4F8-4B40-BE82-F745CD59AA77}"/>
                </a:ext>
              </a:extLst>
            </p:cNvPr>
            <p:cNvSpPr/>
            <p:nvPr/>
          </p:nvSpPr>
          <p:spPr>
            <a:xfrm>
              <a:off x="6384032" y="999789"/>
              <a:ext cx="584448" cy="5093587"/>
            </a:xfrm>
            <a:prstGeom prst="rect">
              <a:avLst/>
            </a:prstGeom>
            <a:gradFill>
              <a:gsLst>
                <a:gs pos="0">
                  <a:schemeClr val="tx1">
                    <a:lumMod val="50000"/>
                    <a:alpha val="36000"/>
                  </a:schemeClr>
                </a:gs>
                <a:gs pos="90000">
                  <a:schemeClr val="tx1">
                    <a:lumMod val="50000"/>
                    <a:alpha val="0"/>
                  </a:schemeClr>
                </a:gs>
              </a:gsLst>
              <a:lin ang="10800000" scaled="1"/>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1F3A1F60-58E0-EAC3-756F-5E27599EE3D2}"/>
                </a:ext>
              </a:extLst>
            </p:cNvPr>
            <p:cNvSpPr/>
            <p:nvPr/>
          </p:nvSpPr>
          <p:spPr>
            <a:xfrm>
              <a:off x="6023992" y="1010308"/>
              <a:ext cx="792088" cy="5082988"/>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8" name="TextBox 27">
            <a:extLst>
              <a:ext uri="{FF2B5EF4-FFF2-40B4-BE49-F238E27FC236}">
                <a16:creationId xmlns:a16="http://schemas.microsoft.com/office/drawing/2014/main" id="{1B74173B-C060-020D-6491-2B6A2E4CEE05}"/>
              </a:ext>
            </a:extLst>
          </p:cNvPr>
          <p:cNvSpPr txBox="1"/>
          <p:nvPr/>
        </p:nvSpPr>
        <p:spPr>
          <a:xfrm>
            <a:off x="1466676" y="1045195"/>
            <a:ext cx="3707532" cy="400110"/>
          </a:xfrm>
          <a:prstGeom prst="rect">
            <a:avLst/>
          </a:prstGeom>
          <a:noFill/>
        </p:spPr>
        <p:txBody>
          <a:bodyPr wrap="square" rtlCol="0">
            <a:spAutoFit/>
          </a:bodyPr>
          <a:lstStyle/>
          <a:p>
            <a:pPr algn="ctr"/>
            <a:r>
              <a:rPr lang="en-GB" sz="2000" dirty="0">
                <a:latin typeface="CiscoSansTT Heavy" panose="020B0903020201020303" pitchFamily="34" charset="0"/>
                <a:ea typeface="CiscoSansCHS Bold" pitchFamily="2" charset="-120"/>
                <a:cs typeface="CiscoSansTT Heavy" panose="020B0903020201020303" pitchFamily="34" charset="0"/>
              </a:rPr>
              <a:t>Optional – Future Feature</a:t>
            </a:r>
          </a:p>
        </p:txBody>
      </p:sp>
      <p:grpSp>
        <p:nvGrpSpPr>
          <p:cNvPr id="58" name="Group 57">
            <a:extLst>
              <a:ext uri="{FF2B5EF4-FFF2-40B4-BE49-F238E27FC236}">
                <a16:creationId xmlns:a16="http://schemas.microsoft.com/office/drawing/2014/main" id="{EA927A40-EB0C-2A94-5AFB-C5920083B008}"/>
              </a:ext>
            </a:extLst>
          </p:cNvPr>
          <p:cNvGrpSpPr/>
          <p:nvPr/>
        </p:nvGrpSpPr>
        <p:grpSpPr>
          <a:xfrm>
            <a:off x="170532" y="1615997"/>
            <a:ext cx="5610968" cy="1661993"/>
            <a:chOff x="170532" y="1697884"/>
            <a:chExt cx="5610968" cy="1661993"/>
          </a:xfrm>
        </p:grpSpPr>
        <p:sp>
          <p:nvSpPr>
            <p:cNvPr id="31" name="TextBox 30">
              <a:extLst>
                <a:ext uri="{FF2B5EF4-FFF2-40B4-BE49-F238E27FC236}">
                  <a16:creationId xmlns:a16="http://schemas.microsoft.com/office/drawing/2014/main" id="{AC534CFE-3D09-E657-D464-E043155B8C5E}"/>
                </a:ext>
              </a:extLst>
            </p:cNvPr>
            <p:cNvSpPr txBox="1"/>
            <p:nvPr/>
          </p:nvSpPr>
          <p:spPr>
            <a:xfrm>
              <a:off x="1538684" y="1697884"/>
              <a:ext cx="4242816" cy="1661993"/>
            </a:xfrm>
            <a:prstGeom prst="rect">
              <a:avLst/>
            </a:prstGeom>
            <a:noFill/>
          </p:spPr>
          <p:txBody>
            <a:bodyPr wrap="square" rtlCol="0">
              <a:spAutoFit/>
            </a:bodyPr>
            <a:lstStyle/>
            <a:p>
              <a:r>
                <a:rPr lang="en-GB" sz="1200" dirty="0">
                  <a:latin typeface="CiscoSansTT Heavy" panose="020B0903020201020303" pitchFamily="34" charset="0"/>
                  <a:ea typeface="CiscoSansCHS Bold" pitchFamily="2" charset="-120"/>
                  <a:cs typeface="CiscoSansTT Heavy" panose="020B0903020201020303" pitchFamily="34" charset="0"/>
                </a:rPr>
                <a:t>UTM_CONTENT</a:t>
              </a:r>
            </a:p>
            <a:p>
              <a:pPr marL="0" marR="0"/>
              <a:r>
                <a:rPr lang="en-GB" sz="1000" b="1" dirty="0">
                  <a:latin typeface="+mn-lt"/>
                  <a:ea typeface="CiscoSansCHS Bold" pitchFamily="2" charset="-120"/>
                  <a:cs typeface="CiscoSansTT Heavy" panose="020B0903020201020303" pitchFamily="34" charset="0"/>
                </a:rPr>
                <a:t>Purpose:</a:t>
              </a:r>
              <a:r>
                <a:rPr lang="en-GB" sz="1000" dirty="0">
                  <a:latin typeface="+mn-lt"/>
                  <a:ea typeface="CiscoSansCHS Bold" pitchFamily="2" charset="-120"/>
                  <a:cs typeface="CiscoSansTT Heavy" panose="020B0903020201020303" pitchFamily="34" charset="0"/>
                </a:rPr>
                <a:t> Differentiates content within the same campaign (e.g., link A vs. link B or a banner ad vs. a text link).</a:t>
              </a:r>
            </a:p>
            <a:p>
              <a:pPr marL="0" marR="0"/>
              <a:endParaRPr lang="en-GB" sz="1000" dirty="0">
                <a:latin typeface="+mn-lt"/>
                <a:ea typeface="CiscoSansCHS Bold" pitchFamily="2" charset="-120"/>
                <a:cs typeface="CiscoSansTT Heavy" panose="020B0903020201020303" pitchFamily="34" charset="0"/>
              </a:endParaRPr>
            </a:p>
            <a:p>
              <a:pPr marL="0" marR="0"/>
              <a:r>
                <a:rPr lang="en-GB" sz="1000" b="1" dirty="0">
                  <a:latin typeface="+mn-lt"/>
                  <a:ea typeface="CiscoSansCHS Bold" pitchFamily="2" charset="-120"/>
                  <a:cs typeface="CiscoSansTT Heavy" panose="020B0903020201020303" pitchFamily="34" charset="0"/>
                </a:rPr>
                <a:t>Benefit:</a:t>
              </a:r>
              <a:r>
                <a:rPr lang="en-GB" sz="1000" dirty="0">
                  <a:latin typeface="+mn-lt"/>
                  <a:ea typeface="CiscoSansCHS Bold" pitchFamily="2" charset="-120"/>
                  <a:cs typeface="CiscoSansTT Heavy" panose="020B0903020201020303" pitchFamily="34" charset="0"/>
                </a:rPr>
                <a:t> This helps marketers test different creative elements (such as images or messaging) in their campaign. It enables A/B testing, so teams can determine which content type is most effective in converting visitors, leading to better engagement and conversions.</a:t>
              </a:r>
            </a:p>
            <a:p>
              <a:pPr marL="0" marR="0"/>
              <a:endParaRPr lang="en-GB" sz="1000" dirty="0">
                <a:latin typeface="+mn-lt"/>
                <a:ea typeface="CiscoSansCHS Bold" pitchFamily="2" charset="-120"/>
                <a:cs typeface="CiscoSansTT Heavy" panose="020B0903020201020303" pitchFamily="34" charset="0"/>
              </a:endParaRPr>
            </a:p>
            <a:p>
              <a:pPr marL="0" marR="0"/>
              <a:r>
                <a:rPr lang="en-GB" sz="1000" b="1" dirty="0">
                  <a:latin typeface="+mn-lt"/>
                  <a:ea typeface="CiscoSansCHS Bold" pitchFamily="2" charset="-120"/>
                  <a:cs typeface="CiscoSansTT Heavy" panose="020B0903020201020303" pitchFamily="34" charset="0"/>
                </a:rPr>
                <a:t>Cisco Alignment: </a:t>
              </a:r>
              <a:r>
                <a:rPr lang="en-GB" sz="1000" dirty="0">
                  <a:latin typeface="+mn-lt"/>
                  <a:ea typeface="CiscoSansCHS Bold" pitchFamily="2" charset="-120"/>
                  <a:cs typeface="CiscoSansTT Heavy" panose="020B0903020201020303" pitchFamily="34" charset="0"/>
                </a:rPr>
                <a:t>No Comparison</a:t>
              </a:r>
            </a:p>
          </p:txBody>
        </p:sp>
        <p:grpSp>
          <p:nvGrpSpPr>
            <p:cNvPr id="36" name="Group 35">
              <a:extLst>
                <a:ext uri="{FF2B5EF4-FFF2-40B4-BE49-F238E27FC236}">
                  <a16:creationId xmlns:a16="http://schemas.microsoft.com/office/drawing/2014/main" id="{37016618-D65B-579F-BD20-9D814024F1E5}"/>
                </a:ext>
              </a:extLst>
            </p:cNvPr>
            <p:cNvGrpSpPr/>
            <p:nvPr/>
          </p:nvGrpSpPr>
          <p:grpSpPr>
            <a:xfrm>
              <a:off x="170532" y="1934520"/>
              <a:ext cx="1188720" cy="1188720"/>
              <a:chOff x="6614160" y="2514600"/>
              <a:chExt cx="1188720" cy="1188720"/>
            </a:xfrm>
            <a:effectLst>
              <a:outerShdw blurRad="50800" dist="63500" dir="2700000" algn="tl" rotWithShape="0">
                <a:prstClr val="black">
                  <a:alpha val="40000"/>
                </a:prstClr>
              </a:outerShdw>
            </a:effectLst>
          </p:grpSpPr>
          <p:sp>
            <p:nvSpPr>
              <p:cNvPr id="37" name="Oval 36">
                <a:extLst>
                  <a:ext uri="{FF2B5EF4-FFF2-40B4-BE49-F238E27FC236}">
                    <a16:creationId xmlns:a16="http://schemas.microsoft.com/office/drawing/2014/main" id="{CCC3C925-0D9B-ABAF-6ABD-1EFE26DA1ED4}"/>
                  </a:ext>
                </a:extLst>
              </p:cNvPr>
              <p:cNvSpPr/>
              <p:nvPr/>
            </p:nvSpPr>
            <p:spPr>
              <a:xfrm>
                <a:off x="6614160" y="2514600"/>
                <a:ext cx="1188720" cy="1188720"/>
              </a:xfrm>
              <a:prstGeom prst="ellipse">
                <a:avLst/>
              </a:prstGeom>
              <a:solidFill>
                <a:schemeClr val="bg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8" name="Oval 37">
                <a:extLst>
                  <a:ext uri="{FF2B5EF4-FFF2-40B4-BE49-F238E27FC236}">
                    <a16:creationId xmlns:a16="http://schemas.microsoft.com/office/drawing/2014/main" id="{94FCA80B-999B-A199-EEFE-D7ABE7DAE970}"/>
                  </a:ext>
                </a:extLst>
              </p:cNvPr>
              <p:cNvSpPr/>
              <p:nvPr/>
            </p:nvSpPr>
            <p:spPr>
              <a:xfrm>
                <a:off x="6705600" y="2606040"/>
                <a:ext cx="1005840" cy="1005840"/>
              </a:xfrm>
              <a:prstGeom prst="ellipse">
                <a:avLst/>
              </a:prstGeom>
              <a:noFill/>
              <a:ln w="381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39" name="Graphic 38" descr="Wreath with solid fill">
                <a:extLst>
                  <a:ext uri="{FF2B5EF4-FFF2-40B4-BE49-F238E27FC236}">
                    <a16:creationId xmlns:a16="http://schemas.microsoft.com/office/drawing/2014/main" id="{9B992CE2-D2E2-D523-8568-F9A412D0FE8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888480" y="2788920"/>
                <a:ext cx="640080" cy="640080"/>
              </a:xfrm>
              <a:prstGeom prst="rect">
                <a:avLst/>
              </a:prstGeom>
            </p:spPr>
          </p:pic>
        </p:grpSp>
      </p:grpSp>
      <p:grpSp>
        <p:nvGrpSpPr>
          <p:cNvPr id="59" name="Group 58">
            <a:extLst>
              <a:ext uri="{FF2B5EF4-FFF2-40B4-BE49-F238E27FC236}">
                <a16:creationId xmlns:a16="http://schemas.microsoft.com/office/drawing/2014/main" id="{BFD9492F-44CF-5D8E-5F37-C47B37B8BD3D}"/>
              </a:ext>
            </a:extLst>
          </p:cNvPr>
          <p:cNvGrpSpPr/>
          <p:nvPr/>
        </p:nvGrpSpPr>
        <p:grpSpPr>
          <a:xfrm>
            <a:off x="170532" y="3280421"/>
            <a:ext cx="5608687" cy="1692771"/>
            <a:chOff x="170532" y="3532980"/>
            <a:chExt cx="5608687" cy="1692771"/>
          </a:xfrm>
        </p:grpSpPr>
        <p:sp>
          <p:nvSpPr>
            <p:cNvPr id="32" name="TextBox 31">
              <a:extLst>
                <a:ext uri="{FF2B5EF4-FFF2-40B4-BE49-F238E27FC236}">
                  <a16:creationId xmlns:a16="http://schemas.microsoft.com/office/drawing/2014/main" id="{B3EBB483-2B3A-E6D3-DBD1-2AA76174DE6B}"/>
                </a:ext>
              </a:extLst>
            </p:cNvPr>
            <p:cNvSpPr txBox="1"/>
            <p:nvPr/>
          </p:nvSpPr>
          <p:spPr>
            <a:xfrm>
              <a:off x="1538684" y="3532980"/>
              <a:ext cx="4240535" cy="1692771"/>
            </a:xfrm>
            <a:prstGeom prst="rect">
              <a:avLst/>
            </a:prstGeom>
            <a:noFill/>
          </p:spPr>
          <p:txBody>
            <a:bodyPr wrap="square" rtlCol="0">
              <a:spAutoFit/>
            </a:bodyPr>
            <a:lstStyle/>
            <a:p>
              <a:pPr marL="0" marR="0"/>
              <a:r>
                <a:rPr lang="en-GB" sz="1200" dirty="0">
                  <a:latin typeface="CiscoSansTT Heavy" panose="020B0903020201020303" pitchFamily="34" charset="0"/>
                  <a:ea typeface="CiscoSansCHS Bold" pitchFamily="2" charset="-120"/>
                  <a:cs typeface="CiscoSansTT Heavy" panose="020B0903020201020303" pitchFamily="34" charset="0"/>
                </a:rPr>
                <a:t>UTM_TERM</a:t>
              </a:r>
            </a:p>
            <a:p>
              <a:pPr marL="0" marR="0"/>
              <a:r>
                <a:rPr lang="en-GB" sz="1000" b="1" dirty="0">
                  <a:latin typeface="+mn-lt"/>
                  <a:ea typeface="CiscoSansCHS Bold" pitchFamily="2" charset="-120"/>
                  <a:cs typeface="CiscoSansTT Heavy" panose="020B0903020201020303" pitchFamily="34" charset="0"/>
                </a:rPr>
                <a:t>Purpose: </a:t>
              </a:r>
              <a:r>
                <a:rPr lang="en-GB" sz="1000" dirty="0">
                  <a:latin typeface="+mn-lt"/>
                  <a:ea typeface="CiscoSansCHS Bold" pitchFamily="2" charset="-120"/>
                  <a:cs typeface="CiscoSansTT Heavy" panose="020B0903020201020303" pitchFamily="34" charset="0"/>
                </a:rPr>
                <a:t>Typically used to identify paid search keywords associated with the campaign.</a:t>
              </a:r>
            </a:p>
            <a:p>
              <a:pPr marL="0" marR="0"/>
              <a:endParaRPr lang="en-GB" sz="1000" dirty="0">
                <a:latin typeface="+mn-lt"/>
                <a:ea typeface="CiscoSansCHS Bold" pitchFamily="2" charset="-120"/>
                <a:cs typeface="CiscoSansTT Heavy" panose="020B0903020201020303" pitchFamily="34" charset="0"/>
              </a:endParaRPr>
            </a:p>
            <a:p>
              <a:pPr marL="0" marR="0"/>
              <a:r>
                <a:rPr lang="en-GB" sz="1000" b="1" dirty="0">
                  <a:latin typeface="+mn-lt"/>
                  <a:ea typeface="CiscoSansCHS Bold" pitchFamily="2" charset="-120"/>
                  <a:cs typeface="CiscoSansTT Heavy" panose="020B0903020201020303" pitchFamily="34" charset="0"/>
                </a:rPr>
                <a:t>Benefit: </a:t>
              </a:r>
              <a:r>
                <a:rPr lang="en-GB" sz="1000" dirty="0">
                  <a:latin typeface="+mn-lt"/>
                  <a:ea typeface="CiscoSansCHS Bold" pitchFamily="2" charset="-120"/>
                  <a:cs typeface="CiscoSansTT Heavy" panose="020B0903020201020303" pitchFamily="34" charset="0"/>
                </a:rPr>
                <a:t>By tagging specific keywords, marketers can track which keywords are driving the most relevant traffic, helping improve keyword bidding strategies in paid search campaigns. This ensures more targeted ads and more efficient use of the marketing budget</a:t>
              </a:r>
              <a:r>
                <a:rPr lang="en-GB" sz="1200" dirty="0">
                  <a:latin typeface="+mn-lt"/>
                  <a:ea typeface="CiscoSansCHS Bold" pitchFamily="2" charset="-120"/>
                  <a:cs typeface="CiscoSansTT Heavy" panose="020B0903020201020303" pitchFamily="34" charset="0"/>
                </a:rPr>
                <a:t>.</a:t>
              </a:r>
            </a:p>
            <a:p>
              <a:pPr marL="0" marR="0"/>
              <a:endParaRPr lang="en-GB" sz="1000" dirty="0">
                <a:latin typeface="+mn-lt"/>
                <a:ea typeface="CiscoSansCHS Bold" pitchFamily="2" charset="-120"/>
                <a:cs typeface="CiscoSansTT Heavy" panose="020B0903020201020303" pitchFamily="34" charset="0"/>
              </a:endParaRPr>
            </a:p>
            <a:p>
              <a:r>
                <a:rPr lang="en-GB" sz="1000" b="1" dirty="0">
                  <a:latin typeface="+mn-lt"/>
                  <a:ea typeface="CiscoSansCHS Bold" pitchFamily="2" charset="-120"/>
                  <a:cs typeface="CiscoSansTT Heavy" panose="020B0903020201020303" pitchFamily="34" charset="0"/>
                </a:rPr>
                <a:t>Cisco Alignment</a:t>
              </a:r>
              <a:r>
                <a:rPr lang="en-GB" sz="1000" dirty="0">
                  <a:latin typeface="+mn-lt"/>
                  <a:ea typeface="CiscoSansCHS Bold" pitchFamily="2" charset="-120"/>
                  <a:cs typeface="CiscoSansTT Heavy" panose="020B0903020201020303" pitchFamily="34" charset="0"/>
                </a:rPr>
                <a:t>: No Comparison</a:t>
              </a:r>
            </a:p>
          </p:txBody>
        </p:sp>
        <p:grpSp>
          <p:nvGrpSpPr>
            <p:cNvPr id="40" name="Group 39">
              <a:extLst>
                <a:ext uri="{FF2B5EF4-FFF2-40B4-BE49-F238E27FC236}">
                  <a16:creationId xmlns:a16="http://schemas.microsoft.com/office/drawing/2014/main" id="{8ECBE41E-1E86-B814-4F0A-B623720C231C}"/>
                </a:ext>
              </a:extLst>
            </p:cNvPr>
            <p:cNvGrpSpPr/>
            <p:nvPr/>
          </p:nvGrpSpPr>
          <p:grpSpPr>
            <a:xfrm>
              <a:off x="170532" y="3785005"/>
              <a:ext cx="1188720" cy="1188720"/>
              <a:chOff x="6614160" y="2514600"/>
              <a:chExt cx="1188720" cy="1188720"/>
            </a:xfrm>
            <a:effectLst>
              <a:outerShdw blurRad="50800" dist="63500" dir="2700000" algn="tl" rotWithShape="0">
                <a:prstClr val="black">
                  <a:alpha val="40000"/>
                </a:prstClr>
              </a:outerShdw>
            </a:effectLst>
          </p:grpSpPr>
          <p:sp>
            <p:nvSpPr>
              <p:cNvPr id="41" name="Oval 40">
                <a:extLst>
                  <a:ext uri="{FF2B5EF4-FFF2-40B4-BE49-F238E27FC236}">
                    <a16:creationId xmlns:a16="http://schemas.microsoft.com/office/drawing/2014/main" id="{411B5F44-2878-A2B6-CFB0-0E9978F4C41A}"/>
                  </a:ext>
                </a:extLst>
              </p:cNvPr>
              <p:cNvSpPr/>
              <p:nvPr/>
            </p:nvSpPr>
            <p:spPr>
              <a:xfrm>
                <a:off x="6614160" y="2514600"/>
                <a:ext cx="1188720" cy="1188720"/>
              </a:xfrm>
              <a:prstGeom prst="ellipse">
                <a:avLst/>
              </a:prstGeom>
              <a:solidFill>
                <a:srgbClr val="4B88E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2" name="Oval 41">
                <a:extLst>
                  <a:ext uri="{FF2B5EF4-FFF2-40B4-BE49-F238E27FC236}">
                    <a16:creationId xmlns:a16="http://schemas.microsoft.com/office/drawing/2014/main" id="{4A8A1310-5937-2B71-E59A-FAB5B0BA6F8C}"/>
                  </a:ext>
                </a:extLst>
              </p:cNvPr>
              <p:cNvSpPr/>
              <p:nvPr/>
            </p:nvSpPr>
            <p:spPr>
              <a:xfrm>
                <a:off x="6705600" y="2606040"/>
                <a:ext cx="1005840" cy="1005840"/>
              </a:xfrm>
              <a:prstGeom prst="ellipse">
                <a:avLst/>
              </a:prstGeom>
              <a:noFill/>
              <a:ln w="381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43" name="Graphic 42" descr="Research with solid fill">
                <a:extLst>
                  <a:ext uri="{FF2B5EF4-FFF2-40B4-BE49-F238E27FC236}">
                    <a16:creationId xmlns:a16="http://schemas.microsoft.com/office/drawing/2014/main" id="{4B07FAAC-0652-262A-4F2F-6785534D1EB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888480" y="2788920"/>
                <a:ext cx="640080" cy="640080"/>
              </a:xfrm>
              <a:prstGeom prst="rect">
                <a:avLst/>
              </a:prstGeom>
            </p:spPr>
          </p:pic>
        </p:grpSp>
      </p:grpSp>
      <p:pic>
        <p:nvPicPr>
          <p:cNvPr id="46" name="Picture 45">
            <a:extLst>
              <a:ext uri="{FF2B5EF4-FFF2-40B4-BE49-F238E27FC236}">
                <a16:creationId xmlns:a16="http://schemas.microsoft.com/office/drawing/2014/main" id="{A6E9EACB-AF76-B938-5242-16A3622750DD}"/>
              </a:ext>
            </a:extLst>
          </p:cNvPr>
          <p:cNvPicPr>
            <a:picLocks noChangeAspect="1"/>
          </p:cNvPicPr>
          <p:nvPr/>
        </p:nvPicPr>
        <p:blipFill>
          <a:blip r:embed="rId5"/>
          <a:stretch>
            <a:fillRect/>
          </a:stretch>
        </p:blipFill>
        <p:spPr>
          <a:xfrm>
            <a:off x="7120505" y="2088108"/>
            <a:ext cx="4043103" cy="2347901"/>
          </a:xfrm>
          <a:prstGeom prst="rect">
            <a:avLst/>
          </a:prstGeom>
        </p:spPr>
      </p:pic>
      <p:sp>
        <p:nvSpPr>
          <p:cNvPr id="47" name="TextBox 46">
            <a:extLst>
              <a:ext uri="{FF2B5EF4-FFF2-40B4-BE49-F238E27FC236}">
                <a16:creationId xmlns:a16="http://schemas.microsoft.com/office/drawing/2014/main" id="{C0039B79-8AD4-5C91-1B51-3ADB581BD9AF}"/>
              </a:ext>
            </a:extLst>
          </p:cNvPr>
          <p:cNvSpPr txBox="1"/>
          <p:nvPr/>
        </p:nvSpPr>
        <p:spPr>
          <a:xfrm>
            <a:off x="6996294" y="1033822"/>
            <a:ext cx="3707532" cy="400110"/>
          </a:xfrm>
          <a:prstGeom prst="rect">
            <a:avLst/>
          </a:prstGeom>
          <a:noFill/>
        </p:spPr>
        <p:txBody>
          <a:bodyPr wrap="square" rtlCol="0">
            <a:spAutoFit/>
          </a:bodyPr>
          <a:lstStyle/>
          <a:p>
            <a:pPr algn="ctr"/>
            <a:r>
              <a:rPr lang="en-GB" sz="2000" dirty="0">
                <a:latin typeface="CiscoSansTT Heavy" panose="020B0903020201020303" pitchFamily="34" charset="0"/>
                <a:ea typeface="CiscoSansCHS Bold" pitchFamily="2" charset="-120"/>
                <a:cs typeface="CiscoSansTT Heavy" panose="020B0903020201020303" pitchFamily="34" charset="0"/>
              </a:rPr>
              <a:t>UTM Traffic Builder</a:t>
            </a:r>
          </a:p>
        </p:txBody>
      </p:sp>
      <p:sp>
        <p:nvSpPr>
          <p:cNvPr id="48" name="TextBox 47">
            <a:extLst>
              <a:ext uri="{FF2B5EF4-FFF2-40B4-BE49-F238E27FC236}">
                <a16:creationId xmlns:a16="http://schemas.microsoft.com/office/drawing/2014/main" id="{3F49CC22-A2E4-805C-1D76-5CB0335C95CA}"/>
              </a:ext>
            </a:extLst>
          </p:cNvPr>
          <p:cNvSpPr txBox="1"/>
          <p:nvPr/>
        </p:nvSpPr>
        <p:spPr>
          <a:xfrm>
            <a:off x="7601804" y="4626590"/>
            <a:ext cx="2934268" cy="369332"/>
          </a:xfrm>
          <a:prstGeom prst="rect">
            <a:avLst/>
          </a:prstGeom>
          <a:noFill/>
        </p:spPr>
        <p:txBody>
          <a:bodyPr wrap="square" rtlCol="0">
            <a:spAutoFit/>
          </a:bodyPr>
          <a:lstStyle/>
          <a:p>
            <a:pPr algn="ctr"/>
            <a:r>
              <a:rPr lang="en-GB" dirty="0">
                <a:latin typeface="+mn-lt"/>
                <a:hlinkClick r:id="rId6"/>
              </a:rPr>
              <a:t>UTM Traffic Builder Link</a:t>
            </a:r>
            <a:endParaRPr lang="en-GB" dirty="0">
              <a:latin typeface="+mn-lt"/>
            </a:endParaRPr>
          </a:p>
        </p:txBody>
      </p:sp>
      <p:sp>
        <p:nvSpPr>
          <p:cNvPr id="49" name="TextBox 48">
            <a:extLst>
              <a:ext uri="{FF2B5EF4-FFF2-40B4-BE49-F238E27FC236}">
                <a16:creationId xmlns:a16="http://schemas.microsoft.com/office/drawing/2014/main" id="{DD9BED9F-CCD1-6AF9-0486-6B1343E6AD2D}"/>
              </a:ext>
            </a:extLst>
          </p:cNvPr>
          <p:cNvSpPr txBox="1"/>
          <p:nvPr/>
        </p:nvSpPr>
        <p:spPr>
          <a:xfrm>
            <a:off x="7192370" y="5363570"/>
            <a:ext cx="4026090" cy="646331"/>
          </a:xfrm>
          <a:prstGeom prst="rect">
            <a:avLst/>
          </a:prstGeom>
          <a:noFill/>
        </p:spPr>
        <p:txBody>
          <a:bodyPr wrap="square" rtlCol="0">
            <a:spAutoFit/>
          </a:bodyPr>
          <a:lstStyle/>
          <a:p>
            <a:pPr algn="ctr"/>
            <a:r>
              <a:rPr lang="en-GB" i="1" dirty="0">
                <a:solidFill>
                  <a:schemeClr val="tx2"/>
                </a:solidFill>
                <a:latin typeface="+mn-lt"/>
              </a:rPr>
              <a:t>Traffic Builder is only used for teams NOT working via Workfront</a:t>
            </a:r>
          </a:p>
        </p:txBody>
      </p:sp>
      <p:grpSp>
        <p:nvGrpSpPr>
          <p:cNvPr id="57" name="Group 56">
            <a:extLst>
              <a:ext uri="{FF2B5EF4-FFF2-40B4-BE49-F238E27FC236}">
                <a16:creationId xmlns:a16="http://schemas.microsoft.com/office/drawing/2014/main" id="{217C4434-7836-5FDE-73E3-12BF70130D07}"/>
              </a:ext>
            </a:extLst>
          </p:cNvPr>
          <p:cNvGrpSpPr/>
          <p:nvPr/>
        </p:nvGrpSpPr>
        <p:grpSpPr>
          <a:xfrm>
            <a:off x="170532" y="4975623"/>
            <a:ext cx="5626891" cy="1508105"/>
            <a:chOff x="170532" y="4607132"/>
            <a:chExt cx="5626891" cy="1508105"/>
          </a:xfrm>
        </p:grpSpPr>
        <p:sp>
          <p:nvSpPr>
            <p:cNvPr id="50" name="TextBox 49">
              <a:extLst>
                <a:ext uri="{FF2B5EF4-FFF2-40B4-BE49-F238E27FC236}">
                  <a16:creationId xmlns:a16="http://schemas.microsoft.com/office/drawing/2014/main" id="{AE6A0918-0F99-B805-3903-64C7A0CBD52C}"/>
                </a:ext>
              </a:extLst>
            </p:cNvPr>
            <p:cNvSpPr txBox="1"/>
            <p:nvPr/>
          </p:nvSpPr>
          <p:spPr>
            <a:xfrm>
              <a:off x="1554607" y="4607132"/>
              <a:ext cx="4242816" cy="1508105"/>
            </a:xfrm>
            <a:prstGeom prst="rect">
              <a:avLst/>
            </a:prstGeom>
            <a:noFill/>
          </p:spPr>
          <p:txBody>
            <a:bodyPr wrap="square" rtlCol="0">
              <a:spAutoFit/>
            </a:bodyPr>
            <a:lstStyle/>
            <a:p>
              <a:r>
                <a:rPr lang="en-GB" sz="1200" dirty="0">
                  <a:latin typeface="CiscoSansTT Heavy" panose="020B0903020201020303" pitchFamily="34" charset="0"/>
                  <a:ea typeface="CiscoSansCHS Bold" pitchFamily="2" charset="-120"/>
                  <a:cs typeface="CiscoSansTT Heavy" panose="020B0903020201020303" pitchFamily="34" charset="0"/>
                </a:rPr>
                <a:t>UTM_CREATIVE</a:t>
              </a:r>
            </a:p>
            <a:p>
              <a:pPr marL="0" marR="0"/>
              <a:r>
                <a:rPr lang="en-GB" sz="1000" b="1" dirty="0">
                  <a:latin typeface="+mn-lt"/>
                  <a:ea typeface="CiscoSansCHS Bold" pitchFamily="2" charset="-120"/>
                  <a:cs typeface="CiscoSansTT Heavy" panose="020B0903020201020303" pitchFamily="34" charset="0"/>
                </a:rPr>
                <a:t>Purpose:</a:t>
              </a:r>
              <a:r>
                <a:rPr lang="en-GB" sz="1000" dirty="0">
                  <a:latin typeface="+mn-lt"/>
                  <a:ea typeface="CiscoSansCHS Bold" pitchFamily="2" charset="-120"/>
                  <a:cs typeface="CiscoSansTT Heavy" panose="020B0903020201020303" pitchFamily="34" charset="0"/>
                </a:rPr>
                <a:t> </a:t>
              </a:r>
              <a:r>
                <a:rPr lang="en-US" sz="1000" dirty="0"/>
                <a:t>records the visual content of your ad campaign that first brought a specific user to your website and is found in user acquisition reports</a:t>
              </a:r>
            </a:p>
            <a:p>
              <a:pPr marL="0" marR="0"/>
              <a:endParaRPr lang="en-GB" sz="1000" dirty="0">
                <a:latin typeface="+mn-lt"/>
                <a:ea typeface="CiscoSansCHS Bold" pitchFamily="2" charset="-120"/>
                <a:cs typeface="CiscoSansTT Heavy" panose="020B0903020201020303" pitchFamily="34" charset="0"/>
              </a:endParaRPr>
            </a:p>
            <a:p>
              <a:pPr marL="0" marR="0"/>
              <a:r>
                <a:rPr lang="en-GB" sz="1000" b="1" dirty="0">
                  <a:latin typeface="+mn-lt"/>
                  <a:ea typeface="CiscoSansCHS Bold" pitchFamily="2" charset="-120"/>
                  <a:cs typeface="CiscoSansTT Heavy" panose="020B0903020201020303" pitchFamily="34" charset="0"/>
                </a:rPr>
                <a:t>Benefit:</a:t>
              </a:r>
              <a:r>
                <a:rPr lang="en-GB" sz="1000" dirty="0">
                  <a:latin typeface="+mn-lt"/>
                  <a:ea typeface="CiscoSansCHS Bold" pitchFamily="2" charset="-120"/>
                  <a:cs typeface="CiscoSansTT Heavy" panose="020B0903020201020303" pitchFamily="34" charset="0"/>
                </a:rPr>
                <a:t> </a:t>
              </a:r>
              <a:r>
                <a:rPr lang="en-US" sz="1000" dirty="0">
                  <a:cs typeface="CiscoSansTT Heavy" panose="020B0903020201020303" pitchFamily="34" charset="0"/>
                </a:rPr>
                <a:t>T</a:t>
              </a:r>
              <a:r>
                <a:rPr lang="en-US" sz="1000" dirty="0"/>
                <a:t>o get precise insights into which specific ad creatives, social posts, or email subjects drive traffic and conversions to your website</a:t>
              </a:r>
            </a:p>
            <a:p>
              <a:pPr marL="0" marR="0"/>
              <a:endParaRPr lang="en-US" sz="1000" b="1" dirty="0">
                <a:latin typeface="+mn-lt"/>
                <a:ea typeface="CiscoSansCHS Bold" pitchFamily="2" charset="-120"/>
                <a:cs typeface="CiscoSansTT Heavy" panose="020B0903020201020303" pitchFamily="34" charset="0"/>
              </a:endParaRPr>
            </a:p>
            <a:p>
              <a:pPr marL="0" marR="0"/>
              <a:r>
                <a:rPr lang="en-GB" sz="1000" b="1" dirty="0">
                  <a:latin typeface="+mn-lt"/>
                  <a:ea typeface="CiscoSansCHS Bold" pitchFamily="2" charset="-120"/>
                  <a:cs typeface="CiscoSansTT Heavy" panose="020B0903020201020303" pitchFamily="34" charset="0"/>
                </a:rPr>
                <a:t>Cisco Alignment: </a:t>
              </a:r>
              <a:r>
                <a:rPr lang="en-GB" sz="1000" dirty="0">
                  <a:latin typeface="+mn-lt"/>
                  <a:ea typeface="CiscoSansCHS Bold" pitchFamily="2" charset="-120"/>
                  <a:cs typeface="CiscoSansTT Heavy" panose="020B0903020201020303" pitchFamily="34" charset="0"/>
                </a:rPr>
                <a:t>No Comparison</a:t>
              </a:r>
            </a:p>
          </p:txBody>
        </p:sp>
        <p:grpSp>
          <p:nvGrpSpPr>
            <p:cNvPr id="51" name="Group 50">
              <a:extLst>
                <a:ext uri="{FF2B5EF4-FFF2-40B4-BE49-F238E27FC236}">
                  <a16:creationId xmlns:a16="http://schemas.microsoft.com/office/drawing/2014/main" id="{40DAD413-F6B0-088C-8C98-C13CD79A7070}"/>
                </a:ext>
              </a:extLst>
            </p:cNvPr>
            <p:cNvGrpSpPr/>
            <p:nvPr/>
          </p:nvGrpSpPr>
          <p:grpSpPr>
            <a:xfrm>
              <a:off x="170532" y="4843768"/>
              <a:ext cx="1188720" cy="1188720"/>
              <a:chOff x="6614160" y="2514600"/>
              <a:chExt cx="1188720" cy="1188720"/>
            </a:xfrm>
            <a:effectLst>
              <a:outerShdw blurRad="50800" dist="63500" dir="2700000" algn="tl" rotWithShape="0">
                <a:prstClr val="black">
                  <a:alpha val="40000"/>
                </a:prstClr>
              </a:outerShdw>
            </a:effectLst>
          </p:grpSpPr>
          <p:sp>
            <p:nvSpPr>
              <p:cNvPr id="52" name="Oval 51">
                <a:extLst>
                  <a:ext uri="{FF2B5EF4-FFF2-40B4-BE49-F238E27FC236}">
                    <a16:creationId xmlns:a16="http://schemas.microsoft.com/office/drawing/2014/main" id="{AA725088-BAAF-8ADF-0DDA-1C2DBC6A0BFB}"/>
                  </a:ext>
                </a:extLst>
              </p:cNvPr>
              <p:cNvSpPr/>
              <p:nvPr/>
            </p:nvSpPr>
            <p:spPr>
              <a:xfrm>
                <a:off x="6614160" y="2514600"/>
                <a:ext cx="1188720" cy="1188720"/>
              </a:xfrm>
              <a:prstGeom prst="ellipse">
                <a:avLst/>
              </a:prstGeom>
              <a:solidFill>
                <a:schemeClr val="bg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53" name="Oval 52">
                <a:extLst>
                  <a:ext uri="{FF2B5EF4-FFF2-40B4-BE49-F238E27FC236}">
                    <a16:creationId xmlns:a16="http://schemas.microsoft.com/office/drawing/2014/main" id="{49961329-6498-53F4-6137-8B802EFAEF70}"/>
                  </a:ext>
                </a:extLst>
              </p:cNvPr>
              <p:cNvSpPr/>
              <p:nvPr/>
            </p:nvSpPr>
            <p:spPr>
              <a:xfrm>
                <a:off x="6705600" y="2606040"/>
                <a:ext cx="1005840" cy="1005840"/>
              </a:xfrm>
              <a:prstGeom prst="ellipse">
                <a:avLst/>
              </a:prstGeom>
              <a:noFill/>
              <a:ln w="38100">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54" name="Graphic 53" descr="Wreath with solid fill">
                <a:extLst>
                  <a:ext uri="{FF2B5EF4-FFF2-40B4-BE49-F238E27FC236}">
                    <a16:creationId xmlns:a16="http://schemas.microsoft.com/office/drawing/2014/main" id="{454B1056-4962-4B17-C66E-1AE918AFCDE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888480" y="2788920"/>
                <a:ext cx="640080" cy="640080"/>
              </a:xfrm>
              <a:prstGeom prst="rect">
                <a:avLst/>
              </a:prstGeom>
            </p:spPr>
          </p:pic>
        </p:grpSp>
      </p:grpSp>
    </p:spTree>
    <p:extLst>
      <p:ext uri="{BB962C8B-B14F-4D97-AF65-F5344CB8AC3E}">
        <p14:creationId xmlns:p14="http://schemas.microsoft.com/office/powerpoint/2010/main" val="18631486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4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B516C-89C4-971A-8304-9B3436CEBDD8}"/>
            </a:ext>
          </a:extLst>
        </p:cNvPr>
        <p:cNvGrpSpPr/>
        <p:nvPr/>
      </p:nvGrpSpPr>
      <p:grpSpPr>
        <a:xfrm>
          <a:off x="0" y="0"/>
          <a:ext cx="0" cy="0"/>
          <a:chOff x="0" y="0"/>
          <a:chExt cx="0" cy="0"/>
        </a:xfrm>
      </p:grpSpPr>
      <p:sp>
        <p:nvSpPr>
          <p:cNvPr id="35" name="Rectangle: Rounded Corners 34">
            <a:extLst>
              <a:ext uri="{FF2B5EF4-FFF2-40B4-BE49-F238E27FC236}">
                <a16:creationId xmlns:a16="http://schemas.microsoft.com/office/drawing/2014/main" id="{0D79805F-8D3D-DD79-E120-DF9FF157C068}"/>
              </a:ext>
            </a:extLst>
          </p:cNvPr>
          <p:cNvSpPr/>
          <p:nvPr/>
        </p:nvSpPr>
        <p:spPr>
          <a:xfrm>
            <a:off x="479376" y="1412776"/>
            <a:ext cx="3096344" cy="3744416"/>
          </a:xfrm>
          <a:prstGeom prst="roundRect">
            <a:avLst>
              <a:gd name="adj" fmla="val 9284"/>
            </a:avLst>
          </a:prstGeom>
          <a:solidFill>
            <a:schemeClr val="bg2"/>
          </a:solidFill>
          <a:ln>
            <a:solidFill>
              <a:schemeClr val="bg1">
                <a:lumMod val="90000"/>
                <a:lumOff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 name="Picture 33">
            <a:extLst>
              <a:ext uri="{FF2B5EF4-FFF2-40B4-BE49-F238E27FC236}">
                <a16:creationId xmlns:a16="http://schemas.microsoft.com/office/drawing/2014/main" id="{B27AE7D6-AF3B-2BA2-BE80-61FF45159D0D}"/>
              </a:ext>
            </a:extLst>
          </p:cNvPr>
          <p:cNvPicPr>
            <a:picLocks noChangeAspect="1"/>
          </p:cNvPicPr>
          <p:nvPr/>
        </p:nvPicPr>
        <p:blipFill>
          <a:blip r:embed="rId3"/>
          <a:stretch>
            <a:fillRect/>
          </a:stretch>
        </p:blipFill>
        <p:spPr>
          <a:xfrm>
            <a:off x="647423" y="1534480"/>
            <a:ext cx="2760251" cy="3501008"/>
          </a:xfrm>
          <a:prstGeom prst="rect">
            <a:avLst/>
          </a:prstGeom>
        </p:spPr>
      </p:pic>
      <p:grpSp>
        <p:nvGrpSpPr>
          <p:cNvPr id="53" name="Group 52">
            <a:extLst>
              <a:ext uri="{FF2B5EF4-FFF2-40B4-BE49-F238E27FC236}">
                <a16:creationId xmlns:a16="http://schemas.microsoft.com/office/drawing/2014/main" id="{63E42931-B26B-FBD3-57D0-B54DA183B7CD}"/>
              </a:ext>
            </a:extLst>
          </p:cNvPr>
          <p:cNvGrpSpPr/>
          <p:nvPr/>
        </p:nvGrpSpPr>
        <p:grpSpPr>
          <a:xfrm>
            <a:off x="3863752" y="1052736"/>
            <a:ext cx="596000" cy="5394960"/>
            <a:chOff x="4511824" y="1052736"/>
            <a:chExt cx="596000" cy="5394960"/>
          </a:xfrm>
        </p:grpSpPr>
        <p:sp>
          <p:nvSpPr>
            <p:cNvPr id="51" name="Rectangle 50">
              <a:extLst>
                <a:ext uri="{FF2B5EF4-FFF2-40B4-BE49-F238E27FC236}">
                  <a16:creationId xmlns:a16="http://schemas.microsoft.com/office/drawing/2014/main" id="{EAA38298-5C15-F0BD-AA53-82FF47111193}"/>
                </a:ext>
              </a:extLst>
            </p:cNvPr>
            <p:cNvSpPr/>
            <p:nvPr/>
          </p:nvSpPr>
          <p:spPr>
            <a:xfrm rot="10800000" flipH="1" flipV="1">
              <a:off x="4768326" y="1052736"/>
              <a:ext cx="339498" cy="5394960"/>
            </a:xfrm>
            <a:prstGeom prst="rect">
              <a:avLst/>
            </a:prstGeom>
            <a:gradFill>
              <a:gsLst>
                <a:gs pos="0">
                  <a:schemeClr val="tx1">
                    <a:lumMod val="50000"/>
                    <a:alpha val="36000"/>
                  </a:schemeClr>
                </a:gs>
                <a:gs pos="90000">
                  <a:schemeClr val="tx1">
                    <a:lumMod val="50000"/>
                    <a:alpha val="0"/>
                  </a:schemeClr>
                </a:gs>
              </a:gsLst>
              <a:lin ang="10800000" scaled="1"/>
            </a:gradFill>
            <a:ln>
              <a:noFill/>
            </a:ln>
            <a:effectLst>
              <a:softEdge rad="114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ectangle 51">
              <a:extLst>
                <a:ext uri="{FF2B5EF4-FFF2-40B4-BE49-F238E27FC236}">
                  <a16:creationId xmlns:a16="http://schemas.microsoft.com/office/drawing/2014/main" id="{BA78CA11-43CB-D8D1-0503-CECD0A21FDF8}"/>
                </a:ext>
              </a:extLst>
            </p:cNvPr>
            <p:cNvSpPr/>
            <p:nvPr/>
          </p:nvSpPr>
          <p:spPr>
            <a:xfrm rot="10800000" flipH="1" flipV="1">
              <a:off x="4511824" y="1052736"/>
              <a:ext cx="460113" cy="5394885"/>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ext Placeholder 1">
            <a:extLst>
              <a:ext uri="{FF2B5EF4-FFF2-40B4-BE49-F238E27FC236}">
                <a16:creationId xmlns:a16="http://schemas.microsoft.com/office/drawing/2014/main" id="{522AC48D-9C0F-35F5-C170-1EE5FD7AA3BD}"/>
              </a:ext>
            </a:extLst>
          </p:cNvPr>
          <p:cNvSpPr>
            <a:spLocks noGrp="1"/>
          </p:cNvSpPr>
          <p:nvPr>
            <p:ph type="body" sz="quarter" idx="82"/>
          </p:nvPr>
        </p:nvSpPr>
        <p:spPr/>
        <p:txBody>
          <a:bodyPr/>
          <a:lstStyle/>
          <a:p>
            <a:r>
              <a:rPr lang="en-GB" dirty="0"/>
              <a:t>Email Campaign – Marketo</a:t>
            </a:r>
          </a:p>
        </p:txBody>
      </p:sp>
      <p:sp>
        <p:nvSpPr>
          <p:cNvPr id="45" name="Rectangle: Rounded Corners 44">
            <a:extLst>
              <a:ext uri="{FF2B5EF4-FFF2-40B4-BE49-F238E27FC236}">
                <a16:creationId xmlns:a16="http://schemas.microsoft.com/office/drawing/2014/main" id="{14FEA12C-9BD4-197B-2A56-B7472FDDDE3E}"/>
              </a:ext>
            </a:extLst>
          </p:cNvPr>
          <p:cNvSpPr/>
          <p:nvPr/>
        </p:nvSpPr>
        <p:spPr>
          <a:xfrm>
            <a:off x="1343472" y="3140968"/>
            <a:ext cx="1152128" cy="432048"/>
          </a:xfrm>
          <a:prstGeom prst="roundRect">
            <a:avLst/>
          </a:prstGeom>
          <a:noFill/>
          <a:ln w="3810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TextBox 48">
            <a:extLst>
              <a:ext uri="{FF2B5EF4-FFF2-40B4-BE49-F238E27FC236}">
                <a16:creationId xmlns:a16="http://schemas.microsoft.com/office/drawing/2014/main" id="{0F5D0B42-F83A-ECEB-A700-0AB0984CE923}"/>
              </a:ext>
            </a:extLst>
          </p:cNvPr>
          <p:cNvSpPr txBox="1"/>
          <p:nvPr/>
        </p:nvSpPr>
        <p:spPr>
          <a:xfrm>
            <a:off x="191344" y="5229200"/>
            <a:ext cx="3888432" cy="1061766"/>
          </a:xfrm>
          <a:prstGeom prst="rect">
            <a:avLst/>
          </a:prstGeom>
          <a:noFill/>
        </p:spPr>
        <p:txBody>
          <a:bodyPr wrap="square" rtlCol="0">
            <a:spAutoFit/>
          </a:bodyPr>
          <a:lstStyle/>
          <a:p>
            <a:pPr marL="0" marR="0">
              <a:lnSpc>
                <a:spcPct val="107000"/>
              </a:lnSpc>
              <a:spcAft>
                <a:spcPts val="800"/>
              </a:spcAft>
            </a:pPr>
            <a:r>
              <a:rPr lang="en-US" sz="1200" b="0" i="0" u="none" strike="noStrike" dirty="0">
                <a:solidFill>
                  <a:srgbClr val="0D274D"/>
                </a:solidFill>
                <a:effectLst/>
                <a:latin typeface="+mn-lt"/>
              </a:rPr>
              <a:t>https://webinars.cisco.com/apjc/future-proof-your-workforce?utm_id=cc005042&amp;utm_eid=110392&amp;utm_medium=email&amp;utm_source=marketo&amp;utm_campaign=cb_clb_fy25q3_apjc_futureproof-exec-panel&amp;utm_content=webinar</a:t>
            </a:r>
            <a:endParaRPr lang="en-GB" sz="1000" kern="100" dirty="0">
              <a:effectLst/>
              <a:latin typeface="+mn-lt"/>
              <a:ea typeface="Aptos" panose="020B0004020202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25D872B9-BBAC-7143-5E7E-5A63FB598E65}"/>
              </a:ext>
            </a:extLst>
          </p:cNvPr>
          <p:cNvSpPr txBox="1"/>
          <p:nvPr/>
        </p:nvSpPr>
        <p:spPr>
          <a:xfrm>
            <a:off x="7536160" y="1694107"/>
            <a:ext cx="1579416" cy="307777"/>
          </a:xfrm>
          <a:prstGeom prst="rect">
            <a:avLst/>
          </a:prstGeom>
          <a:noFill/>
        </p:spPr>
        <p:txBody>
          <a:bodyPr wrap="square" rtlCol="0">
            <a:spAutoFit/>
          </a:bodyPr>
          <a:lstStyle/>
          <a:p>
            <a:pPr algn="ctr"/>
            <a:r>
              <a:rPr lang="en-US" sz="1400" b="1">
                <a:solidFill>
                  <a:schemeClr val="bg1">
                    <a:lumMod val="75000"/>
                    <a:lumOff val="25000"/>
                  </a:schemeClr>
                </a:solidFill>
                <a:latin typeface="+mn-lt"/>
              </a:rPr>
              <a:t>Destination URL</a:t>
            </a:r>
          </a:p>
        </p:txBody>
      </p:sp>
      <p:sp>
        <p:nvSpPr>
          <p:cNvPr id="3" name="TextBox 2">
            <a:extLst>
              <a:ext uri="{FF2B5EF4-FFF2-40B4-BE49-F238E27FC236}">
                <a16:creationId xmlns:a16="http://schemas.microsoft.com/office/drawing/2014/main" id="{C5FBF3FC-474B-F948-EAFB-A69A6FD608FB}"/>
              </a:ext>
            </a:extLst>
          </p:cNvPr>
          <p:cNvSpPr txBox="1"/>
          <p:nvPr/>
        </p:nvSpPr>
        <p:spPr>
          <a:xfrm>
            <a:off x="4439816" y="1406075"/>
            <a:ext cx="7200799" cy="330924"/>
          </a:xfrm>
          <a:prstGeom prst="rect">
            <a:avLst/>
          </a:prstGeom>
          <a:noFill/>
        </p:spPr>
        <p:txBody>
          <a:bodyPr wrap="square" rtlCol="0">
            <a:spAutoFit/>
          </a:bodyPr>
          <a:lstStyle/>
          <a:p>
            <a:pPr marL="0" marR="0" algn="ctr">
              <a:lnSpc>
                <a:spcPct val="107000"/>
              </a:lnSpc>
              <a:spcAft>
                <a:spcPts val="800"/>
              </a:spcAft>
            </a:pPr>
            <a:r>
              <a:rPr lang="en-GB" sz="1600" kern="0">
                <a:solidFill>
                  <a:srgbClr val="0D274D"/>
                </a:solidFill>
                <a:effectLst/>
                <a:latin typeface="+mn-lt"/>
                <a:ea typeface="Times New Roman" panose="02020603050405020304" pitchFamily="18" charset="0"/>
                <a:cs typeface="Times New Roman" panose="02020603050405020304" pitchFamily="18" charset="0"/>
              </a:rPr>
              <a:t>https://webinars.cisco.com/apjc/future-proof-your-workforce</a:t>
            </a:r>
            <a:endParaRPr lang="en-GB" sz="1600" kern="100">
              <a:effectLst/>
              <a:latin typeface="+mn-lt"/>
              <a:ea typeface="Aptos" panose="020B0004020202020204" pitchFamily="34" charset="0"/>
              <a:cs typeface="Times New Roman" panose="02020603050405020304" pitchFamily="18" charset="0"/>
            </a:endParaRPr>
          </a:p>
        </p:txBody>
      </p:sp>
      <p:sp>
        <p:nvSpPr>
          <p:cNvPr id="60" name="Rectangle: Rounded Corners 59">
            <a:extLst>
              <a:ext uri="{FF2B5EF4-FFF2-40B4-BE49-F238E27FC236}">
                <a16:creationId xmlns:a16="http://schemas.microsoft.com/office/drawing/2014/main" id="{4CF57AE8-037C-5327-C87D-9842EFD9EDD5}"/>
              </a:ext>
            </a:extLst>
          </p:cNvPr>
          <p:cNvSpPr/>
          <p:nvPr/>
        </p:nvSpPr>
        <p:spPr>
          <a:xfrm>
            <a:off x="4407963" y="1334067"/>
            <a:ext cx="7174437" cy="792088"/>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oup 30">
            <a:extLst>
              <a:ext uri="{FF2B5EF4-FFF2-40B4-BE49-F238E27FC236}">
                <a16:creationId xmlns:a16="http://schemas.microsoft.com/office/drawing/2014/main" id="{C6E2F87A-BFD2-23DC-4E2B-E3B212CF213B}"/>
              </a:ext>
            </a:extLst>
          </p:cNvPr>
          <p:cNvGrpSpPr/>
          <p:nvPr/>
        </p:nvGrpSpPr>
        <p:grpSpPr>
          <a:xfrm>
            <a:off x="4407963" y="2224824"/>
            <a:ext cx="3668257" cy="864096"/>
            <a:chOff x="5012316" y="2182071"/>
            <a:chExt cx="3668257" cy="864096"/>
          </a:xfrm>
        </p:grpSpPr>
        <p:sp>
          <p:nvSpPr>
            <p:cNvPr id="12" name="TextBox 11">
              <a:extLst>
                <a:ext uri="{FF2B5EF4-FFF2-40B4-BE49-F238E27FC236}">
                  <a16:creationId xmlns:a16="http://schemas.microsoft.com/office/drawing/2014/main" id="{59F4C9F7-1D7F-5FEA-9CE9-C1B9AC50A5A7}"/>
                </a:ext>
              </a:extLst>
            </p:cNvPr>
            <p:cNvSpPr txBox="1"/>
            <p:nvPr/>
          </p:nvSpPr>
          <p:spPr>
            <a:xfrm>
              <a:off x="5148617" y="2492896"/>
              <a:ext cx="3395655" cy="523220"/>
            </a:xfrm>
            <a:prstGeom prst="rect">
              <a:avLst/>
            </a:prstGeom>
            <a:noFill/>
          </p:spPr>
          <p:txBody>
            <a:bodyPr wrap="square" rtlCol="0">
              <a:spAutoFit/>
            </a:bodyPr>
            <a:lstStyle/>
            <a:p>
              <a:pPr algn="ctr"/>
              <a:r>
                <a:rPr lang="en-US" sz="1400" b="1" i="1">
                  <a:solidFill>
                    <a:schemeClr val="bg1">
                      <a:lumMod val="75000"/>
                      <a:lumOff val="25000"/>
                    </a:schemeClr>
                  </a:solidFill>
                  <a:latin typeface="+mn-lt"/>
                </a:rPr>
                <a:t>Universal IDs</a:t>
              </a:r>
              <a:br>
                <a:rPr lang="en-US" sz="1400">
                  <a:latin typeface="+mn-lt"/>
                </a:rPr>
              </a:br>
              <a:r>
                <a:rPr lang="en-US" sz="1400">
                  <a:latin typeface="+mn-lt"/>
                </a:rPr>
                <a:t>Universal ID with data attributes aligned</a:t>
              </a:r>
            </a:p>
          </p:txBody>
        </p:sp>
        <p:sp>
          <p:nvSpPr>
            <p:cNvPr id="14" name="TextBox 13">
              <a:extLst>
                <a:ext uri="{FF2B5EF4-FFF2-40B4-BE49-F238E27FC236}">
                  <a16:creationId xmlns:a16="http://schemas.microsoft.com/office/drawing/2014/main" id="{BB996DED-59C7-2D61-1B49-631B6F6C4616}"/>
                </a:ext>
              </a:extLst>
            </p:cNvPr>
            <p:cNvSpPr txBox="1"/>
            <p:nvPr/>
          </p:nvSpPr>
          <p:spPr>
            <a:xfrm>
              <a:off x="5476217" y="2222307"/>
              <a:ext cx="2736304" cy="330924"/>
            </a:xfrm>
            <a:prstGeom prst="rect">
              <a:avLst/>
            </a:prstGeom>
            <a:noFill/>
          </p:spPr>
          <p:txBody>
            <a:bodyPr wrap="square" rtlCol="0">
              <a:spAutoFit/>
            </a:bodyPr>
            <a:lstStyle/>
            <a:p>
              <a:pPr marL="0" marR="0" algn="ctr">
                <a:lnSpc>
                  <a:spcPct val="107000"/>
                </a:lnSpc>
                <a:spcAft>
                  <a:spcPts val="800"/>
                </a:spcAft>
              </a:pPr>
              <a:r>
                <a:rPr lang="en-GB" sz="1600" kern="0" dirty="0" err="1">
                  <a:solidFill>
                    <a:srgbClr val="0D274D"/>
                  </a:solidFill>
                  <a:latin typeface="+mn-lt"/>
                  <a:cs typeface="Times New Roman" panose="02020603050405020304" pitchFamily="18" charset="0"/>
                </a:rPr>
                <a:t>utm_id</a:t>
              </a:r>
              <a:r>
                <a:rPr lang="en-GB" sz="1600" kern="0" dirty="0">
                  <a:solidFill>
                    <a:srgbClr val="0D274D"/>
                  </a:solidFill>
                  <a:latin typeface="+mn-lt"/>
                  <a:cs typeface="Times New Roman" panose="02020603050405020304" pitchFamily="18" charset="0"/>
                </a:rPr>
                <a:t>= </a:t>
              </a:r>
              <a:r>
                <a:rPr lang="en-GB" sz="1600" kern="0" dirty="0">
                  <a:solidFill>
                    <a:srgbClr val="0D274D"/>
                  </a:solidFill>
                  <a:effectLst/>
                  <a:latin typeface="+mn-lt"/>
                  <a:ea typeface="Times New Roman" panose="02020603050405020304" pitchFamily="18" charset="0"/>
                  <a:cs typeface="Times New Roman" panose="02020603050405020304" pitchFamily="18" charset="0"/>
                </a:rPr>
                <a:t>cc005042</a:t>
              </a:r>
              <a:endParaRPr lang="en-GB" sz="1600" dirty="0">
                <a:latin typeface="+mn-lt"/>
              </a:endParaRPr>
            </a:p>
          </p:txBody>
        </p:sp>
        <p:sp>
          <p:nvSpPr>
            <p:cNvPr id="62" name="Rectangle: Rounded Corners 61">
              <a:extLst>
                <a:ext uri="{FF2B5EF4-FFF2-40B4-BE49-F238E27FC236}">
                  <a16:creationId xmlns:a16="http://schemas.microsoft.com/office/drawing/2014/main" id="{70E4C0DF-9575-C30B-FB65-B07431A0E49F}"/>
                </a:ext>
              </a:extLst>
            </p:cNvPr>
            <p:cNvSpPr/>
            <p:nvPr/>
          </p:nvSpPr>
          <p:spPr>
            <a:xfrm>
              <a:off x="5012316" y="2182071"/>
              <a:ext cx="3668257" cy="864096"/>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3" name="Group 22">
            <a:extLst>
              <a:ext uri="{FF2B5EF4-FFF2-40B4-BE49-F238E27FC236}">
                <a16:creationId xmlns:a16="http://schemas.microsoft.com/office/drawing/2014/main" id="{284A66DC-3799-5242-2D4C-DCC244B28B59}"/>
              </a:ext>
            </a:extLst>
          </p:cNvPr>
          <p:cNvGrpSpPr/>
          <p:nvPr/>
        </p:nvGrpSpPr>
        <p:grpSpPr>
          <a:xfrm>
            <a:off x="4407963" y="3214407"/>
            <a:ext cx="2880320" cy="864096"/>
            <a:chOff x="4567905" y="3311406"/>
            <a:chExt cx="2880320" cy="864096"/>
          </a:xfrm>
        </p:grpSpPr>
        <p:sp>
          <p:nvSpPr>
            <p:cNvPr id="4" name="TextBox 3">
              <a:extLst>
                <a:ext uri="{FF2B5EF4-FFF2-40B4-BE49-F238E27FC236}">
                  <a16:creationId xmlns:a16="http://schemas.microsoft.com/office/drawing/2014/main" id="{096933E4-8278-FA6F-2E06-2D3026832744}"/>
                </a:ext>
              </a:extLst>
            </p:cNvPr>
            <p:cNvSpPr txBox="1"/>
            <p:nvPr/>
          </p:nvSpPr>
          <p:spPr>
            <a:xfrm>
              <a:off x="4567905" y="3649133"/>
              <a:ext cx="2880320" cy="523220"/>
            </a:xfrm>
            <a:prstGeom prst="rect">
              <a:avLst/>
            </a:prstGeom>
            <a:noFill/>
          </p:spPr>
          <p:txBody>
            <a:bodyPr wrap="square" rtlCol="0">
              <a:spAutoFit/>
            </a:bodyPr>
            <a:lstStyle/>
            <a:p>
              <a:pPr algn="ctr"/>
              <a:r>
                <a:rPr lang="en-US" sz="1400" b="1" i="1" err="1">
                  <a:solidFill>
                    <a:schemeClr val="bg1">
                      <a:lumMod val="50000"/>
                      <a:lumOff val="50000"/>
                    </a:schemeClr>
                  </a:solidFill>
                  <a:latin typeface="+mn-lt"/>
                </a:rPr>
                <a:t>utm_source</a:t>
              </a:r>
              <a:br>
                <a:rPr lang="en-US" sz="1400">
                  <a:latin typeface="+mn-lt"/>
                </a:rPr>
              </a:br>
              <a:r>
                <a:rPr lang="en-US" sz="1400">
                  <a:latin typeface="+mn-lt"/>
                </a:rPr>
                <a:t>Where the visitor is coming from</a:t>
              </a:r>
            </a:p>
          </p:txBody>
        </p:sp>
        <p:sp>
          <p:nvSpPr>
            <p:cNvPr id="15" name="TextBox 14">
              <a:extLst>
                <a:ext uri="{FF2B5EF4-FFF2-40B4-BE49-F238E27FC236}">
                  <a16:creationId xmlns:a16="http://schemas.microsoft.com/office/drawing/2014/main" id="{CE1A142D-06A5-900E-D6E4-A152EC38D716}"/>
                </a:ext>
              </a:extLst>
            </p:cNvPr>
            <p:cNvSpPr txBox="1"/>
            <p:nvPr/>
          </p:nvSpPr>
          <p:spPr>
            <a:xfrm>
              <a:off x="4837935" y="3356992"/>
              <a:ext cx="2340260" cy="330924"/>
            </a:xfrm>
            <a:prstGeom prst="rect">
              <a:avLst/>
            </a:prstGeom>
            <a:noFill/>
          </p:spPr>
          <p:txBody>
            <a:bodyPr wrap="square" rtlCol="0">
              <a:spAutoFit/>
            </a:bodyPr>
            <a:lstStyle/>
            <a:p>
              <a:pPr marL="0" marR="0" algn="ctr">
                <a:lnSpc>
                  <a:spcPct val="107000"/>
                </a:lnSpc>
                <a:spcAft>
                  <a:spcPts val="800"/>
                </a:spcAft>
              </a:pPr>
              <a:r>
                <a:rPr lang="en-GB" sz="1600" kern="0" err="1">
                  <a:solidFill>
                    <a:srgbClr val="0D274D"/>
                  </a:solidFill>
                  <a:effectLst/>
                  <a:latin typeface="+mn-lt"/>
                  <a:ea typeface="Times New Roman" panose="02020603050405020304" pitchFamily="18" charset="0"/>
                  <a:cs typeface="Times New Roman" panose="02020603050405020304" pitchFamily="18" charset="0"/>
                </a:rPr>
                <a:t>utm_source</a:t>
              </a:r>
              <a:r>
                <a:rPr lang="en-GB" sz="1600" kern="0">
                  <a:solidFill>
                    <a:srgbClr val="0D274D"/>
                  </a:solidFill>
                  <a:effectLst/>
                  <a:latin typeface="+mn-lt"/>
                  <a:ea typeface="Times New Roman" panose="02020603050405020304" pitchFamily="18" charset="0"/>
                  <a:cs typeface="Times New Roman" panose="02020603050405020304" pitchFamily="18" charset="0"/>
                </a:rPr>
                <a:t>=</a:t>
              </a:r>
              <a:r>
                <a:rPr lang="en-GB" sz="1600" kern="0" err="1">
                  <a:solidFill>
                    <a:srgbClr val="0D274D"/>
                  </a:solidFill>
                  <a:effectLst/>
                  <a:latin typeface="+mn-lt"/>
                  <a:ea typeface="Times New Roman" panose="02020603050405020304" pitchFamily="18" charset="0"/>
                  <a:cs typeface="Times New Roman" panose="02020603050405020304" pitchFamily="18" charset="0"/>
                </a:rPr>
                <a:t>marketo</a:t>
              </a:r>
              <a:endParaRPr lang="en-GB" sz="1600">
                <a:latin typeface="+mn-lt"/>
              </a:endParaRPr>
            </a:p>
          </p:txBody>
        </p:sp>
        <p:sp>
          <p:nvSpPr>
            <p:cNvPr id="63" name="Rectangle: Rounded Corners 62">
              <a:extLst>
                <a:ext uri="{FF2B5EF4-FFF2-40B4-BE49-F238E27FC236}">
                  <a16:creationId xmlns:a16="http://schemas.microsoft.com/office/drawing/2014/main" id="{86027AEF-C458-88AF-F45E-0385478E39F8}"/>
                </a:ext>
              </a:extLst>
            </p:cNvPr>
            <p:cNvSpPr/>
            <p:nvPr/>
          </p:nvSpPr>
          <p:spPr>
            <a:xfrm>
              <a:off x="4567905" y="3311406"/>
              <a:ext cx="2880320" cy="864096"/>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 name="Group 23">
            <a:extLst>
              <a:ext uri="{FF2B5EF4-FFF2-40B4-BE49-F238E27FC236}">
                <a16:creationId xmlns:a16="http://schemas.microsoft.com/office/drawing/2014/main" id="{5A51026B-722A-835E-135D-F8F79AC27ECD}"/>
              </a:ext>
            </a:extLst>
          </p:cNvPr>
          <p:cNvGrpSpPr/>
          <p:nvPr/>
        </p:nvGrpSpPr>
        <p:grpSpPr>
          <a:xfrm>
            <a:off x="8818781" y="2235988"/>
            <a:ext cx="2736304" cy="811252"/>
            <a:chOff x="7965034" y="3337828"/>
            <a:chExt cx="2736304" cy="811252"/>
          </a:xfrm>
        </p:grpSpPr>
        <p:sp>
          <p:nvSpPr>
            <p:cNvPr id="5" name="TextBox 4">
              <a:extLst>
                <a:ext uri="{FF2B5EF4-FFF2-40B4-BE49-F238E27FC236}">
                  <a16:creationId xmlns:a16="http://schemas.microsoft.com/office/drawing/2014/main" id="{3AB461B3-13AD-59A8-F90E-413439B7E2C6}"/>
                </a:ext>
              </a:extLst>
            </p:cNvPr>
            <p:cNvSpPr txBox="1"/>
            <p:nvPr/>
          </p:nvSpPr>
          <p:spPr>
            <a:xfrm>
              <a:off x="7965034" y="3625860"/>
              <a:ext cx="2736304" cy="523220"/>
            </a:xfrm>
            <a:prstGeom prst="rect">
              <a:avLst/>
            </a:prstGeom>
            <a:noFill/>
          </p:spPr>
          <p:txBody>
            <a:bodyPr wrap="square" rtlCol="0">
              <a:spAutoFit/>
            </a:bodyPr>
            <a:lstStyle/>
            <a:p>
              <a:pPr algn="ctr"/>
              <a:r>
                <a:rPr lang="en-US" sz="1400" b="1" i="1" err="1">
                  <a:solidFill>
                    <a:schemeClr val="bg1">
                      <a:lumMod val="75000"/>
                      <a:lumOff val="25000"/>
                    </a:schemeClr>
                  </a:solidFill>
                  <a:latin typeface="+mn-lt"/>
                </a:rPr>
                <a:t>utm_medium</a:t>
              </a:r>
              <a:br>
                <a:rPr lang="en-US" sz="1400" b="1">
                  <a:latin typeface="+mn-lt"/>
                </a:rPr>
              </a:br>
              <a:r>
                <a:rPr lang="en-US" sz="1400">
                  <a:latin typeface="+mn-lt"/>
                </a:rPr>
                <a:t>How the visitor is getting here</a:t>
              </a:r>
            </a:p>
          </p:txBody>
        </p:sp>
        <p:sp>
          <p:nvSpPr>
            <p:cNvPr id="16" name="TextBox 15">
              <a:extLst>
                <a:ext uri="{FF2B5EF4-FFF2-40B4-BE49-F238E27FC236}">
                  <a16:creationId xmlns:a16="http://schemas.microsoft.com/office/drawing/2014/main" id="{03421680-F18A-80BC-167D-C29F8EE45A9E}"/>
                </a:ext>
              </a:extLst>
            </p:cNvPr>
            <p:cNvSpPr txBox="1"/>
            <p:nvPr/>
          </p:nvSpPr>
          <p:spPr>
            <a:xfrm>
              <a:off x="8037042" y="3337828"/>
              <a:ext cx="2592288" cy="330924"/>
            </a:xfrm>
            <a:prstGeom prst="rect">
              <a:avLst/>
            </a:prstGeom>
            <a:noFill/>
          </p:spPr>
          <p:txBody>
            <a:bodyPr wrap="square" rtlCol="0">
              <a:spAutoFit/>
            </a:bodyPr>
            <a:lstStyle/>
            <a:p>
              <a:pPr marL="0" marR="0" algn="ctr">
                <a:lnSpc>
                  <a:spcPct val="107000"/>
                </a:lnSpc>
                <a:spcAft>
                  <a:spcPts val="800"/>
                </a:spcAft>
              </a:pPr>
              <a:r>
                <a:rPr lang="en-GB" sz="1600" kern="0" err="1">
                  <a:solidFill>
                    <a:srgbClr val="0D274D"/>
                  </a:solidFill>
                  <a:effectLst/>
                  <a:latin typeface="+mn-lt"/>
                  <a:ea typeface="Times New Roman" panose="02020603050405020304" pitchFamily="18" charset="0"/>
                  <a:cs typeface="Times New Roman" panose="02020603050405020304" pitchFamily="18" charset="0"/>
                </a:rPr>
                <a:t>utm_medium</a:t>
              </a:r>
              <a:r>
                <a:rPr lang="en-GB" sz="1600" kern="0">
                  <a:solidFill>
                    <a:srgbClr val="0D274D"/>
                  </a:solidFill>
                  <a:effectLst/>
                  <a:latin typeface="+mn-lt"/>
                  <a:ea typeface="Times New Roman" panose="02020603050405020304" pitchFamily="18" charset="0"/>
                  <a:cs typeface="Times New Roman" panose="02020603050405020304" pitchFamily="18" charset="0"/>
                </a:rPr>
                <a:t>=email</a:t>
              </a:r>
              <a:endParaRPr lang="en-GB" sz="1600">
                <a:latin typeface="+mn-lt"/>
              </a:endParaRPr>
            </a:p>
          </p:txBody>
        </p:sp>
        <p:sp>
          <p:nvSpPr>
            <p:cNvPr id="66" name="Rectangle: Rounded Corners 65">
              <a:extLst>
                <a:ext uri="{FF2B5EF4-FFF2-40B4-BE49-F238E27FC236}">
                  <a16:creationId xmlns:a16="http://schemas.microsoft.com/office/drawing/2014/main" id="{7ED9164B-1701-4030-668F-DE925BAE44F4}"/>
                </a:ext>
              </a:extLst>
            </p:cNvPr>
            <p:cNvSpPr/>
            <p:nvPr/>
          </p:nvSpPr>
          <p:spPr>
            <a:xfrm>
              <a:off x="7965034" y="3337828"/>
              <a:ext cx="2736304" cy="792088"/>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 name="Group 31">
            <a:extLst>
              <a:ext uri="{FF2B5EF4-FFF2-40B4-BE49-F238E27FC236}">
                <a16:creationId xmlns:a16="http://schemas.microsoft.com/office/drawing/2014/main" id="{365220C5-1770-27EB-A0FE-61F2B8CC1E49}"/>
              </a:ext>
            </a:extLst>
          </p:cNvPr>
          <p:cNvGrpSpPr/>
          <p:nvPr/>
        </p:nvGrpSpPr>
        <p:grpSpPr>
          <a:xfrm>
            <a:off x="7320136" y="3204529"/>
            <a:ext cx="4334272" cy="1172949"/>
            <a:chOff x="7320136" y="3361162"/>
            <a:chExt cx="4334272" cy="1172949"/>
          </a:xfrm>
        </p:grpSpPr>
        <p:sp>
          <p:nvSpPr>
            <p:cNvPr id="6" name="TextBox 5">
              <a:extLst>
                <a:ext uri="{FF2B5EF4-FFF2-40B4-BE49-F238E27FC236}">
                  <a16:creationId xmlns:a16="http://schemas.microsoft.com/office/drawing/2014/main" id="{4C642EAD-CFBA-2876-0363-512AF9F00E57}"/>
                </a:ext>
              </a:extLst>
            </p:cNvPr>
            <p:cNvSpPr txBox="1"/>
            <p:nvPr/>
          </p:nvSpPr>
          <p:spPr>
            <a:xfrm>
              <a:off x="7781240" y="3933056"/>
              <a:ext cx="3412065" cy="601055"/>
            </a:xfrm>
            <a:prstGeom prst="rect">
              <a:avLst/>
            </a:prstGeom>
            <a:noFill/>
          </p:spPr>
          <p:txBody>
            <a:bodyPr wrap="square" rtlCol="0">
              <a:spAutoFit/>
            </a:bodyPr>
            <a:lstStyle/>
            <a:p>
              <a:pPr algn="ctr"/>
              <a:r>
                <a:rPr lang="en-US" sz="1400" b="1" i="1" err="1">
                  <a:solidFill>
                    <a:schemeClr val="bg1">
                      <a:lumMod val="75000"/>
                      <a:lumOff val="25000"/>
                    </a:schemeClr>
                  </a:solidFill>
                  <a:latin typeface="+mn-lt"/>
                </a:rPr>
                <a:t>utm_campaign</a:t>
              </a:r>
              <a:br>
                <a:rPr lang="en-US" sz="1400">
                  <a:latin typeface="+mn-lt"/>
                </a:rPr>
              </a:br>
              <a:r>
                <a:rPr lang="en-US" sz="1400">
                  <a:latin typeface="+mn-lt"/>
                </a:rPr>
                <a:t>Why the visitor is getting here</a:t>
              </a:r>
            </a:p>
          </p:txBody>
        </p:sp>
        <p:sp>
          <p:nvSpPr>
            <p:cNvPr id="17" name="TextBox 16">
              <a:extLst>
                <a:ext uri="{FF2B5EF4-FFF2-40B4-BE49-F238E27FC236}">
                  <a16:creationId xmlns:a16="http://schemas.microsoft.com/office/drawing/2014/main" id="{09191491-4478-F31E-4A45-EA02242488D5}"/>
                </a:ext>
              </a:extLst>
            </p:cNvPr>
            <p:cNvSpPr txBox="1"/>
            <p:nvPr/>
          </p:nvSpPr>
          <p:spPr>
            <a:xfrm>
              <a:off x="7320136" y="3369609"/>
              <a:ext cx="4334272" cy="271293"/>
            </a:xfrm>
            <a:prstGeom prst="rect">
              <a:avLst/>
            </a:prstGeom>
            <a:noFill/>
          </p:spPr>
          <p:txBody>
            <a:bodyPr wrap="square" rtlCol="0">
              <a:spAutoFit/>
            </a:bodyPr>
            <a:lstStyle/>
            <a:p>
              <a:pPr marL="0" marR="0" algn="ctr">
                <a:lnSpc>
                  <a:spcPct val="107000"/>
                </a:lnSpc>
                <a:spcAft>
                  <a:spcPts val="800"/>
                </a:spcAft>
              </a:pPr>
              <a:r>
                <a:rPr lang="en-US" sz="1200" b="0" i="0" u="none" strike="noStrike">
                  <a:solidFill>
                    <a:srgbClr val="0D274D"/>
                  </a:solidFill>
                  <a:effectLst/>
                  <a:latin typeface="+mn-lt"/>
                </a:rPr>
                <a:t>cb_clb_fy25q3_apjc_futureproof-exec-panel</a:t>
              </a:r>
              <a:endParaRPr lang="en-GB" sz="1000">
                <a:latin typeface="+mn-lt"/>
              </a:endParaRPr>
            </a:p>
          </p:txBody>
        </p:sp>
        <p:sp>
          <p:nvSpPr>
            <p:cNvPr id="68" name="Rectangle: Rounded Corners 67">
              <a:extLst>
                <a:ext uri="{FF2B5EF4-FFF2-40B4-BE49-F238E27FC236}">
                  <a16:creationId xmlns:a16="http://schemas.microsoft.com/office/drawing/2014/main" id="{EF9B8D66-C5FA-F9AC-D5C5-3FF881D8C49D}"/>
                </a:ext>
              </a:extLst>
            </p:cNvPr>
            <p:cNvSpPr/>
            <p:nvPr/>
          </p:nvSpPr>
          <p:spPr>
            <a:xfrm>
              <a:off x="7392144" y="3361162"/>
              <a:ext cx="4190256" cy="1147958"/>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9" name="Group 28">
            <a:extLst>
              <a:ext uri="{FF2B5EF4-FFF2-40B4-BE49-F238E27FC236}">
                <a16:creationId xmlns:a16="http://schemas.microsoft.com/office/drawing/2014/main" id="{BFDD51B7-C345-B41F-C5FE-6456117DA380}"/>
              </a:ext>
            </a:extLst>
          </p:cNvPr>
          <p:cNvGrpSpPr/>
          <p:nvPr/>
        </p:nvGrpSpPr>
        <p:grpSpPr>
          <a:xfrm>
            <a:off x="4439816" y="4819981"/>
            <a:ext cx="2988332" cy="837674"/>
            <a:chOff x="4612910" y="5517232"/>
            <a:chExt cx="2988332" cy="837674"/>
          </a:xfrm>
        </p:grpSpPr>
        <p:sp>
          <p:nvSpPr>
            <p:cNvPr id="11" name="TextBox 10">
              <a:extLst>
                <a:ext uri="{FF2B5EF4-FFF2-40B4-BE49-F238E27FC236}">
                  <a16:creationId xmlns:a16="http://schemas.microsoft.com/office/drawing/2014/main" id="{3226366A-3A1F-187F-67FC-14D37826D0C2}"/>
                </a:ext>
              </a:extLst>
            </p:cNvPr>
            <p:cNvSpPr txBox="1"/>
            <p:nvPr/>
          </p:nvSpPr>
          <p:spPr>
            <a:xfrm>
              <a:off x="4612910" y="5831686"/>
              <a:ext cx="2988332" cy="523220"/>
            </a:xfrm>
            <a:prstGeom prst="rect">
              <a:avLst/>
            </a:prstGeom>
            <a:noFill/>
          </p:spPr>
          <p:txBody>
            <a:bodyPr wrap="square" rtlCol="0">
              <a:spAutoFit/>
            </a:bodyPr>
            <a:lstStyle/>
            <a:p>
              <a:pPr algn="ctr"/>
              <a:r>
                <a:rPr lang="en-US" sz="1400" b="1" dirty="0" err="1">
                  <a:solidFill>
                    <a:schemeClr val="bg1">
                      <a:lumMod val="75000"/>
                      <a:lumOff val="25000"/>
                    </a:schemeClr>
                  </a:solidFill>
                  <a:latin typeface="+mn-lt"/>
                </a:rPr>
                <a:t>utm_content</a:t>
              </a:r>
              <a:endParaRPr lang="en-US" sz="1400" b="1" dirty="0">
                <a:solidFill>
                  <a:schemeClr val="bg1">
                    <a:lumMod val="75000"/>
                    <a:lumOff val="25000"/>
                  </a:schemeClr>
                </a:solidFill>
                <a:latin typeface="+mn-lt"/>
              </a:endParaRPr>
            </a:p>
            <a:p>
              <a:pPr algn="ctr"/>
              <a:r>
                <a:rPr lang="en-US" sz="1400" dirty="0">
                  <a:latin typeface="+mn-lt"/>
                </a:rPr>
                <a:t>What content are you driving to</a:t>
              </a:r>
              <a:endParaRPr lang="en-US" sz="1400" b="1" dirty="0">
                <a:solidFill>
                  <a:schemeClr val="bg1">
                    <a:lumMod val="90000"/>
                    <a:lumOff val="10000"/>
                  </a:schemeClr>
                </a:solidFill>
                <a:latin typeface="+mn-lt"/>
              </a:endParaRPr>
            </a:p>
          </p:txBody>
        </p:sp>
        <p:sp>
          <p:nvSpPr>
            <p:cNvPr id="13" name="TextBox 12">
              <a:extLst>
                <a:ext uri="{FF2B5EF4-FFF2-40B4-BE49-F238E27FC236}">
                  <a16:creationId xmlns:a16="http://schemas.microsoft.com/office/drawing/2014/main" id="{A0D51D9B-94CA-C4BE-0FB8-04F61610F5F5}"/>
                </a:ext>
              </a:extLst>
            </p:cNvPr>
            <p:cNvSpPr txBox="1"/>
            <p:nvPr/>
          </p:nvSpPr>
          <p:spPr>
            <a:xfrm>
              <a:off x="4813008" y="5517232"/>
              <a:ext cx="2588137" cy="330924"/>
            </a:xfrm>
            <a:prstGeom prst="rect">
              <a:avLst/>
            </a:prstGeom>
            <a:noFill/>
          </p:spPr>
          <p:txBody>
            <a:bodyPr wrap="square" rtlCol="0">
              <a:spAutoFit/>
            </a:bodyPr>
            <a:lstStyle/>
            <a:p>
              <a:pPr marL="0" marR="0" algn="ctr">
                <a:lnSpc>
                  <a:spcPct val="107000"/>
                </a:lnSpc>
                <a:spcAft>
                  <a:spcPts val="800"/>
                </a:spcAft>
              </a:pPr>
              <a:r>
                <a:rPr lang="en-GB" sz="1600" kern="0" dirty="0" err="1">
                  <a:solidFill>
                    <a:srgbClr val="0D274D"/>
                  </a:solidFill>
                  <a:effectLst/>
                  <a:latin typeface="+mn-lt"/>
                  <a:ea typeface="Times New Roman" panose="02020603050405020304" pitchFamily="18" charset="0"/>
                  <a:cs typeface="Times New Roman" panose="02020603050405020304" pitchFamily="18" charset="0"/>
                </a:rPr>
                <a:t>utm_content</a:t>
              </a:r>
              <a:r>
                <a:rPr lang="en-GB" sz="1600" kern="0" dirty="0">
                  <a:solidFill>
                    <a:srgbClr val="0D274D"/>
                  </a:solidFill>
                  <a:effectLst/>
                  <a:latin typeface="+mn-lt"/>
                  <a:ea typeface="Times New Roman" panose="02020603050405020304" pitchFamily="18" charset="0"/>
                  <a:cs typeface="Times New Roman" panose="02020603050405020304" pitchFamily="18" charset="0"/>
                </a:rPr>
                <a:t>=webinar</a:t>
              </a:r>
              <a:endParaRPr lang="en-GB" sz="1600" kern="100" dirty="0">
                <a:effectLst/>
                <a:latin typeface="+mn-lt"/>
                <a:ea typeface="Aptos" panose="020B0004020202020204" pitchFamily="34"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6FFABE71-4DAE-8F91-6020-9B78676B05B8}"/>
                </a:ext>
              </a:extLst>
            </p:cNvPr>
            <p:cNvSpPr/>
            <p:nvPr/>
          </p:nvSpPr>
          <p:spPr>
            <a:xfrm>
              <a:off x="4630912" y="5543654"/>
              <a:ext cx="2952328" cy="792088"/>
            </a:xfrm>
            <a:prstGeom prst="roundRect">
              <a:avLst/>
            </a:prstGeom>
            <a:noFill/>
            <a:ln w="38100">
              <a:solidFill>
                <a:schemeClr val="tx2">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7" name="Group 26">
            <a:extLst>
              <a:ext uri="{FF2B5EF4-FFF2-40B4-BE49-F238E27FC236}">
                <a16:creationId xmlns:a16="http://schemas.microsoft.com/office/drawing/2014/main" id="{33FCC69C-84C2-A6E9-D7A9-74D386874882}"/>
              </a:ext>
            </a:extLst>
          </p:cNvPr>
          <p:cNvGrpSpPr/>
          <p:nvPr/>
        </p:nvGrpSpPr>
        <p:grpSpPr>
          <a:xfrm>
            <a:off x="8087296" y="4805303"/>
            <a:ext cx="3089419" cy="930934"/>
            <a:chOff x="8087296" y="4926490"/>
            <a:chExt cx="3089419" cy="930934"/>
          </a:xfrm>
        </p:grpSpPr>
        <p:sp>
          <p:nvSpPr>
            <p:cNvPr id="28" name="Rectangle: Rounded Corners 27">
              <a:extLst>
                <a:ext uri="{FF2B5EF4-FFF2-40B4-BE49-F238E27FC236}">
                  <a16:creationId xmlns:a16="http://schemas.microsoft.com/office/drawing/2014/main" id="{8A147F70-2984-1B86-7B46-D3AED34FF782}"/>
                </a:ext>
              </a:extLst>
            </p:cNvPr>
            <p:cNvSpPr/>
            <p:nvPr/>
          </p:nvSpPr>
          <p:spPr>
            <a:xfrm>
              <a:off x="8112224" y="4941168"/>
              <a:ext cx="3064491" cy="864096"/>
            </a:xfrm>
            <a:prstGeom prst="roundRect">
              <a:avLst/>
            </a:prstGeom>
            <a:solidFill>
              <a:schemeClr val="bg2">
                <a:lumMod val="95000"/>
              </a:schemeClr>
            </a:solidFill>
            <a:ln w="38100">
              <a:solidFill>
                <a:schemeClr val="tx1">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E4F01F43-9742-76AD-42E5-5B9C71E13C08}"/>
                </a:ext>
              </a:extLst>
            </p:cNvPr>
            <p:cNvSpPr txBox="1"/>
            <p:nvPr/>
          </p:nvSpPr>
          <p:spPr>
            <a:xfrm>
              <a:off x="8087296" y="5118760"/>
              <a:ext cx="3024336" cy="738664"/>
            </a:xfrm>
            <a:prstGeom prst="rect">
              <a:avLst/>
            </a:prstGeom>
            <a:noFill/>
          </p:spPr>
          <p:txBody>
            <a:bodyPr wrap="square" rtlCol="0">
              <a:spAutoFit/>
            </a:bodyPr>
            <a:lstStyle/>
            <a:p>
              <a:pPr algn="ctr"/>
              <a:r>
                <a:rPr lang="en-US" sz="1400" b="1" i="1" err="1">
                  <a:solidFill>
                    <a:schemeClr val="accent4">
                      <a:lumMod val="75000"/>
                    </a:schemeClr>
                  </a:solidFill>
                  <a:latin typeface="+mn-lt"/>
                </a:rPr>
                <a:t>utm_term</a:t>
              </a:r>
              <a:br>
                <a:rPr lang="en-US" sz="1400">
                  <a:solidFill>
                    <a:schemeClr val="accent4">
                      <a:lumMod val="75000"/>
                    </a:schemeClr>
                  </a:solidFill>
                  <a:latin typeface="+mn-lt"/>
                </a:rPr>
              </a:br>
              <a:r>
                <a:rPr lang="en-US" sz="1400">
                  <a:solidFill>
                    <a:schemeClr val="accent4">
                      <a:lumMod val="75000"/>
                    </a:schemeClr>
                  </a:solidFill>
                  <a:latin typeface="+mn-lt"/>
                </a:rPr>
                <a:t>what did the customer search or click  on</a:t>
              </a:r>
            </a:p>
          </p:txBody>
        </p:sp>
        <p:sp>
          <p:nvSpPr>
            <p:cNvPr id="26" name="TextBox 25">
              <a:extLst>
                <a:ext uri="{FF2B5EF4-FFF2-40B4-BE49-F238E27FC236}">
                  <a16:creationId xmlns:a16="http://schemas.microsoft.com/office/drawing/2014/main" id="{70048B62-E73E-6290-5C99-50E7CADB264C}"/>
                </a:ext>
              </a:extLst>
            </p:cNvPr>
            <p:cNvSpPr txBox="1"/>
            <p:nvPr/>
          </p:nvSpPr>
          <p:spPr>
            <a:xfrm>
              <a:off x="8429334" y="4926490"/>
              <a:ext cx="2340260" cy="330924"/>
            </a:xfrm>
            <a:prstGeom prst="rect">
              <a:avLst/>
            </a:prstGeom>
            <a:noFill/>
          </p:spPr>
          <p:txBody>
            <a:bodyPr wrap="square" rtlCol="0">
              <a:spAutoFit/>
            </a:bodyPr>
            <a:lstStyle/>
            <a:p>
              <a:pPr marL="0" marR="0">
                <a:lnSpc>
                  <a:spcPct val="107000"/>
                </a:lnSpc>
                <a:spcAft>
                  <a:spcPts val="800"/>
                </a:spcAft>
              </a:pPr>
              <a:r>
                <a:rPr lang="en-GB" sz="1600" kern="0" err="1">
                  <a:solidFill>
                    <a:schemeClr val="accent4">
                      <a:lumMod val="75000"/>
                    </a:schemeClr>
                  </a:solidFill>
                  <a:effectLst/>
                  <a:latin typeface="+mn-lt"/>
                  <a:ea typeface="Times New Roman" panose="02020603050405020304" pitchFamily="18" charset="0"/>
                  <a:cs typeface="Times New Roman" panose="02020603050405020304" pitchFamily="18" charset="0"/>
                </a:rPr>
                <a:t>utm_term</a:t>
              </a:r>
              <a:r>
                <a:rPr lang="en-GB" sz="1600" kern="0">
                  <a:solidFill>
                    <a:schemeClr val="accent4">
                      <a:lumMod val="75000"/>
                    </a:schemeClr>
                  </a:solidFill>
                  <a:effectLst/>
                  <a:latin typeface="+mn-lt"/>
                  <a:ea typeface="Times New Roman" panose="02020603050405020304" pitchFamily="18" charset="0"/>
                  <a:cs typeface="Times New Roman" panose="02020603050405020304" pitchFamily="18" charset="0"/>
                </a:rPr>
                <a:t>=</a:t>
              </a:r>
              <a:endParaRPr lang="en-GB" sz="1600" kern="100">
                <a:solidFill>
                  <a:schemeClr val="accent4">
                    <a:lumMod val="75000"/>
                  </a:schemeClr>
                </a:solidFill>
                <a:effectLst/>
                <a:latin typeface="+mn-lt"/>
                <a:ea typeface="Aptos" panose="020B0004020202020204" pitchFamily="34" charset="0"/>
                <a:cs typeface="Times New Roman" panose="02020603050405020304" pitchFamily="18" charset="0"/>
              </a:endParaRPr>
            </a:p>
          </p:txBody>
        </p:sp>
      </p:grpSp>
      <p:sp>
        <p:nvSpPr>
          <p:cNvPr id="33" name="TextBox 32">
            <a:extLst>
              <a:ext uri="{FF2B5EF4-FFF2-40B4-BE49-F238E27FC236}">
                <a16:creationId xmlns:a16="http://schemas.microsoft.com/office/drawing/2014/main" id="{AF74149F-4FEA-7631-87CF-148CA73CD062}"/>
              </a:ext>
            </a:extLst>
          </p:cNvPr>
          <p:cNvSpPr txBox="1"/>
          <p:nvPr/>
        </p:nvSpPr>
        <p:spPr>
          <a:xfrm>
            <a:off x="7320136" y="5828093"/>
            <a:ext cx="3816424" cy="646331"/>
          </a:xfrm>
          <a:prstGeom prst="rect">
            <a:avLst/>
          </a:prstGeom>
          <a:noFill/>
        </p:spPr>
        <p:txBody>
          <a:bodyPr wrap="square" rtlCol="0">
            <a:spAutoFit/>
          </a:bodyPr>
          <a:lstStyle/>
          <a:p>
            <a:r>
              <a:rPr lang="en-GB" sz="1200" i="1" dirty="0">
                <a:solidFill>
                  <a:schemeClr val="tx2"/>
                </a:solidFill>
                <a:latin typeface="+mn-lt"/>
              </a:rPr>
              <a:t>N.B I would hope to have EID as part of the </a:t>
            </a:r>
            <a:r>
              <a:rPr lang="en-GB" sz="1200" i="1" dirty="0" err="1">
                <a:solidFill>
                  <a:schemeClr val="tx2"/>
                </a:solidFill>
                <a:latin typeface="+mn-lt"/>
              </a:rPr>
              <a:t>utm_id</a:t>
            </a:r>
            <a:r>
              <a:rPr lang="en-GB" sz="1200" i="1" dirty="0">
                <a:solidFill>
                  <a:schemeClr val="tx2"/>
                </a:solidFill>
                <a:latin typeface="+mn-lt"/>
              </a:rPr>
              <a:t> but due to limitations of MRF we may have to have separate fields for MVP</a:t>
            </a:r>
            <a:endParaRPr lang="en-GB" i="1" dirty="0">
              <a:solidFill>
                <a:schemeClr val="tx2"/>
              </a:solidFill>
              <a:latin typeface="+mn-lt"/>
            </a:endParaRPr>
          </a:p>
        </p:txBody>
      </p:sp>
      <p:grpSp>
        <p:nvGrpSpPr>
          <p:cNvPr id="22" name="Group 21">
            <a:extLst>
              <a:ext uri="{FF2B5EF4-FFF2-40B4-BE49-F238E27FC236}">
                <a16:creationId xmlns:a16="http://schemas.microsoft.com/office/drawing/2014/main" id="{E24F8473-FCBC-5088-B64F-6A43153C72C7}"/>
              </a:ext>
            </a:extLst>
          </p:cNvPr>
          <p:cNvGrpSpPr/>
          <p:nvPr/>
        </p:nvGrpSpPr>
        <p:grpSpPr>
          <a:xfrm>
            <a:off x="4439816" y="5756085"/>
            <a:ext cx="2448272" cy="864096"/>
            <a:chOff x="5566227" y="-127496"/>
            <a:chExt cx="2448272" cy="864096"/>
          </a:xfrm>
        </p:grpSpPr>
        <p:sp>
          <p:nvSpPr>
            <p:cNvPr id="18" name="TextBox 17">
              <a:extLst>
                <a:ext uri="{FF2B5EF4-FFF2-40B4-BE49-F238E27FC236}">
                  <a16:creationId xmlns:a16="http://schemas.microsoft.com/office/drawing/2014/main" id="{385715AE-F54F-04E6-C728-78F885F272A6}"/>
                </a:ext>
              </a:extLst>
            </p:cNvPr>
            <p:cNvSpPr txBox="1"/>
            <p:nvPr/>
          </p:nvSpPr>
          <p:spPr>
            <a:xfrm>
              <a:off x="5612518" y="183329"/>
              <a:ext cx="2355690" cy="523220"/>
            </a:xfrm>
            <a:prstGeom prst="rect">
              <a:avLst/>
            </a:prstGeom>
            <a:noFill/>
          </p:spPr>
          <p:txBody>
            <a:bodyPr wrap="square" rtlCol="0">
              <a:spAutoFit/>
            </a:bodyPr>
            <a:lstStyle/>
            <a:p>
              <a:pPr algn="ctr"/>
              <a:r>
                <a:rPr lang="en-US" sz="1400" b="1" i="1">
                  <a:solidFill>
                    <a:schemeClr val="bg1">
                      <a:lumMod val="75000"/>
                      <a:lumOff val="25000"/>
                    </a:schemeClr>
                  </a:solidFill>
                  <a:latin typeface="+mn-lt"/>
                </a:rPr>
                <a:t>Event ID</a:t>
              </a:r>
              <a:br>
                <a:rPr lang="en-US" sz="1400">
                  <a:latin typeface="+mn-lt"/>
                </a:rPr>
              </a:br>
              <a:r>
                <a:rPr lang="en-US" sz="1400">
                  <a:latin typeface="+mn-lt"/>
                </a:rPr>
                <a:t>What Event is driving this</a:t>
              </a:r>
            </a:p>
          </p:txBody>
        </p:sp>
        <p:sp>
          <p:nvSpPr>
            <p:cNvPr id="19" name="TextBox 18">
              <a:extLst>
                <a:ext uri="{FF2B5EF4-FFF2-40B4-BE49-F238E27FC236}">
                  <a16:creationId xmlns:a16="http://schemas.microsoft.com/office/drawing/2014/main" id="{E749B289-312D-0165-84A3-749439C665A8}"/>
                </a:ext>
              </a:extLst>
            </p:cNvPr>
            <p:cNvSpPr txBox="1"/>
            <p:nvPr/>
          </p:nvSpPr>
          <p:spPr>
            <a:xfrm>
              <a:off x="5764249" y="-99767"/>
              <a:ext cx="2052228" cy="330924"/>
            </a:xfrm>
            <a:prstGeom prst="rect">
              <a:avLst/>
            </a:prstGeom>
            <a:noFill/>
          </p:spPr>
          <p:txBody>
            <a:bodyPr wrap="square" rtlCol="0">
              <a:spAutoFit/>
            </a:bodyPr>
            <a:lstStyle/>
            <a:p>
              <a:pPr marL="0" marR="0" algn="ctr">
                <a:lnSpc>
                  <a:spcPct val="107000"/>
                </a:lnSpc>
                <a:spcAft>
                  <a:spcPts val="800"/>
                </a:spcAft>
              </a:pPr>
              <a:r>
                <a:rPr lang="en-GB" sz="1600" kern="0" err="1">
                  <a:solidFill>
                    <a:srgbClr val="0D274D"/>
                  </a:solidFill>
                  <a:effectLst/>
                  <a:latin typeface="+mn-lt"/>
                  <a:ea typeface="Times New Roman" panose="02020603050405020304" pitchFamily="18" charset="0"/>
                  <a:cs typeface="Times New Roman" panose="02020603050405020304" pitchFamily="18" charset="0"/>
                </a:rPr>
                <a:t>utm_eid</a:t>
              </a:r>
              <a:r>
                <a:rPr lang="en-GB" sz="1600" kern="0">
                  <a:solidFill>
                    <a:srgbClr val="0D274D"/>
                  </a:solidFill>
                  <a:effectLst/>
                  <a:latin typeface="+mn-lt"/>
                  <a:ea typeface="Times New Roman" panose="02020603050405020304" pitchFamily="18" charset="0"/>
                  <a:cs typeface="Times New Roman" panose="02020603050405020304" pitchFamily="18" charset="0"/>
                </a:rPr>
                <a:t>=110392</a:t>
              </a:r>
              <a:endParaRPr lang="en-GB" sz="1600">
                <a:latin typeface="+mn-lt"/>
              </a:endParaRPr>
            </a:p>
          </p:txBody>
        </p:sp>
        <p:sp>
          <p:nvSpPr>
            <p:cNvPr id="20" name="Rectangle: Rounded Corners 19">
              <a:extLst>
                <a:ext uri="{FF2B5EF4-FFF2-40B4-BE49-F238E27FC236}">
                  <a16:creationId xmlns:a16="http://schemas.microsoft.com/office/drawing/2014/main" id="{A3E53CB7-7A5D-3E9B-3191-4BCE8339B3B4}"/>
                </a:ext>
              </a:extLst>
            </p:cNvPr>
            <p:cNvSpPr/>
            <p:nvPr/>
          </p:nvSpPr>
          <p:spPr>
            <a:xfrm>
              <a:off x="5566227" y="-127496"/>
              <a:ext cx="2448272" cy="864096"/>
            </a:xfrm>
            <a:prstGeom prst="roundRect">
              <a:avLst/>
            </a:prstGeom>
            <a:noFill/>
            <a:ln w="38100">
              <a:solidFill>
                <a:schemeClr val="tx2">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7" name="Freeform: Shape 36">
            <a:extLst>
              <a:ext uri="{FF2B5EF4-FFF2-40B4-BE49-F238E27FC236}">
                <a16:creationId xmlns:a16="http://schemas.microsoft.com/office/drawing/2014/main" id="{AD3E0F8F-225C-AA9A-2F60-D78B87191480}"/>
              </a:ext>
            </a:extLst>
          </p:cNvPr>
          <p:cNvSpPr/>
          <p:nvPr/>
        </p:nvSpPr>
        <p:spPr>
          <a:xfrm flipH="1">
            <a:off x="4439816" y="946531"/>
            <a:ext cx="7142584" cy="274320"/>
          </a:xfrm>
          <a:custGeom>
            <a:avLst/>
            <a:gdLst>
              <a:gd name="connsiteX0" fmla="*/ 6962564 w 7142584"/>
              <a:gd name="connsiteY0" fmla="*/ 0 h 360040"/>
              <a:gd name="connsiteX1" fmla="*/ 6638528 w 7142584"/>
              <a:gd name="connsiteY1" fmla="*/ 0 h 360040"/>
              <a:gd name="connsiteX2" fmla="*/ 6638528 w 7142584"/>
              <a:gd name="connsiteY2" fmla="*/ 1712 h 360040"/>
              <a:gd name="connsiteX3" fmla="*/ 504056 w 7142584"/>
              <a:gd name="connsiteY3" fmla="*/ 1712 h 360040"/>
              <a:gd name="connsiteX4" fmla="*/ 504056 w 7142584"/>
              <a:gd name="connsiteY4" fmla="*/ 0 h 360040"/>
              <a:gd name="connsiteX5" fmla="*/ 180020 w 7142584"/>
              <a:gd name="connsiteY5" fmla="*/ 0 h 360040"/>
              <a:gd name="connsiteX6" fmla="*/ 0 w 7142584"/>
              <a:gd name="connsiteY6" fmla="*/ 180020 h 360040"/>
              <a:gd name="connsiteX7" fmla="*/ 180020 w 7142584"/>
              <a:gd name="connsiteY7" fmla="*/ 360040 h 360040"/>
              <a:gd name="connsiteX8" fmla="*/ 504056 w 7142584"/>
              <a:gd name="connsiteY8" fmla="*/ 360040 h 360040"/>
              <a:gd name="connsiteX9" fmla="*/ 504056 w 7142584"/>
              <a:gd name="connsiteY9" fmla="*/ 358328 h 360040"/>
              <a:gd name="connsiteX10" fmla="*/ 6638528 w 7142584"/>
              <a:gd name="connsiteY10" fmla="*/ 358328 h 360040"/>
              <a:gd name="connsiteX11" fmla="*/ 6638528 w 7142584"/>
              <a:gd name="connsiteY11" fmla="*/ 360040 h 360040"/>
              <a:gd name="connsiteX12" fmla="*/ 6962564 w 7142584"/>
              <a:gd name="connsiteY12" fmla="*/ 360040 h 360040"/>
              <a:gd name="connsiteX13" fmla="*/ 7142584 w 7142584"/>
              <a:gd name="connsiteY13" fmla="*/ 180020 h 36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142584" h="360040">
                <a:moveTo>
                  <a:pt x="6962564" y="0"/>
                </a:moveTo>
                <a:lnTo>
                  <a:pt x="6638528" y="0"/>
                </a:lnTo>
                <a:lnTo>
                  <a:pt x="6638528" y="1712"/>
                </a:lnTo>
                <a:lnTo>
                  <a:pt x="504056" y="1712"/>
                </a:lnTo>
                <a:lnTo>
                  <a:pt x="504056" y="0"/>
                </a:lnTo>
                <a:lnTo>
                  <a:pt x="180020" y="0"/>
                </a:lnTo>
                <a:lnTo>
                  <a:pt x="0" y="180020"/>
                </a:lnTo>
                <a:lnTo>
                  <a:pt x="180020" y="360040"/>
                </a:lnTo>
                <a:lnTo>
                  <a:pt x="504056" y="360040"/>
                </a:lnTo>
                <a:lnTo>
                  <a:pt x="504056" y="358328"/>
                </a:lnTo>
                <a:lnTo>
                  <a:pt x="6638528" y="358328"/>
                </a:lnTo>
                <a:lnTo>
                  <a:pt x="6638528" y="360040"/>
                </a:lnTo>
                <a:lnTo>
                  <a:pt x="6962564" y="360040"/>
                </a:lnTo>
                <a:lnTo>
                  <a:pt x="7142584" y="180020"/>
                </a:lnTo>
                <a:close/>
              </a:path>
            </a:pathLst>
          </a:cu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tabLst>
                <a:tab pos="1262063" algn="l"/>
              </a:tabLst>
            </a:pPr>
            <a:r>
              <a:rPr lang="en-GB" sz="2000">
                <a:solidFill>
                  <a:schemeClr val="bg2"/>
                </a:solidFill>
              </a:rPr>
              <a:t>Mandatory</a:t>
            </a:r>
          </a:p>
        </p:txBody>
      </p:sp>
      <p:sp>
        <p:nvSpPr>
          <p:cNvPr id="38" name="Freeform: Shape 37">
            <a:extLst>
              <a:ext uri="{FF2B5EF4-FFF2-40B4-BE49-F238E27FC236}">
                <a16:creationId xmlns:a16="http://schemas.microsoft.com/office/drawing/2014/main" id="{B1D57322-CB45-8B65-F677-5A46FC30C18F}"/>
              </a:ext>
            </a:extLst>
          </p:cNvPr>
          <p:cNvSpPr/>
          <p:nvPr/>
        </p:nvSpPr>
        <p:spPr>
          <a:xfrm flipH="1">
            <a:off x="4439816" y="4443018"/>
            <a:ext cx="7142584" cy="274320"/>
          </a:xfrm>
          <a:custGeom>
            <a:avLst/>
            <a:gdLst>
              <a:gd name="connsiteX0" fmla="*/ 6962564 w 7142584"/>
              <a:gd name="connsiteY0" fmla="*/ 0 h 360040"/>
              <a:gd name="connsiteX1" fmla="*/ 6638528 w 7142584"/>
              <a:gd name="connsiteY1" fmla="*/ 0 h 360040"/>
              <a:gd name="connsiteX2" fmla="*/ 6638528 w 7142584"/>
              <a:gd name="connsiteY2" fmla="*/ 1712 h 360040"/>
              <a:gd name="connsiteX3" fmla="*/ 504056 w 7142584"/>
              <a:gd name="connsiteY3" fmla="*/ 1712 h 360040"/>
              <a:gd name="connsiteX4" fmla="*/ 504056 w 7142584"/>
              <a:gd name="connsiteY4" fmla="*/ 0 h 360040"/>
              <a:gd name="connsiteX5" fmla="*/ 180020 w 7142584"/>
              <a:gd name="connsiteY5" fmla="*/ 0 h 360040"/>
              <a:gd name="connsiteX6" fmla="*/ 0 w 7142584"/>
              <a:gd name="connsiteY6" fmla="*/ 180020 h 360040"/>
              <a:gd name="connsiteX7" fmla="*/ 180020 w 7142584"/>
              <a:gd name="connsiteY7" fmla="*/ 360040 h 360040"/>
              <a:gd name="connsiteX8" fmla="*/ 504056 w 7142584"/>
              <a:gd name="connsiteY8" fmla="*/ 360040 h 360040"/>
              <a:gd name="connsiteX9" fmla="*/ 504056 w 7142584"/>
              <a:gd name="connsiteY9" fmla="*/ 358328 h 360040"/>
              <a:gd name="connsiteX10" fmla="*/ 6638528 w 7142584"/>
              <a:gd name="connsiteY10" fmla="*/ 358328 h 360040"/>
              <a:gd name="connsiteX11" fmla="*/ 6638528 w 7142584"/>
              <a:gd name="connsiteY11" fmla="*/ 360040 h 360040"/>
              <a:gd name="connsiteX12" fmla="*/ 6962564 w 7142584"/>
              <a:gd name="connsiteY12" fmla="*/ 360040 h 360040"/>
              <a:gd name="connsiteX13" fmla="*/ 7142584 w 7142584"/>
              <a:gd name="connsiteY13" fmla="*/ 180020 h 36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142584" h="360040">
                <a:moveTo>
                  <a:pt x="6962564" y="0"/>
                </a:moveTo>
                <a:lnTo>
                  <a:pt x="6638528" y="0"/>
                </a:lnTo>
                <a:lnTo>
                  <a:pt x="6638528" y="1712"/>
                </a:lnTo>
                <a:lnTo>
                  <a:pt x="504056" y="1712"/>
                </a:lnTo>
                <a:lnTo>
                  <a:pt x="504056" y="0"/>
                </a:lnTo>
                <a:lnTo>
                  <a:pt x="180020" y="0"/>
                </a:lnTo>
                <a:lnTo>
                  <a:pt x="0" y="180020"/>
                </a:lnTo>
                <a:lnTo>
                  <a:pt x="180020" y="360040"/>
                </a:lnTo>
                <a:lnTo>
                  <a:pt x="504056" y="360040"/>
                </a:lnTo>
                <a:lnTo>
                  <a:pt x="504056" y="358328"/>
                </a:lnTo>
                <a:lnTo>
                  <a:pt x="6638528" y="358328"/>
                </a:lnTo>
                <a:lnTo>
                  <a:pt x="6638528" y="360040"/>
                </a:lnTo>
                <a:lnTo>
                  <a:pt x="6962564" y="360040"/>
                </a:lnTo>
                <a:lnTo>
                  <a:pt x="7142584" y="180020"/>
                </a:lnTo>
                <a:close/>
              </a:path>
            </a:pathLst>
          </a:custGeom>
          <a:solidFill>
            <a:srgbClr val="3693FF"/>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tabLst>
                <a:tab pos="1262063" algn="l"/>
              </a:tabLst>
            </a:pPr>
            <a:r>
              <a:rPr lang="en-GB" sz="2000">
                <a:solidFill>
                  <a:schemeClr val="bg2"/>
                </a:solidFill>
              </a:rPr>
              <a:t>Optional</a:t>
            </a:r>
          </a:p>
        </p:txBody>
      </p:sp>
      <p:sp>
        <p:nvSpPr>
          <p:cNvPr id="21" name="TextBox 20">
            <a:extLst>
              <a:ext uri="{FF2B5EF4-FFF2-40B4-BE49-F238E27FC236}">
                <a16:creationId xmlns:a16="http://schemas.microsoft.com/office/drawing/2014/main" id="{44E56972-D4F1-B60D-7791-F1F0B21B8B49}"/>
              </a:ext>
            </a:extLst>
          </p:cNvPr>
          <p:cNvSpPr txBox="1"/>
          <p:nvPr/>
        </p:nvSpPr>
        <p:spPr>
          <a:xfrm>
            <a:off x="7536160" y="3501008"/>
            <a:ext cx="3888432" cy="226537"/>
          </a:xfrm>
          <a:prstGeom prst="rect">
            <a:avLst/>
          </a:prstGeom>
          <a:noFill/>
        </p:spPr>
        <p:txBody>
          <a:bodyPr wrap="square" rtlCol="0">
            <a:spAutoFit/>
          </a:bodyPr>
          <a:lstStyle/>
          <a:p>
            <a:pPr algn="ctr">
              <a:lnSpc>
                <a:spcPct val="107000"/>
              </a:lnSpc>
              <a:spcAft>
                <a:spcPts val="800"/>
              </a:spcAft>
            </a:pPr>
            <a:r>
              <a:rPr lang="en-GB" sz="900">
                <a:solidFill>
                  <a:srgbClr val="0D274D"/>
                </a:solidFill>
                <a:latin typeface="+mn-lt"/>
              </a:rPr>
              <a:t>&lt;buying centre&gt;-&lt;program&gt;-&lt;</a:t>
            </a:r>
            <a:r>
              <a:rPr lang="en-GB" sz="900" err="1">
                <a:solidFill>
                  <a:srgbClr val="0D274D"/>
                </a:solidFill>
                <a:latin typeface="+mn-lt"/>
              </a:rPr>
              <a:t>fy#q</a:t>
            </a:r>
            <a:r>
              <a:rPr lang="en-GB" sz="900">
                <a:solidFill>
                  <a:srgbClr val="0D274D"/>
                </a:solidFill>
                <a:latin typeface="+mn-lt"/>
              </a:rPr>
              <a:t>#&gt;-&lt;region&gt;-&lt;details/placement</a:t>
            </a:r>
          </a:p>
        </p:txBody>
      </p:sp>
    </p:spTree>
    <p:extLst>
      <p:ext uri="{BB962C8B-B14F-4D97-AF65-F5344CB8AC3E}">
        <p14:creationId xmlns:p14="http://schemas.microsoft.com/office/powerpoint/2010/main" val="8357890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500"/>
                                  </p:stCondLst>
                                  <p:childTnLst>
                                    <p:set>
                                      <p:cBhvr>
                                        <p:cTn id="6" dur="1" fill="hold">
                                          <p:stCondLst>
                                            <p:cond delay="0"/>
                                          </p:stCondLst>
                                        </p:cTn>
                                        <p:tgtEl>
                                          <p:spTgt spid="38"/>
                                        </p:tgtEl>
                                        <p:attrNameLst>
                                          <p:attrName>style.visibility</p:attrName>
                                        </p:attrNameLst>
                                      </p:cBhvr>
                                      <p:to>
                                        <p:strVal val="visible"/>
                                      </p:to>
                                    </p:set>
                                    <p:anim calcmode="lin" valueType="num">
                                      <p:cBhvr>
                                        <p:cTn id="7" dur="1000" fill="hold"/>
                                        <p:tgtEl>
                                          <p:spTgt spid="38"/>
                                        </p:tgtEl>
                                        <p:attrNameLst>
                                          <p:attrName>ppt_w</p:attrName>
                                        </p:attrNameLst>
                                      </p:cBhvr>
                                      <p:tavLst>
                                        <p:tav tm="0">
                                          <p:val>
                                            <p:fltVal val="0"/>
                                          </p:val>
                                        </p:tav>
                                        <p:tav tm="100000">
                                          <p:val>
                                            <p:strVal val="#ppt_w"/>
                                          </p:val>
                                        </p:tav>
                                      </p:tavLst>
                                    </p:anim>
                                    <p:anim calcmode="lin" valueType="num">
                                      <p:cBhvr>
                                        <p:cTn id="8" dur="1000" fill="hold"/>
                                        <p:tgtEl>
                                          <p:spTgt spid="38"/>
                                        </p:tgtEl>
                                        <p:attrNameLst>
                                          <p:attrName>ppt_h</p:attrName>
                                        </p:attrNameLst>
                                      </p:cBhvr>
                                      <p:tavLst>
                                        <p:tav tm="0">
                                          <p:val>
                                            <p:strVal val="#ppt_h"/>
                                          </p:val>
                                        </p:tav>
                                        <p:tav tm="100000">
                                          <p:val>
                                            <p:strVal val="#ppt_h"/>
                                          </p:val>
                                        </p:tav>
                                      </p:tavLst>
                                    </p:anim>
                                  </p:childTnLst>
                                </p:cTn>
                              </p:par>
                            </p:childTnLst>
                          </p:cTn>
                        </p:par>
                        <p:par>
                          <p:cTn id="9" fill="hold">
                            <p:stCondLst>
                              <p:cond delay="1500"/>
                            </p:stCondLst>
                            <p:childTnLst>
                              <p:par>
                                <p:cTn id="10" presetID="10" presetClass="entr" presetSubtype="0" fill="hold" nodeType="after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1000"/>
                                        <p:tgtEl>
                                          <p:spTgt spid="29"/>
                                        </p:tgtEl>
                                      </p:cBhvr>
                                    </p:animEffect>
                                  </p:childTnLst>
                                </p:cTn>
                              </p:par>
                              <p:par>
                                <p:cTn id="13" presetID="10"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1000"/>
                                        <p:tgtEl>
                                          <p:spTgt spid="2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fade">
                                      <p:cBhvr>
                                        <p:cTn id="18" dur="1000"/>
                                        <p:tgtEl>
                                          <p:spTgt spid="33"/>
                                        </p:tgtEl>
                                      </p:cBhvr>
                                    </p:animEffect>
                                  </p:childTnLst>
                                </p:cTn>
                              </p:par>
                              <p:par>
                                <p:cTn id="19" presetID="10"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3121721A-8BAA-B629-5509-A8885587DEB3}"/>
              </a:ext>
            </a:extLst>
          </p:cNvPr>
          <p:cNvGrpSpPr/>
          <p:nvPr/>
        </p:nvGrpSpPr>
        <p:grpSpPr>
          <a:xfrm>
            <a:off x="3987832" y="1052736"/>
            <a:ext cx="596000" cy="5394960"/>
            <a:chOff x="4511824" y="1052736"/>
            <a:chExt cx="596000" cy="5394960"/>
          </a:xfrm>
        </p:grpSpPr>
        <p:sp>
          <p:nvSpPr>
            <p:cNvPr id="10" name="Rectangle 9">
              <a:extLst>
                <a:ext uri="{FF2B5EF4-FFF2-40B4-BE49-F238E27FC236}">
                  <a16:creationId xmlns:a16="http://schemas.microsoft.com/office/drawing/2014/main" id="{857ABBB2-9A83-852A-88E5-459ACC126E64}"/>
                </a:ext>
              </a:extLst>
            </p:cNvPr>
            <p:cNvSpPr/>
            <p:nvPr/>
          </p:nvSpPr>
          <p:spPr>
            <a:xfrm rot="10800000" flipH="1" flipV="1">
              <a:off x="4768326" y="1052736"/>
              <a:ext cx="339498" cy="5394960"/>
            </a:xfrm>
            <a:prstGeom prst="rect">
              <a:avLst/>
            </a:prstGeom>
            <a:gradFill>
              <a:gsLst>
                <a:gs pos="0">
                  <a:schemeClr val="tx1">
                    <a:lumMod val="50000"/>
                    <a:alpha val="36000"/>
                  </a:schemeClr>
                </a:gs>
                <a:gs pos="90000">
                  <a:schemeClr val="tx1">
                    <a:lumMod val="50000"/>
                    <a:alpha val="0"/>
                  </a:schemeClr>
                </a:gs>
              </a:gsLst>
              <a:lin ang="10800000" scaled="1"/>
            </a:gradFill>
            <a:ln>
              <a:noFill/>
            </a:ln>
            <a:effectLst>
              <a:softEdge rad="114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E58EE84-AA32-62C2-A222-FC3408757A6B}"/>
                </a:ext>
              </a:extLst>
            </p:cNvPr>
            <p:cNvSpPr/>
            <p:nvPr/>
          </p:nvSpPr>
          <p:spPr>
            <a:xfrm rot="10800000" flipH="1" flipV="1">
              <a:off x="4511824" y="1052736"/>
              <a:ext cx="460113" cy="5394885"/>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ext Placeholder 1">
            <a:extLst>
              <a:ext uri="{FF2B5EF4-FFF2-40B4-BE49-F238E27FC236}">
                <a16:creationId xmlns:a16="http://schemas.microsoft.com/office/drawing/2014/main" id="{761E24E9-F234-28F3-1194-4954FF091D82}"/>
              </a:ext>
            </a:extLst>
          </p:cNvPr>
          <p:cNvSpPr>
            <a:spLocks noGrp="1"/>
          </p:cNvSpPr>
          <p:nvPr>
            <p:ph type="body" sz="quarter" idx="82"/>
          </p:nvPr>
        </p:nvSpPr>
        <p:spPr/>
        <p:txBody>
          <a:bodyPr/>
          <a:lstStyle/>
          <a:p>
            <a:r>
              <a:rPr lang="en-GB" dirty="0"/>
              <a:t>Paid Search Campaign –Marketo MVP</a:t>
            </a:r>
          </a:p>
        </p:txBody>
      </p:sp>
      <p:grpSp>
        <p:nvGrpSpPr>
          <p:cNvPr id="47" name="Group 46">
            <a:extLst>
              <a:ext uri="{FF2B5EF4-FFF2-40B4-BE49-F238E27FC236}">
                <a16:creationId xmlns:a16="http://schemas.microsoft.com/office/drawing/2014/main" id="{15A9539D-7C2D-9544-ECD2-4EDB3BA84D66}"/>
              </a:ext>
            </a:extLst>
          </p:cNvPr>
          <p:cNvGrpSpPr/>
          <p:nvPr/>
        </p:nvGrpSpPr>
        <p:grpSpPr>
          <a:xfrm>
            <a:off x="119336" y="1916832"/>
            <a:ext cx="4248472" cy="1872208"/>
            <a:chOff x="119336" y="1628800"/>
            <a:chExt cx="3758264" cy="1656184"/>
          </a:xfrm>
        </p:grpSpPr>
        <p:sp>
          <p:nvSpPr>
            <p:cNvPr id="8" name="Rectangle: Rounded Corners 7">
              <a:extLst>
                <a:ext uri="{FF2B5EF4-FFF2-40B4-BE49-F238E27FC236}">
                  <a16:creationId xmlns:a16="http://schemas.microsoft.com/office/drawing/2014/main" id="{1C02F5AF-400F-F554-6FD3-7C28E89686EE}"/>
                </a:ext>
              </a:extLst>
            </p:cNvPr>
            <p:cNvSpPr/>
            <p:nvPr/>
          </p:nvSpPr>
          <p:spPr>
            <a:xfrm>
              <a:off x="119336" y="1628800"/>
              <a:ext cx="3758264" cy="1656184"/>
            </a:xfrm>
            <a:prstGeom prst="roundRect">
              <a:avLst>
                <a:gd name="adj" fmla="val 9284"/>
              </a:avLst>
            </a:prstGeom>
            <a:solidFill>
              <a:schemeClr val="bg2"/>
            </a:solidFill>
            <a:ln>
              <a:solidFill>
                <a:schemeClr val="bg1">
                  <a:lumMod val="90000"/>
                  <a:lumOff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A screenshot of a web page&#10;&#10;Description automatically generated">
              <a:extLst>
                <a:ext uri="{FF2B5EF4-FFF2-40B4-BE49-F238E27FC236}">
                  <a16:creationId xmlns:a16="http://schemas.microsoft.com/office/drawing/2014/main" id="{B348950D-78AC-3625-5E31-5D919C7DC65F}"/>
                </a:ext>
              </a:extLst>
            </p:cNvPr>
            <p:cNvPicPr>
              <a:picLocks noChangeAspect="1"/>
            </p:cNvPicPr>
            <p:nvPr/>
          </p:nvPicPr>
          <p:blipFill>
            <a:blip r:embed="rId2"/>
            <a:stretch>
              <a:fillRect/>
            </a:stretch>
          </p:blipFill>
          <p:spPr>
            <a:xfrm>
              <a:off x="278585" y="1883598"/>
              <a:ext cx="3439767" cy="1146589"/>
            </a:xfrm>
            <a:prstGeom prst="rect">
              <a:avLst/>
            </a:prstGeom>
          </p:spPr>
        </p:pic>
      </p:grpSp>
      <p:sp>
        <p:nvSpPr>
          <p:cNvPr id="7" name="TextBox 6">
            <a:extLst>
              <a:ext uri="{FF2B5EF4-FFF2-40B4-BE49-F238E27FC236}">
                <a16:creationId xmlns:a16="http://schemas.microsoft.com/office/drawing/2014/main" id="{1B7F174E-75DE-D869-5C51-0072375CA859}"/>
              </a:ext>
            </a:extLst>
          </p:cNvPr>
          <p:cNvSpPr txBox="1"/>
          <p:nvPr/>
        </p:nvSpPr>
        <p:spPr>
          <a:xfrm>
            <a:off x="263352" y="4077072"/>
            <a:ext cx="3888432" cy="1061766"/>
          </a:xfrm>
          <a:prstGeom prst="rect">
            <a:avLst/>
          </a:prstGeom>
          <a:noFill/>
        </p:spPr>
        <p:txBody>
          <a:bodyPr wrap="square" rtlCol="0">
            <a:spAutoFit/>
          </a:bodyPr>
          <a:lstStyle/>
          <a:p>
            <a:pPr marL="0" marR="0">
              <a:lnSpc>
                <a:spcPct val="107000"/>
              </a:lnSpc>
              <a:spcAft>
                <a:spcPts val="800"/>
              </a:spcAft>
            </a:pPr>
            <a:r>
              <a:rPr lang="en-US" sz="1200">
                <a:solidFill>
                  <a:srgbClr val="0D274D"/>
                </a:solidFill>
                <a:latin typeface="+mn-lt"/>
              </a:rPr>
              <a:t>https://webinars.cisco.com/apjc/future-proof-your-workforce?utm_id=cc005042&amp;utm_eid=110392&amp;utm_medium=cpc&amp;utm_source=google&amp;utm_campaign=cb_clb_fy25q3_apjc_futureproof-exec-panel&amp;utm_content=webinar&amp;utm_term=hybrid work</a:t>
            </a:r>
            <a:endParaRPr lang="en-GB" sz="1200">
              <a:solidFill>
                <a:srgbClr val="0D274D"/>
              </a:solidFill>
              <a:latin typeface="+mn-lt"/>
            </a:endParaRPr>
          </a:p>
        </p:txBody>
      </p:sp>
      <p:sp>
        <p:nvSpPr>
          <p:cNvPr id="12" name="TextBox 11">
            <a:extLst>
              <a:ext uri="{FF2B5EF4-FFF2-40B4-BE49-F238E27FC236}">
                <a16:creationId xmlns:a16="http://schemas.microsoft.com/office/drawing/2014/main" id="{7A39E231-4A1A-485D-9A74-EF1854ECCBD4}"/>
              </a:ext>
            </a:extLst>
          </p:cNvPr>
          <p:cNvSpPr txBox="1"/>
          <p:nvPr/>
        </p:nvSpPr>
        <p:spPr>
          <a:xfrm>
            <a:off x="7810400" y="1616988"/>
            <a:ext cx="1579416" cy="307777"/>
          </a:xfrm>
          <a:prstGeom prst="rect">
            <a:avLst/>
          </a:prstGeom>
          <a:noFill/>
        </p:spPr>
        <p:txBody>
          <a:bodyPr wrap="square" rtlCol="0">
            <a:spAutoFit/>
          </a:bodyPr>
          <a:lstStyle/>
          <a:p>
            <a:pPr algn="ctr"/>
            <a:r>
              <a:rPr lang="en-US" sz="1400" b="1">
                <a:solidFill>
                  <a:schemeClr val="bg1">
                    <a:lumMod val="75000"/>
                    <a:lumOff val="25000"/>
                  </a:schemeClr>
                </a:solidFill>
                <a:latin typeface="+mn-lt"/>
              </a:rPr>
              <a:t>Destination URL</a:t>
            </a:r>
          </a:p>
        </p:txBody>
      </p:sp>
      <p:sp>
        <p:nvSpPr>
          <p:cNvPr id="13" name="TextBox 12">
            <a:extLst>
              <a:ext uri="{FF2B5EF4-FFF2-40B4-BE49-F238E27FC236}">
                <a16:creationId xmlns:a16="http://schemas.microsoft.com/office/drawing/2014/main" id="{76258F06-3BE0-7ECC-6905-196A9AA5C096}"/>
              </a:ext>
            </a:extLst>
          </p:cNvPr>
          <p:cNvSpPr txBox="1"/>
          <p:nvPr/>
        </p:nvSpPr>
        <p:spPr>
          <a:xfrm>
            <a:off x="4714056" y="1328956"/>
            <a:ext cx="7200799" cy="330924"/>
          </a:xfrm>
          <a:prstGeom prst="rect">
            <a:avLst/>
          </a:prstGeom>
          <a:noFill/>
        </p:spPr>
        <p:txBody>
          <a:bodyPr wrap="square" rtlCol="0">
            <a:spAutoFit/>
          </a:bodyPr>
          <a:lstStyle/>
          <a:p>
            <a:pPr marL="0" marR="0" algn="ctr">
              <a:lnSpc>
                <a:spcPct val="107000"/>
              </a:lnSpc>
              <a:spcAft>
                <a:spcPts val="800"/>
              </a:spcAft>
            </a:pPr>
            <a:r>
              <a:rPr lang="en-GB" sz="1600" kern="0" dirty="0">
                <a:solidFill>
                  <a:srgbClr val="0D274D"/>
                </a:solidFill>
                <a:effectLst/>
                <a:latin typeface="+mn-lt"/>
                <a:ea typeface="Times New Roman" panose="02020603050405020304" pitchFamily="18" charset="0"/>
                <a:cs typeface="Times New Roman" panose="02020603050405020304" pitchFamily="18" charset="0"/>
              </a:rPr>
              <a:t>https://webinars.cisco.com/apjc/future-proof-your-workforce</a:t>
            </a:r>
            <a:endParaRPr lang="en-GB" sz="1600" kern="100" dirty="0">
              <a:effectLst/>
              <a:latin typeface="+mn-lt"/>
              <a:ea typeface="Aptos" panose="020B0004020202020204" pitchFamily="34"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610D94F1-1FA3-C422-2723-ACA1420DD483}"/>
              </a:ext>
            </a:extLst>
          </p:cNvPr>
          <p:cNvSpPr/>
          <p:nvPr/>
        </p:nvSpPr>
        <p:spPr>
          <a:xfrm>
            <a:off x="4682203" y="1267965"/>
            <a:ext cx="7174437" cy="792088"/>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5" name="Group 14">
            <a:extLst>
              <a:ext uri="{FF2B5EF4-FFF2-40B4-BE49-F238E27FC236}">
                <a16:creationId xmlns:a16="http://schemas.microsoft.com/office/drawing/2014/main" id="{E5A3E631-CD83-6B27-4CCD-963724EAA28C}"/>
              </a:ext>
            </a:extLst>
          </p:cNvPr>
          <p:cNvGrpSpPr/>
          <p:nvPr/>
        </p:nvGrpSpPr>
        <p:grpSpPr>
          <a:xfrm>
            <a:off x="4682203" y="2235841"/>
            <a:ext cx="3668257" cy="864096"/>
            <a:chOff x="5012316" y="2182071"/>
            <a:chExt cx="3668257" cy="864096"/>
          </a:xfrm>
        </p:grpSpPr>
        <p:sp>
          <p:nvSpPr>
            <p:cNvPr id="16" name="TextBox 15">
              <a:extLst>
                <a:ext uri="{FF2B5EF4-FFF2-40B4-BE49-F238E27FC236}">
                  <a16:creationId xmlns:a16="http://schemas.microsoft.com/office/drawing/2014/main" id="{6F71A2F5-42B0-C2D5-992A-E1364C6B5F0C}"/>
                </a:ext>
              </a:extLst>
            </p:cNvPr>
            <p:cNvSpPr txBox="1"/>
            <p:nvPr/>
          </p:nvSpPr>
          <p:spPr>
            <a:xfrm>
              <a:off x="5148617" y="2492896"/>
              <a:ext cx="3395655" cy="523220"/>
            </a:xfrm>
            <a:prstGeom prst="rect">
              <a:avLst/>
            </a:prstGeom>
            <a:noFill/>
          </p:spPr>
          <p:txBody>
            <a:bodyPr wrap="square" rtlCol="0">
              <a:spAutoFit/>
            </a:bodyPr>
            <a:lstStyle/>
            <a:p>
              <a:pPr algn="ctr"/>
              <a:r>
                <a:rPr lang="en-US" sz="1400" b="1" i="1">
                  <a:solidFill>
                    <a:schemeClr val="bg1">
                      <a:lumMod val="75000"/>
                      <a:lumOff val="25000"/>
                    </a:schemeClr>
                  </a:solidFill>
                  <a:latin typeface="+mn-lt"/>
                </a:rPr>
                <a:t>Universal IDs</a:t>
              </a:r>
              <a:br>
                <a:rPr lang="en-US" sz="1400">
                  <a:latin typeface="+mn-lt"/>
                </a:rPr>
              </a:br>
              <a:r>
                <a:rPr lang="en-US" sz="1400">
                  <a:latin typeface="+mn-lt"/>
                </a:rPr>
                <a:t>Universal ID with data attributes aligned</a:t>
              </a:r>
            </a:p>
          </p:txBody>
        </p:sp>
        <p:sp>
          <p:nvSpPr>
            <p:cNvPr id="17" name="TextBox 16">
              <a:extLst>
                <a:ext uri="{FF2B5EF4-FFF2-40B4-BE49-F238E27FC236}">
                  <a16:creationId xmlns:a16="http://schemas.microsoft.com/office/drawing/2014/main" id="{04584F63-49DC-DC99-32BF-C9612ACAA7B1}"/>
                </a:ext>
              </a:extLst>
            </p:cNvPr>
            <p:cNvSpPr txBox="1"/>
            <p:nvPr/>
          </p:nvSpPr>
          <p:spPr>
            <a:xfrm>
              <a:off x="5476217" y="2222307"/>
              <a:ext cx="2736304" cy="330924"/>
            </a:xfrm>
            <a:prstGeom prst="rect">
              <a:avLst/>
            </a:prstGeom>
            <a:noFill/>
          </p:spPr>
          <p:txBody>
            <a:bodyPr wrap="square" rtlCol="0">
              <a:spAutoFit/>
            </a:bodyPr>
            <a:lstStyle/>
            <a:p>
              <a:pPr marL="0" marR="0" algn="ctr">
                <a:lnSpc>
                  <a:spcPct val="107000"/>
                </a:lnSpc>
                <a:spcAft>
                  <a:spcPts val="800"/>
                </a:spcAft>
              </a:pPr>
              <a:r>
                <a:rPr lang="en-GB" sz="1600" kern="0" err="1">
                  <a:solidFill>
                    <a:srgbClr val="0D274D"/>
                  </a:solidFill>
                  <a:latin typeface="+mn-lt"/>
                  <a:cs typeface="Times New Roman" panose="02020603050405020304" pitchFamily="18" charset="0"/>
                </a:rPr>
                <a:t>utm_id</a:t>
              </a:r>
              <a:r>
                <a:rPr lang="en-GB" sz="1600" kern="0">
                  <a:solidFill>
                    <a:srgbClr val="0D274D"/>
                  </a:solidFill>
                  <a:latin typeface="+mn-lt"/>
                  <a:cs typeface="Times New Roman" panose="02020603050405020304" pitchFamily="18" charset="0"/>
                </a:rPr>
                <a:t>= </a:t>
              </a:r>
              <a:r>
                <a:rPr lang="en-GB" sz="1600" kern="0">
                  <a:solidFill>
                    <a:srgbClr val="0D274D"/>
                  </a:solidFill>
                  <a:effectLst/>
                  <a:latin typeface="+mn-lt"/>
                  <a:ea typeface="Times New Roman" panose="02020603050405020304" pitchFamily="18" charset="0"/>
                  <a:cs typeface="Times New Roman" panose="02020603050405020304" pitchFamily="18" charset="0"/>
                </a:rPr>
                <a:t>cc005042</a:t>
              </a:r>
              <a:endParaRPr lang="en-GB" sz="1600">
                <a:latin typeface="+mn-lt"/>
              </a:endParaRPr>
            </a:p>
          </p:txBody>
        </p:sp>
        <p:sp>
          <p:nvSpPr>
            <p:cNvPr id="18" name="Rectangle: Rounded Corners 17">
              <a:extLst>
                <a:ext uri="{FF2B5EF4-FFF2-40B4-BE49-F238E27FC236}">
                  <a16:creationId xmlns:a16="http://schemas.microsoft.com/office/drawing/2014/main" id="{65C81817-39FC-A15D-87BA-3194D158767F}"/>
                </a:ext>
              </a:extLst>
            </p:cNvPr>
            <p:cNvSpPr/>
            <p:nvPr/>
          </p:nvSpPr>
          <p:spPr>
            <a:xfrm>
              <a:off x="5012316" y="2182071"/>
              <a:ext cx="3668257" cy="864096"/>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a:extLst>
              <a:ext uri="{FF2B5EF4-FFF2-40B4-BE49-F238E27FC236}">
                <a16:creationId xmlns:a16="http://schemas.microsoft.com/office/drawing/2014/main" id="{0BB947ED-8FF3-20AB-CDC9-715B4E22ED80}"/>
              </a:ext>
            </a:extLst>
          </p:cNvPr>
          <p:cNvGrpSpPr/>
          <p:nvPr/>
        </p:nvGrpSpPr>
        <p:grpSpPr>
          <a:xfrm>
            <a:off x="4682203" y="3302543"/>
            <a:ext cx="2880320" cy="864096"/>
            <a:chOff x="4567905" y="3311406"/>
            <a:chExt cx="2880320" cy="864096"/>
          </a:xfrm>
        </p:grpSpPr>
        <p:sp>
          <p:nvSpPr>
            <p:cNvPr id="20" name="TextBox 19">
              <a:extLst>
                <a:ext uri="{FF2B5EF4-FFF2-40B4-BE49-F238E27FC236}">
                  <a16:creationId xmlns:a16="http://schemas.microsoft.com/office/drawing/2014/main" id="{06DF6C52-CE31-009A-00CC-2FE9EF773F0C}"/>
                </a:ext>
              </a:extLst>
            </p:cNvPr>
            <p:cNvSpPr txBox="1"/>
            <p:nvPr/>
          </p:nvSpPr>
          <p:spPr>
            <a:xfrm>
              <a:off x="4567905" y="3649133"/>
              <a:ext cx="2880320" cy="523220"/>
            </a:xfrm>
            <a:prstGeom prst="rect">
              <a:avLst/>
            </a:prstGeom>
            <a:noFill/>
          </p:spPr>
          <p:txBody>
            <a:bodyPr wrap="square" rtlCol="0">
              <a:spAutoFit/>
            </a:bodyPr>
            <a:lstStyle/>
            <a:p>
              <a:pPr algn="ctr"/>
              <a:r>
                <a:rPr lang="en-US" sz="1400" b="1" i="1" err="1">
                  <a:solidFill>
                    <a:schemeClr val="bg1">
                      <a:lumMod val="50000"/>
                      <a:lumOff val="50000"/>
                    </a:schemeClr>
                  </a:solidFill>
                  <a:latin typeface="+mn-lt"/>
                </a:rPr>
                <a:t>utm_source</a:t>
              </a:r>
              <a:br>
                <a:rPr lang="en-US" sz="1400">
                  <a:latin typeface="+mn-lt"/>
                </a:rPr>
              </a:br>
              <a:r>
                <a:rPr lang="en-US" sz="1400">
                  <a:latin typeface="+mn-lt"/>
                </a:rPr>
                <a:t>Where the visitor is coming from</a:t>
              </a:r>
            </a:p>
          </p:txBody>
        </p:sp>
        <p:sp>
          <p:nvSpPr>
            <p:cNvPr id="21" name="TextBox 20">
              <a:extLst>
                <a:ext uri="{FF2B5EF4-FFF2-40B4-BE49-F238E27FC236}">
                  <a16:creationId xmlns:a16="http://schemas.microsoft.com/office/drawing/2014/main" id="{C8D857C5-E44E-6DAF-1244-9F11970A6547}"/>
                </a:ext>
              </a:extLst>
            </p:cNvPr>
            <p:cNvSpPr txBox="1"/>
            <p:nvPr/>
          </p:nvSpPr>
          <p:spPr>
            <a:xfrm>
              <a:off x="4837935" y="3356992"/>
              <a:ext cx="2340260" cy="330924"/>
            </a:xfrm>
            <a:prstGeom prst="rect">
              <a:avLst/>
            </a:prstGeom>
            <a:noFill/>
          </p:spPr>
          <p:txBody>
            <a:bodyPr wrap="square" rtlCol="0">
              <a:spAutoFit/>
            </a:bodyPr>
            <a:lstStyle/>
            <a:p>
              <a:pPr marL="0" marR="0" algn="ctr">
                <a:lnSpc>
                  <a:spcPct val="107000"/>
                </a:lnSpc>
                <a:spcAft>
                  <a:spcPts val="800"/>
                </a:spcAft>
              </a:pPr>
              <a:r>
                <a:rPr lang="en-GB" sz="1600" kern="0" err="1">
                  <a:solidFill>
                    <a:srgbClr val="0D274D"/>
                  </a:solidFill>
                  <a:effectLst/>
                  <a:latin typeface="+mn-lt"/>
                  <a:ea typeface="Times New Roman" panose="02020603050405020304" pitchFamily="18" charset="0"/>
                  <a:cs typeface="Times New Roman" panose="02020603050405020304" pitchFamily="18" charset="0"/>
                </a:rPr>
                <a:t>utm_source</a:t>
              </a:r>
              <a:r>
                <a:rPr lang="en-GB" sz="1600" kern="0">
                  <a:solidFill>
                    <a:srgbClr val="0D274D"/>
                  </a:solidFill>
                  <a:effectLst/>
                  <a:latin typeface="+mn-lt"/>
                  <a:ea typeface="Times New Roman" panose="02020603050405020304" pitchFamily="18" charset="0"/>
                  <a:cs typeface="Times New Roman" panose="02020603050405020304" pitchFamily="18" charset="0"/>
                </a:rPr>
                <a:t>=google</a:t>
              </a:r>
              <a:endParaRPr lang="en-GB" sz="1600">
                <a:latin typeface="+mn-lt"/>
              </a:endParaRPr>
            </a:p>
          </p:txBody>
        </p:sp>
        <p:sp>
          <p:nvSpPr>
            <p:cNvPr id="22" name="Rectangle: Rounded Corners 21">
              <a:extLst>
                <a:ext uri="{FF2B5EF4-FFF2-40B4-BE49-F238E27FC236}">
                  <a16:creationId xmlns:a16="http://schemas.microsoft.com/office/drawing/2014/main" id="{EC724CE9-6D4C-9CD0-F35A-572151D0D276}"/>
                </a:ext>
              </a:extLst>
            </p:cNvPr>
            <p:cNvSpPr/>
            <p:nvPr/>
          </p:nvSpPr>
          <p:spPr>
            <a:xfrm>
              <a:off x="4567905" y="3311406"/>
              <a:ext cx="2880320" cy="864096"/>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3" name="Group 22">
            <a:extLst>
              <a:ext uri="{FF2B5EF4-FFF2-40B4-BE49-F238E27FC236}">
                <a16:creationId xmlns:a16="http://schemas.microsoft.com/office/drawing/2014/main" id="{8BFB0DC3-94A7-083B-BE63-59FE9CBAA52E}"/>
              </a:ext>
            </a:extLst>
          </p:cNvPr>
          <p:cNvGrpSpPr/>
          <p:nvPr/>
        </p:nvGrpSpPr>
        <p:grpSpPr>
          <a:xfrm>
            <a:off x="9093021" y="2247005"/>
            <a:ext cx="2736304" cy="811252"/>
            <a:chOff x="7965034" y="3337828"/>
            <a:chExt cx="2736304" cy="811252"/>
          </a:xfrm>
        </p:grpSpPr>
        <p:sp>
          <p:nvSpPr>
            <p:cNvPr id="24" name="TextBox 23">
              <a:extLst>
                <a:ext uri="{FF2B5EF4-FFF2-40B4-BE49-F238E27FC236}">
                  <a16:creationId xmlns:a16="http://schemas.microsoft.com/office/drawing/2014/main" id="{085CC132-F76C-FC24-A66D-872F40BB98C3}"/>
                </a:ext>
              </a:extLst>
            </p:cNvPr>
            <p:cNvSpPr txBox="1"/>
            <p:nvPr/>
          </p:nvSpPr>
          <p:spPr>
            <a:xfrm>
              <a:off x="7965034" y="3625860"/>
              <a:ext cx="2736304" cy="523220"/>
            </a:xfrm>
            <a:prstGeom prst="rect">
              <a:avLst/>
            </a:prstGeom>
            <a:noFill/>
          </p:spPr>
          <p:txBody>
            <a:bodyPr wrap="square" rtlCol="0">
              <a:spAutoFit/>
            </a:bodyPr>
            <a:lstStyle/>
            <a:p>
              <a:pPr algn="ctr"/>
              <a:r>
                <a:rPr lang="en-US" sz="1400" b="1" i="1" dirty="0" err="1">
                  <a:solidFill>
                    <a:schemeClr val="bg1">
                      <a:lumMod val="75000"/>
                      <a:lumOff val="25000"/>
                    </a:schemeClr>
                  </a:solidFill>
                  <a:latin typeface="+mn-lt"/>
                </a:rPr>
                <a:t>utm_medium</a:t>
              </a:r>
              <a:br>
                <a:rPr lang="en-US" sz="1400" b="1" dirty="0">
                  <a:latin typeface="+mn-lt"/>
                </a:rPr>
              </a:br>
              <a:r>
                <a:rPr lang="en-US" sz="1400" dirty="0">
                  <a:latin typeface="+mn-lt"/>
                </a:rPr>
                <a:t>How the visitor is getting here</a:t>
              </a:r>
            </a:p>
          </p:txBody>
        </p:sp>
        <p:sp>
          <p:nvSpPr>
            <p:cNvPr id="25" name="TextBox 24">
              <a:extLst>
                <a:ext uri="{FF2B5EF4-FFF2-40B4-BE49-F238E27FC236}">
                  <a16:creationId xmlns:a16="http://schemas.microsoft.com/office/drawing/2014/main" id="{EE734708-F871-1919-1709-7CB259431DCB}"/>
                </a:ext>
              </a:extLst>
            </p:cNvPr>
            <p:cNvSpPr txBox="1"/>
            <p:nvPr/>
          </p:nvSpPr>
          <p:spPr>
            <a:xfrm>
              <a:off x="8037042" y="3337828"/>
              <a:ext cx="2592288" cy="330924"/>
            </a:xfrm>
            <a:prstGeom prst="rect">
              <a:avLst/>
            </a:prstGeom>
            <a:noFill/>
          </p:spPr>
          <p:txBody>
            <a:bodyPr wrap="square" rtlCol="0">
              <a:spAutoFit/>
            </a:bodyPr>
            <a:lstStyle/>
            <a:p>
              <a:pPr marL="0" marR="0" algn="ctr">
                <a:lnSpc>
                  <a:spcPct val="107000"/>
                </a:lnSpc>
                <a:spcAft>
                  <a:spcPts val="800"/>
                </a:spcAft>
              </a:pPr>
              <a:r>
                <a:rPr lang="en-GB" sz="1600" kern="0" dirty="0" err="1">
                  <a:solidFill>
                    <a:srgbClr val="0D274D"/>
                  </a:solidFill>
                  <a:effectLst/>
                  <a:latin typeface="+mn-lt"/>
                  <a:ea typeface="Times New Roman" panose="02020603050405020304" pitchFamily="18" charset="0"/>
                  <a:cs typeface="Times New Roman" panose="02020603050405020304" pitchFamily="18" charset="0"/>
                </a:rPr>
                <a:t>utm_medium</a:t>
              </a:r>
              <a:r>
                <a:rPr lang="en-GB" sz="1600" kern="0" dirty="0">
                  <a:solidFill>
                    <a:srgbClr val="0D274D"/>
                  </a:solidFill>
                  <a:effectLst/>
                  <a:latin typeface="+mn-lt"/>
                  <a:ea typeface="Times New Roman" panose="02020603050405020304" pitchFamily="18" charset="0"/>
                  <a:cs typeface="Times New Roman" panose="02020603050405020304" pitchFamily="18" charset="0"/>
                </a:rPr>
                <a:t>=</a:t>
              </a:r>
              <a:r>
                <a:rPr lang="en-GB" sz="1600" kern="0" dirty="0" err="1">
                  <a:solidFill>
                    <a:srgbClr val="0D274D"/>
                  </a:solidFill>
                  <a:latin typeface="+mn-lt"/>
                  <a:ea typeface="Times New Roman" panose="02020603050405020304" pitchFamily="18" charset="0"/>
                  <a:cs typeface="Times New Roman" panose="02020603050405020304" pitchFamily="18" charset="0"/>
                </a:rPr>
                <a:t>cpc</a:t>
              </a:r>
              <a:endParaRPr lang="en-GB" sz="1600" dirty="0">
                <a:latin typeface="+mn-lt"/>
              </a:endParaRPr>
            </a:p>
          </p:txBody>
        </p:sp>
        <p:sp>
          <p:nvSpPr>
            <p:cNvPr id="26" name="Rectangle: Rounded Corners 25">
              <a:extLst>
                <a:ext uri="{FF2B5EF4-FFF2-40B4-BE49-F238E27FC236}">
                  <a16:creationId xmlns:a16="http://schemas.microsoft.com/office/drawing/2014/main" id="{770F9DB2-BCAD-90A9-13D0-1AAA6830C267}"/>
                </a:ext>
              </a:extLst>
            </p:cNvPr>
            <p:cNvSpPr/>
            <p:nvPr/>
          </p:nvSpPr>
          <p:spPr>
            <a:xfrm>
              <a:off x="7965034" y="3337828"/>
              <a:ext cx="2736304" cy="792088"/>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7" name="Group 26">
            <a:extLst>
              <a:ext uri="{FF2B5EF4-FFF2-40B4-BE49-F238E27FC236}">
                <a16:creationId xmlns:a16="http://schemas.microsoft.com/office/drawing/2014/main" id="{D0769A75-E5DC-40A6-2F1D-AC0942B7918A}"/>
              </a:ext>
            </a:extLst>
          </p:cNvPr>
          <p:cNvGrpSpPr/>
          <p:nvPr/>
        </p:nvGrpSpPr>
        <p:grpSpPr>
          <a:xfrm>
            <a:off x="7594376" y="3292665"/>
            <a:ext cx="4334272" cy="1172949"/>
            <a:chOff x="7320136" y="3361162"/>
            <a:chExt cx="4334272" cy="1172949"/>
          </a:xfrm>
        </p:grpSpPr>
        <p:sp>
          <p:nvSpPr>
            <p:cNvPr id="28" name="TextBox 27">
              <a:extLst>
                <a:ext uri="{FF2B5EF4-FFF2-40B4-BE49-F238E27FC236}">
                  <a16:creationId xmlns:a16="http://schemas.microsoft.com/office/drawing/2014/main" id="{FEF55CD6-D355-54EA-28EA-BE5B026F6380}"/>
                </a:ext>
              </a:extLst>
            </p:cNvPr>
            <p:cNvSpPr txBox="1"/>
            <p:nvPr/>
          </p:nvSpPr>
          <p:spPr>
            <a:xfrm>
              <a:off x="7781240" y="3933056"/>
              <a:ext cx="3412065" cy="601055"/>
            </a:xfrm>
            <a:prstGeom prst="rect">
              <a:avLst/>
            </a:prstGeom>
            <a:noFill/>
          </p:spPr>
          <p:txBody>
            <a:bodyPr wrap="square" rtlCol="0">
              <a:spAutoFit/>
            </a:bodyPr>
            <a:lstStyle/>
            <a:p>
              <a:pPr algn="ctr"/>
              <a:r>
                <a:rPr lang="en-US" sz="1400" b="1" i="1" err="1">
                  <a:solidFill>
                    <a:schemeClr val="bg1">
                      <a:lumMod val="75000"/>
                      <a:lumOff val="25000"/>
                    </a:schemeClr>
                  </a:solidFill>
                  <a:latin typeface="+mn-lt"/>
                </a:rPr>
                <a:t>utm_campaign</a:t>
              </a:r>
              <a:br>
                <a:rPr lang="en-US" sz="1400">
                  <a:latin typeface="+mn-lt"/>
                </a:rPr>
              </a:br>
              <a:r>
                <a:rPr lang="en-US" sz="1400">
                  <a:latin typeface="+mn-lt"/>
                </a:rPr>
                <a:t>Why the visitor is getting here</a:t>
              </a:r>
            </a:p>
          </p:txBody>
        </p:sp>
        <p:sp>
          <p:nvSpPr>
            <p:cNvPr id="29" name="TextBox 28">
              <a:extLst>
                <a:ext uri="{FF2B5EF4-FFF2-40B4-BE49-F238E27FC236}">
                  <a16:creationId xmlns:a16="http://schemas.microsoft.com/office/drawing/2014/main" id="{B53B5561-3A6F-76C9-B785-5D21985F67A6}"/>
                </a:ext>
              </a:extLst>
            </p:cNvPr>
            <p:cNvSpPr txBox="1"/>
            <p:nvPr/>
          </p:nvSpPr>
          <p:spPr>
            <a:xfrm>
              <a:off x="7320136" y="3369609"/>
              <a:ext cx="4334272" cy="271293"/>
            </a:xfrm>
            <a:prstGeom prst="rect">
              <a:avLst/>
            </a:prstGeom>
            <a:noFill/>
          </p:spPr>
          <p:txBody>
            <a:bodyPr wrap="square" rtlCol="0">
              <a:spAutoFit/>
            </a:bodyPr>
            <a:lstStyle/>
            <a:p>
              <a:pPr marL="0" marR="0" algn="ctr">
                <a:lnSpc>
                  <a:spcPct val="107000"/>
                </a:lnSpc>
                <a:spcAft>
                  <a:spcPts val="800"/>
                </a:spcAft>
              </a:pPr>
              <a:r>
                <a:rPr lang="en-US" sz="1200" b="0" i="0" u="none" strike="noStrike">
                  <a:solidFill>
                    <a:srgbClr val="0D274D"/>
                  </a:solidFill>
                  <a:effectLst/>
                  <a:latin typeface="+mn-lt"/>
                </a:rPr>
                <a:t>cb_clb_fy25q3_apjc_futureproof-exec-panel</a:t>
              </a:r>
              <a:endParaRPr lang="en-GB" sz="1000">
                <a:latin typeface="+mn-lt"/>
              </a:endParaRPr>
            </a:p>
          </p:txBody>
        </p:sp>
        <p:sp>
          <p:nvSpPr>
            <p:cNvPr id="30" name="Rectangle: Rounded Corners 29">
              <a:extLst>
                <a:ext uri="{FF2B5EF4-FFF2-40B4-BE49-F238E27FC236}">
                  <a16:creationId xmlns:a16="http://schemas.microsoft.com/office/drawing/2014/main" id="{06105514-2D7D-2833-85D5-6BAB91AB9154}"/>
                </a:ext>
              </a:extLst>
            </p:cNvPr>
            <p:cNvSpPr/>
            <p:nvPr/>
          </p:nvSpPr>
          <p:spPr>
            <a:xfrm>
              <a:off x="7392144" y="3361162"/>
              <a:ext cx="4190256" cy="1147958"/>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8" name="Group 47">
            <a:extLst>
              <a:ext uri="{FF2B5EF4-FFF2-40B4-BE49-F238E27FC236}">
                <a16:creationId xmlns:a16="http://schemas.microsoft.com/office/drawing/2014/main" id="{28A2FC9B-8D64-1BE4-17AC-90B308C9E339}"/>
              </a:ext>
            </a:extLst>
          </p:cNvPr>
          <p:cNvGrpSpPr/>
          <p:nvPr/>
        </p:nvGrpSpPr>
        <p:grpSpPr>
          <a:xfrm>
            <a:off x="4714056" y="4941168"/>
            <a:ext cx="2988332" cy="837674"/>
            <a:chOff x="4439816" y="4941168"/>
            <a:chExt cx="2988332" cy="837674"/>
          </a:xfrm>
        </p:grpSpPr>
        <p:sp>
          <p:nvSpPr>
            <p:cNvPr id="32" name="TextBox 31">
              <a:extLst>
                <a:ext uri="{FF2B5EF4-FFF2-40B4-BE49-F238E27FC236}">
                  <a16:creationId xmlns:a16="http://schemas.microsoft.com/office/drawing/2014/main" id="{4C527B6C-A1CB-EE08-7DEB-3588367350FC}"/>
                </a:ext>
              </a:extLst>
            </p:cNvPr>
            <p:cNvSpPr txBox="1"/>
            <p:nvPr/>
          </p:nvSpPr>
          <p:spPr>
            <a:xfrm>
              <a:off x="4439816" y="5255622"/>
              <a:ext cx="2988332" cy="523220"/>
            </a:xfrm>
            <a:prstGeom prst="rect">
              <a:avLst/>
            </a:prstGeom>
            <a:noFill/>
          </p:spPr>
          <p:txBody>
            <a:bodyPr wrap="square" rtlCol="0">
              <a:spAutoFit/>
            </a:bodyPr>
            <a:lstStyle/>
            <a:p>
              <a:pPr algn="ctr"/>
              <a:r>
                <a:rPr lang="en-US" sz="1400" b="1" err="1">
                  <a:solidFill>
                    <a:schemeClr val="bg1">
                      <a:lumMod val="75000"/>
                      <a:lumOff val="25000"/>
                    </a:schemeClr>
                  </a:solidFill>
                  <a:latin typeface="+mn-lt"/>
                </a:rPr>
                <a:t>utm_content</a:t>
              </a:r>
              <a:endParaRPr lang="en-US" sz="1400" b="1">
                <a:solidFill>
                  <a:schemeClr val="bg1">
                    <a:lumMod val="75000"/>
                    <a:lumOff val="25000"/>
                  </a:schemeClr>
                </a:solidFill>
                <a:latin typeface="+mn-lt"/>
              </a:endParaRPr>
            </a:p>
            <a:p>
              <a:pPr algn="ctr"/>
              <a:r>
                <a:rPr lang="en-US" sz="1400">
                  <a:latin typeface="+mn-lt"/>
                </a:rPr>
                <a:t>What content are you driving to</a:t>
              </a:r>
              <a:endParaRPr lang="en-US" sz="1400" b="1">
                <a:solidFill>
                  <a:schemeClr val="bg1">
                    <a:lumMod val="90000"/>
                    <a:lumOff val="10000"/>
                  </a:schemeClr>
                </a:solidFill>
                <a:latin typeface="+mn-lt"/>
              </a:endParaRPr>
            </a:p>
          </p:txBody>
        </p:sp>
        <p:sp>
          <p:nvSpPr>
            <p:cNvPr id="33" name="TextBox 32">
              <a:extLst>
                <a:ext uri="{FF2B5EF4-FFF2-40B4-BE49-F238E27FC236}">
                  <a16:creationId xmlns:a16="http://schemas.microsoft.com/office/drawing/2014/main" id="{61BDA0D4-6C4A-5C94-4603-902DB998F740}"/>
                </a:ext>
              </a:extLst>
            </p:cNvPr>
            <p:cNvSpPr txBox="1"/>
            <p:nvPr/>
          </p:nvSpPr>
          <p:spPr>
            <a:xfrm>
              <a:off x="4639914" y="4941168"/>
              <a:ext cx="2588137" cy="330924"/>
            </a:xfrm>
            <a:prstGeom prst="rect">
              <a:avLst/>
            </a:prstGeom>
            <a:noFill/>
          </p:spPr>
          <p:txBody>
            <a:bodyPr wrap="square" rtlCol="0">
              <a:spAutoFit/>
            </a:bodyPr>
            <a:lstStyle/>
            <a:p>
              <a:pPr marL="0" marR="0" algn="ctr">
                <a:lnSpc>
                  <a:spcPct val="107000"/>
                </a:lnSpc>
                <a:spcAft>
                  <a:spcPts val="800"/>
                </a:spcAft>
              </a:pPr>
              <a:r>
                <a:rPr lang="en-GB" sz="1600" kern="0" err="1">
                  <a:solidFill>
                    <a:srgbClr val="0D274D"/>
                  </a:solidFill>
                  <a:effectLst/>
                  <a:latin typeface="+mn-lt"/>
                  <a:ea typeface="Times New Roman" panose="02020603050405020304" pitchFamily="18" charset="0"/>
                  <a:cs typeface="Times New Roman" panose="02020603050405020304" pitchFamily="18" charset="0"/>
                </a:rPr>
                <a:t>utm_content</a:t>
              </a:r>
              <a:r>
                <a:rPr lang="en-GB" sz="1600" kern="0">
                  <a:solidFill>
                    <a:srgbClr val="0D274D"/>
                  </a:solidFill>
                  <a:effectLst/>
                  <a:latin typeface="+mn-lt"/>
                  <a:ea typeface="Times New Roman" panose="02020603050405020304" pitchFamily="18" charset="0"/>
                  <a:cs typeface="Times New Roman" panose="02020603050405020304" pitchFamily="18" charset="0"/>
                </a:rPr>
                <a:t>=webinar</a:t>
              </a:r>
              <a:endParaRPr lang="en-GB" sz="1600" kern="100">
                <a:effectLst/>
                <a:latin typeface="+mn-lt"/>
                <a:ea typeface="Aptos" panose="020B0004020202020204" pitchFamily="34" charset="0"/>
                <a:cs typeface="Times New Roman" panose="02020603050405020304" pitchFamily="18" charset="0"/>
              </a:endParaRPr>
            </a:p>
          </p:txBody>
        </p:sp>
        <p:sp>
          <p:nvSpPr>
            <p:cNvPr id="34" name="Rectangle: Rounded Corners 33">
              <a:extLst>
                <a:ext uri="{FF2B5EF4-FFF2-40B4-BE49-F238E27FC236}">
                  <a16:creationId xmlns:a16="http://schemas.microsoft.com/office/drawing/2014/main" id="{DD443A66-CC81-7DB0-92D9-52BB110D2281}"/>
                </a:ext>
              </a:extLst>
            </p:cNvPr>
            <p:cNvSpPr/>
            <p:nvPr/>
          </p:nvSpPr>
          <p:spPr>
            <a:xfrm>
              <a:off x="4457818" y="4967590"/>
              <a:ext cx="2952328" cy="792088"/>
            </a:xfrm>
            <a:prstGeom prst="roundRect">
              <a:avLst/>
            </a:prstGeom>
            <a:noFill/>
            <a:ln w="38100">
              <a:solidFill>
                <a:schemeClr val="tx2">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9" name="Group 48">
            <a:extLst>
              <a:ext uri="{FF2B5EF4-FFF2-40B4-BE49-F238E27FC236}">
                <a16:creationId xmlns:a16="http://schemas.microsoft.com/office/drawing/2014/main" id="{89D308DA-4839-B286-8190-4A2F8EC5097A}"/>
              </a:ext>
            </a:extLst>
          </p:cNvPr>
          <p:cNvGrpSpPr/>
          <p:nvPr/>
        </p:nvGrpSpPr>
        <p:grpSpPr>
          <a:xfrm>
            <a:off x="8314456" y="4926490"/>
            <a:ext cx="3136499" cy="969366"/>
            <a:chOff x="8040216" y="4926490"/>
            <a:chExt cx="3136499" cy="969366"/>
          </a:xfrm>
        </p:grpSpPr>
        <p:sp>
          <p:nvSpPr>
            <p:cNvPr id="36" name="Rectangle: Rounded Corners 35">
              <a:extLst>
                <a:ext uri="{FF2B5EF4-FFF2-40B4-BE49-F238E27FC236}">
                  <a16:creationId xmlns:a16="http://schemas.microsoft.com/office/drawing/2014/main" id="{E7FAA354-706C-C411-CDC2-AB6B1EF7D547}"/>
                </a:ext>
              </a:extLst>
            </p:cNvPr>
            <p:cNvSpPr/>
            <p:nvPr/>
          </p:nvSpPr>
          <p:spPr>
            <a:xfrm>
              <a:off x="8112224" y="4941168"/>
              <a:ext cx="3064491" cy="864096"/>
            </a:xfrm>
            <a:prstGeom prst="roundRect">
              <a:avLst/>
            </a:prstGeom>
            <a:noFill/>
            <a:ln w="38100">
              <a:solidFill>
                <a:schemeClr val="tx2">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Box 36">
              <a:extLst>
                <a:ext uri="{FF2B5EF4-FFF2-40B4-BE49-F238E27FC236}">
                  <a16:creationId xmlns:a16="http://schemas.microsoft.com/office/drawing/2014/main" id="{C8B1C513-2252-B99B-2D72-5398E2A7DC40}"/>
                </a:ext>
              </a:extLst>
            </p:cNvPr>
            <p:cNvSpPr txBox="1"/>
            <p:nvPr/>
          </p:nvSpPr>
          <p:spPr>
            <a:xfrm>
              <a:off x="8040216" y="5157192"/>
              <a:ext cx="3024336" cy="738664"/>
            </a:xfrm>
            <a:prstGeom prst="rect">
              <a:avLst/>
            </a:prstGeom>
            <a:noFill/>
          </p:spPr>
          <p:txBody>
            <a:bodyPr wrap="square" rtlCol="0">
              <a:spAutoFit/>
            </a:bodyPr>
            <a:lstStyle/>
            <a:p>
              <a:pPr algn="ctr"/>
              <a:r>
                <a:rPr lang="en-US" sz="1400" b="1" err="1">
                  <a:solidFill>
                    <a:schemeClr val="bg1">
                      <a:lumMod val="75000"/>
                      <a:lumOff val="25000"/>
                    </a:schemeClr>
                  </a:solidFill>
                  <a:latin typeface="+mn-lt"/>
                </a:rPr>
                <a:t>utm_term</a:t>
              </a:r>
              <a:br>
                <a:rPr lang="en-US" sz="1400" b="1">
                  <a:solidFill>
                    <a:schemeClr val="bg1">
                      <a:lumMod val="75000"/>
                      <a:lumOff val="25000"/>
                    </a:schemeClr>
                  </a:solidFill>
                  <a:latin typeface="+mn-lt"/>
                </a:rPr>
              </a:br>
              <a:r>
                <a:rPr lang="en-US" sz="1400">
                  <a:latin typeface="+mn-lt"/>
                </a:rPr>
                <a:t>what did the customer search or click  on</a:t>
              </a:r>
            </a:p>
          </p:txBody>
        </p:sp>
        <p:sp>
          <p:nvSpPr>
            <p:cNvPr id="38" name="TextBox 37">
              <a:extLst>
                <a:ext uri="{FF2B5EF4-FFF2-40B4-BE49-F238E27FC236}">
                  <a16:creationId xmlns:a16="http://schemas.microsoft.com/office/drawing/2014/main" id="{E45A2681-36DB-40D6-56CB-FCA6BB1152A6}"/>
                </a:ext>
              </a:extLst>
            </p:cNvPr>
            <p:cNvSpPr txBox="1"/>
            <p:nvPr/>
          </p:nvSpPr>
          <p:spPr>
            <a:xfrm>
              <a:off x="8429334" y="4926490"/>
              <a:ext cx="2563210" cy="330924"/>
            </a:xfrm>
            <a:prstGeom prst="rect">
              <a:avLst/>
            </a:prstGeom>
            <a:noFill/>
          </p:spPr>
          <p:txBody>
            <a:bodyPr wrap="square" rtlCol="0">
              <a:spAutoFit/>
            </a:bodyPr>
            <a:lstStyle/>
            <a:p>
              <a:pPr marL="0" marR="0">
                <a:lnSpc>
                  <a:spcPct val="107000"/>
                </a:lnSpc>
                <a:spcAft>
                  <a:spcPts val="800"/>
                </a:spcAft>
              </a:pPr>
              <a:r>
                <a:rPr lang="en-GB" sz="1600" kern="0" err="1">
                  <a:solidFill>
                    <a:srgbClr val="0D274D"/>
                  </a:solidFill>
                  <a:latin typeface="+mn-lt"/>
                  <a:cs typeface="Times New Roman" panose="02020603050405020304" pitchFamily="18" charset="0"/>
                </a:rPr>
                <a:t>utm_term</a:t>
              </a:r>
              <a:r>
                <a:rPr lang="en-GB" sz="1600" kern="0">
                  <a:solidFill>
                    <a:srgbClr val="0D274D"/>
                  </a:solidFill>
                  <a:latin typeface="+mn-lt"/>
                  <a:cs typeface="Times New Roman" panose="02020603050405020304" pitchFamily="18" charset="0"/>
                </a:rPr>
                <a:t>=hybrid-work</a:t>
              </a:r>
            </a:p>
          </p:txBody>
        </p:sp>
      </p:grpSp>
      <p:sp>
        <p:nvSpPr>
          <p:cNvPr id="39" name="TextBox 38">
            <a:extLst>
              <a:ext uri="{FF2B5EF4-FFF2-40B4-BE49-F238E27FC236}">
                <a16:creationId xmlns:a16="http://schemas.microsoft.com/office/drawing/2014/main" id="{B8B978B7-26DD-3C02-00D3-3BB51D8595B5}"/>
              </a:ext>
            </a:extLst>
          </p:cNvPr>
          <p:cNvSpPr txBox="1"/>
          <p:nvPr/>
        </p:nvSpPr>
        <p:spPr>
          <a:xfrm>
            <a:off x="7594376" y="5949280"/>
            <a:ext cx="3816424" cy="646331"/>
          </a:xfrm>
          <a:prstGeom prst="rect">
            <a:avLst/>
          </a:prstGeom>
          <a:noFill/>
        </p:spPr>
        <p:txBody>
          <a:bodyPr wrap="square" rtlCol="0">
            <a:spAutoFit/>
          </a:bodyPr>
          <a:lstStyle/>
          <a:p>
            <a:r>
              <a:rPr lang="en-GB" sz="1200" i="1">
                <a:solidFill>
                  <a:schemeClr val="tx2"/>
                </a:solidFill>
                <a:latin typeface="+mn-lt"/>
              </a:rPr>
              <a:t>N.B I would hope to have EID as part of the </a:t>
            </a:r>
            <a:r>
              <a:rPr lang="en-GB" sz="1200" i="1" err="1">
                <a:solidFill>
                  <a:schemeClr val="tx2"/>
                </a:solidFill>
                <a:latin typeface="+mn-lt"/>
              </a:rPr>
              <a:t>utm_id</a:t>
            </a:r>
            <a:r>
              <a:rPr lang="en-GB" sz="1200" i="1">
                <a:solidFill>
                  <a:schemeClr val="tx2"/>
                </a:solidFill>
                <a:latin typeface="+mn-lt"/>
              </a:rPr>
              <a:t> but due to limitations of MRF we may have to have separate fields for MVP</a:t>
            </a:r>
            <a:endParaRPr lang="en-GB" i="1">
              <a:solidFill>
                <a:schemeClr val="tx2"/>
              </a:solidFill>
              <a:latin typeface="+mn-lt"/>
            </a:endParaRPr>
          </a:p>
        </p:txBody>
      </p:sp>
      <p:grpSp>
        <p:nvGrpSpPr>
          <p:cNvPr id="40" name="Group 39">
            <a:extLst>
              <a:ext uri="{FF2B5EF4-FFF2-40B4-BE49-F238E27FC236}">
                <a16:creationId xmlns:a16="http://schemas.microsoft.com/office/drawing/2014/main" id="{F6D49BBB-72F6-462B-3ECC-A79C0BC86BE8}"/>
              </a:ext>
            </a:extLst>
          </p:cNvPr>
          <p:cNvGrpSpPr/>
          <p:nvPr/>
        </p:nvGrpSpPr>
        <p:grpSpPr>
          <a:xfrm>
            <a:off x="4714056" y="5877272"/>
            <a:ext cx="2448272" cy="864096"/>
            <a:chOff x="5566227" y="-127496"/>
            <a:chExt cx="2448272" cy="864096"/>
          </a:xfrm>
        </p:grpSpPr>
        <p:sp>
          <p:nvSpPr>
            <p:cNvPr id="41" name="TextBox 40">
              <a:extLst>
                <a:ext uri="{FF2B5EF4-FFF2-40B4-BE49-F238E27FC236}">
                  <a16:creationId xmlns:a16="http://schemas.microsoft.com/office/drawing/2014/main" id="{3E9662DE-C0D5-526D-F21D-78D165D014C6}"/>
                </a:ext>
              </a:extLst>
            </p:cNvPr>
            <p:cNvSpPr txBox="1"/>
            <p:nvPr/>
          </p:nvSpPr>
          <p:spPr>
            <a:xfrm>
              <a:off x="5612518" y="183329"/>
              <a:ext cx="2355690" cy="523220"/>
            </a:xfrm>
            <a:prstGeom prst="rect">
              <a:avLst/>
            </a:prstGeom>
            <a:noFill/>
          </p:spPr>
          <p:txBody>
            <a:bodyPr wrap="square" rtlCol="0">
              <a:spAutoFit/>
            </a:bodyPr>
            <a:lstStyle/>
            <a:p>
              <a:pPr algn="ctr"/>
              <a:r>
                <a:rPr lang="en-US" sz="1400" b="1" i="1">
                  <a:solidFill>
                    <a:schemeClr val="bg1">
                      <a:lumMod val="75000"/>
                      <a:lumOff val="25000"/>
                    </a:schemeClr>
                  </a:solidFill>
                  <a:latin typeface="+mn-lt"/>
                </a:rPr>
                <a:t>Event ID</a:t>
              </a:r>
              <a:br>
                <a:rPr lang="en-US" sz="1400">
                  <a:latin typeface="+mn-lt"/>
                </a:rPr>
              </a:br>
              <a:r>
                <a:rPr lang="en-US" sz="1400">
                  <a:latin typeface="+mn-lt"/>
                </a:rPr>
                <a:t>What Event is driving this</a:t>
              </a:r>
            </a:p>
          </p:txBody>
        </p:sp>
        <p:sp>
          <p:nvSpPr>
            <p:cNvPr id="42" name="TextBox 41">
              <a:extLst>
                <a:ext uri="{FF2B5EF4-FFF2-40B4-BE49-F238E27FC236}">
                  <a16:creationId xmlns:a16="http://schemas.microsoft.com/office/drawing/2014/main" id="{B2A8C754-FFCC-2082-0458-D69DCFB5D0DA}"/>
                </a:ext>
              </a:extLst>
            </p:cNvPr>
            <p:cNvSpPr txBox="1"/>
            <p:nvPr/>
          </p:nvSpPr>
          <p:spPr>
            <a:xfrm>
              <a:off x="5764249" y="-99767"/>
              <a:ext cx="2052228" cy="330924"/>
            </a:xfrm>
            <a:prstGeom prst="rect">
              <a:avLst/>
            </a:prstGeom>
            <a:noFill/>
          </p:spPr>
          <p:txBody>
            <a:bodyPr wrap="square" rtlCol="0">
              <a:spAutoFit/>
            </a:bodyPr>
            <a:lstStyle/>
            <a:p>
              <a:pPr marL="0" marR="0" algn="ctr">
                <a:lnSpc>
                  <a:spcPct val="107000"/>
                </a:lnSpc>
                <a:spcAft>
                  <a:spcPts val="800"/>
                </a:spcAft>
              </a:pPr>
              <a:r>
                <a:rPr lang="en-GB" sz="1600" kern="0" err="1">
                  <a:solidFill>
                    <a:srgbClr val="0D274D"/>
                  </a:solidFill>
                  <a:effectLst/>
                  <a:latin typeface="+mn-lt"/>
                  <a:ea typeface="Times New Roman" panose="02020603050405020304" pitchFamily="18" charset="0"/>
                  <a:cs typeface="Times New Roman" panose="02020603050405020304" pitchFamily="18" charset="0"/>
                </a:rPr>
                <a:t>utm_eid</a:t>
              </a:r>
              <a:r>
                <a:rPr lang="en-GB" sz="1600" kern="0">
                  <a:solidFill>
                    <a:srgbClr val="0D274D"/>
                  </a:solidFill>
                  <a:effectLst/>
                  <a:latin typeface="+mn-lt"/>
                  <a:ea typeface="Times New Roman" panose="02020603050405020304" pitchFamily="18" charset="0"/>
                  <a:cs typeface="Times New Roman" panose="02020603050405020304" pitchFamily="18" charset="0"/>
                </a:rPr>
                <a:t>=110392</a:t>
              </a:r>
              <a:endParaRPr lang="en-GB" sz="1600">
                <a:latin typeface="+mn-lt"/>
              </a:endParaRPr>
            </a:p>
          </p:txBody>
        </p:sp>
        <p:sp>
          <p:nvSpPr>
            <p:cNvPr id="43" name="Rectangle: Rounded Corners 42">
              <a:extLst>
                <a:ext uri="{FF2B5EF4-FFF2-40B4-BE49-F238E27FC236}">
                  <a16:creationId xmlns:a16="http://schemas.microsoft.com/office/drawing/2014/main" id="{59D2672E-0902-082A-0974-C9AC71484F0F}"/>
                </a:ext>
              </a:extLst>
            </p:cNvPr>
            <p:cNvSpPr/>
            <p:nvPr/>
          </p:nvSpPr>
          <p:spPr>
            <a:xfrm>
              <a:off x="5566227" y="-127496"/>
              <a:ext cx="2448272" cy="864096"/>
            </a:xfrm>
            <a:prstGeom prst="roundRect">
              <a:avLst/>
            </a:prstGeom>
            <a:noFill/>
            <a:ln w="38100">
              <a:solidFill>
                <a:schemeClr val="tx2">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4" name="Freeform: Shape 43">
            <a:extLst>
              <a:ext uri="{FF2B5EF4-FFF2-40B4-BE49-F238E27FC236}">
                <a16:creationId xmlns:a16="http://schemas.microsoft.com/office/drawing/2014/main" id="{07AC3BE2-0F34-08E9-898B-10E72239BCE6}"/>
              </a:ext>
            </a:extLst>
          </p:cNvPr>
          <p:cNvSpPr/>
          <p:nvPr/>
        </p:nvSpPr>
        <p:spPr>
          <a:xfrm flipH="1">
            <a:off x="4714056" y="935513"/>
            <a:ext cx="7142584" cy="274320"/>
          </a:xfrm>
          <a:custGeom>
            <a:avLst/>
            <a:gdLst>
              <a:gd name="connsiteX0" fmla="*/ 6962564 w 7142584"/>
              <a:gd name="connsiteY0" fmla="*/ 0 h 360040"/>
              <a:gd name="connsiteX1" fmla="*/ 6638528 w 7142584"/>
              <a:gd name="connsiteY1" fmla="*/ 0 h 360040"/>
              <a:gd name="connsiteX2" fmla="*/ 6638528 w 7142584"/>
              <a:gd name="connsiteY2" fmla="*/ 1712 h 360040"/>
              <a:gd name="connsiteX3" fmla="*/ 504056 w 7142584"/>
              <a:gd name="connsiteY3" fmla="*/ 1712 h 360040"/>
              <a:gd name="connsiteX4" fmla="*/ 504056 w 7142584"/>
              <a:gd name="connsiteY4" fmla="*/ 0 h 360040"/>
              <a:gd name="connsiteX5" fmla="*/ 180020 w 7142584"/>
              <a:gd name="connsiteY5" fmla="*/ 0 h 360040"/>
              <a:gd name="connsiteX6" fmla="*/ 0 w 7142584"/>
              <a:gd name="connsiteY6" fmla="*/ 180020 h 360040"/>
              <a:gd name="connsiteX7" fmla="*/ 180020 w 7142584"/>
              <a:gd name="connsiteY7" fmla="*/ 360040 h 360040"/>
              <a:gd name="connsiteX8" fmla="*/ 504056 w 7142584"/>
              <a:gd name="connsiteY8" fmla="*/ 360040 h 360040"/>
              <a:gd name="connsiteX9" fmla="*/ 504056 w 7142584"/>
              <a:gd name="connsiteY9" fmla="*/ 358328 h 360040"/>
              <a:gd name="connsiteX10" fmla="*/ 6638528 w 7142584"/>
              <a:gd name="connsiteY10" fmla="*/ 358328 h 360040"/>
              <a:gd name="connsiteX11" fmla="*/ 6638528 w 7142584"/>
              <a:gd name="connsiteY11" fmla="*/ 360040 h 360040"/>
              <a:gd name="connsiteX12" fmla="*/ 6962564 w 7142584"/>
              <a:gd name="connsiteY12" fmla="*/ 360040 h 360040"/>
              <a:gd name="connsiteX13" fmla="*/ 7142584 w 7142584"/>
              <a:gd name="connsiteY13" fmla="*/ 180020 h 36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142584" h="360040">
                <a:moveTo>
                  <a:pt x="6962564" y="0"/>
                </a:moveTo>
                <a:lnTo>
                  <a:pt x="6638528" y="0"/>
                </a:lnTo>
                <a:lnTo>
                  <a:pt x="6638528" y="1712"/>
                </a:lnTo>
                <a:lnTo>
                  <a:pt x="504056" y="1712"/>
                </a:lnTo>
                <a:lnTo>
                  <a:pt x="504056" y="0"/>
                </a:lnTo>
                <a:lnTo>
                  <a:pt x="180020" y="0"/>
                </a:lnTo>
                <a:lnTo>
                  <a:pt x="0" y="180020"/>
                </a:lnTo>
                <a:lnTo>
                  <a:pt x="180020" y="360040"/>
                </a:lnTo>
                <a:lnTo>
                  <a:pt x="504056" y="360040"/>
                </a:lnTo>
                <a:lnTo>
                  <a:pt x="504056" y="358328"/>
                </a:lnTo>
                <a:lnTo>
                  <a:pt x="6638528" y="358328"/>
                </a:lnTo>
                <a:lnTo>
                  <a:pt x="6638528" y="360040"/>
                </a:lnTo>
                <a:lnTo>
                  <a:pt x="6962564" y="360040"/>
                </a:lnTo>
                <a:lnTo>
                  <a:pt x="7142584" y="180020"/>
                </a:lnTo>
                <a:close/>
              </a:path>
            </a:pathLst>
          </a:cu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tabLst>
                <a:tab pos="1262063" algn="l"/>
              </a:tabLst>
            </a:pPr>
            <a:r>
              <a:rPr lang="en-GB" sz="2000">
                <a:solidFill>
                  <a:schemeClr val="bg2"/>
                </a:solidFill>
              </a:rPr>
              <a:t>Mandatory</a:t>
            </a:r>
          </a:p>
        </p:txBody>
      </p:sp>
      <p:sp>
        <p:nvSpPr>
          <p:cNvPr id="45" name="Freeform: Shape 44">
            <a:extLst>
              <a:ext uri="{FF2B5EF4-FFF2-40B4-BE49-F238E27FC236}">
                <a16:creationId xmlns:a16="http://schemas.microsoft.com/office/drawing/2014/main" id="{64692AA9-29FB-B4CB-BD07-B6A08C2280D3}"/>
              </a:ext>
            </a:extLst>
          </p:cNvPr>
          <p:cNvSpPr/>
          <p:nvPr/>
        </p:nvSpPr>
        <p:spPr>
          <a:xfrm flipH="1">
            <a:off x="4714056" y="4586237"/>
            <a:ext cx="7142584" cy="274320"/>
          </a:xfrm>
          <a:custGeom>
            <a:avLst/>
            <a:gdLst>
              <a:gd name="connsiteX0" fmla="*/ 6962564 w 7142584"/>
              <a:gd name="connsiteY0" fmla="*/ 0 h 360040"/>
              <a:gd name="connsiteX1" fmla="*/ 6638528 w 7142584"/>
              <a:gd name="connsiteY1" fmla="*/ 0 h 360040"/>
              <a:gd name="connsiteX2" fmla="*/ 6638528 w 7142584"/>
              <a:gd name="connsiteY2" fmla="*/ 1712 h 360040"/>
              <a:gd name="connsiteX3" fmla="*/ 504056 w 7142584"/>
              <a:gd name="connsiteY3" fmla="*/ 1712 h 360040"/>
              <a:gd name="connsiteX4" fmla="*/ 504056 w 7142584"/>
              <a:gd name="connsiteY4" fmla="*/ 0 h 360040"/>
              <a:gd name="connsiteX5" fmla="*/ 180020 w 7142584"/>
              <a:gd name="connsiteY5" fmla="*/ 0 h 360040"/>
              <a:gd name="connsiteX6" fmla="*/ 0 w 7142584"/>
              <a:gd name="connsiteY6" fmla="*/ 180020 h 360040"/>
              <a:gd name="connsiteX7" fmla="*/ 180020 w 7142584"/>
              <a:gd name="connsiteY7" fmla="*/ 360040 h 360040"/>
              <a:gd name="connsiteX8" fmla="*/ 504056 w 7142584"/>
              <a:gd name="connsiteY8" fmla="*/ 360040 h 360040"/>
              <a:gd name="connsiteX9" fmla="*/ 504056 w 7142584"/>
              <a:gd name="connsiteY9" fmla="*/ 358328 h 360040"/>
              <a:gd name="connsiteX10" fmla="*/ 6638528 w 7142584"/>
              <a:gd name="connsiteY10" fmla="*/ 358328 h 360040"/>
              <a:gd name="connsiteX11" fmla="*/ 6638528 w 7142584"/>
              <a:gd name="connsiteY11" fmla="*/ 360040 h 360040"/>
              <a:gd name="connsiteX12" fmla="*/ 6962564 w 7142584"/>
              <a:gd name="connsiteY12" fmla="*/ 360040 h 360040"/>
              <a:gd name="connsiteX13" fmla="*/ 7142584 w 7142584"/>
              <a:gd name="connsiteY13" fmla="*/ 180020 h 36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142584" h="360040">
                <a:moveTo>
                  <a:pt x="6962564" y="0"/>
                </a:moveTo>
                <a:lnTo>
                  <a:pt x="6638528" y="0"/>
                </a:lnTo>
                <a:lnTo>
                  <a:pt x="6638528" y="1712"/>
                </a:lnTo>
                <a:lnTo>
                  <a:pt x="504056" y="1712"/>
                </a:lnTo>
                <a:lnTo>
                  <a:pt x="504056" y="0"/>
                </a:lnTo>
                <a:lnTo>
                  <a:pt x="180020" y="0"/>
                </a:lnTo>
                <a:lnTo>
                  <a:pt x="0" y="180020"/>
                </a:lnTo>
                <a:lnTo>
                  <a:pt x="180020" y="360040"/>
                </a:lnTo>
                <a:lnTo>
                  <a:pt x="504056" y="360040"/>
                </a:lnTo>
                <a:lnTo>
                  <a:pt x="504056" y="358328"/>
                </a:lnTo>
                <a:lnTo>
                  <a:pt x="6638528" y="358328"/>
                </a:lnTo>
                <a:lnTo>
                  <a:pt x="6638528" y="360040"/>
                </a:lnTo>
                <a:lnTo>
                  <a:pt x="6962564" y="360040"/>
                </a:lnTo>
                <a:lnTo>
                  <a:pt x="7142584" y="180020"/>
                </a:lnTo>
                <a:close/>
              </a:path>
            </a:pathLst>
          </a:custGeom>
          <a:solidFill>
            <a:srgbClr val="3693FF"/>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tabLst>
                <a:tab pos="1262063" algn="l"/>
              </a:tabLst>
            </a:pPr>
            <a:r>
              <a:rPr lang="en-GB" sz="2000">
                <a:solidFill>
                  <a:schemeClr val="bg2"/>
                </a:solidFill>
              </a:rPr>
              <a:t>Optional</a:t>
            </a:r>
          </a:p>
        </p:txBody>
      </p:sp>
      <p:sp>
        <p:nvSpPr>
          <p:cNvPr id="46" name="TextBox 45">
            <a:extLst>
              <a:ext uri="{FF2B5EF4-FFF2-40B4-BE49-F238E27FC236}">
                <a16:creationId xmlns:a16="http://schemas.microsoft.com/office/drawing/2014/main" id="{CA3A96F5-AB3B-3904-210E-C9C6F717908E}"/>
              </a:ext>
            </a:extLst>
          </p:cNvPr>
          <p:cNvSpPr txBox="1"/>
          <p:nvPr/>
        </p:nvSpPr>
        <p:spPr>
          <a:xfrm>
            <a:off x="7810400" y="3501008"/>
            <a:ext cx="3888432" cy="226537"/>
          </a:xfrm>
          <a:prstGeom prst="rect">
            <a:avLst/>
          </a:prstGeom>
          <a:noFill/>
        </p:spPr>
        <p:txBody>
          <a:bodyPr wrap="square" rtlCol="0">
            <a:spAutoFit/>
          </a:bodyPr>
          <a:lstStyle/>
          <a:p>
            <a:pPr algn="ctr">
              <a:lnSpc>
                <a:spcPct val="107000"/>
              </a:lnSpc>
              <a:spcAft>
                <a:spcPts val="800"/>
              </a:spcAft>
            </a:pPr>
            <a:r>
              <a:rPr lang="en-GB" sz="900">
                <a:solidFill>
                  <a:srgbClr val="0D274D"/>
                </a:solidFill>
                <a:latin typeface="+mn-lt"/>
              </a:rPr>
              <a:t>&lt;buying centre&gt;-&lt;program&gt;-&lt;</a:t>
            </a:r>
            <a:r>
              <a:rPr lang="en-GB" sz="900" err="1">
                <a:solidFill>
                  <a:srgbClr val="0D274D"/>
                </a:solidFill>
                <a:latin typeface="+mn-lt"/>
              </a:rPr>
              <a:t>fy#q</a:t>
            </a:r>
            <a:r>
              <a:rPr lang="en-GB" sz="900">
                <a:solidFill>
                  <a:srgbClr val="0D274D"/>
                </a:solidFill>
                <a:latin typeface="+mn-lt"/>
              </a:rPr>
              <a:t>#&gt;-&lt;region&gt;-&lt;details/placement</a:t>
            </a:r>
          </a:p>
        </p:txBody>
      </p:sp>
    </p:spTree>
    <p:extLst>
      <p:ext uri="{BB962C8B-B14F-4D97-AF65-F5344CB8AC3E}">
        <p14:creationId xmlns:p14="http://schemas.microsoft.com/office/powerpoint/2010/main" val="31610560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500"/>
                                  </p:stCondLst>
                                  <p:childTnLst>
                                    <p:set>
                                      <p:cBhvr>
                                        <p:cTn id="6" dur="1" fill="hold">
                                          <p:stCondLst>
                                            <p:cond delay="0"/>
                                          </p:stCondLst>
                                        </p:cTn>
                                        <p:tgtEl>
                                          <p:spTgt spid="45"/>
                                        </p:tgtEl>
                                        <p:attrNameLst>
                                          <p:attrName>style.visibility</p:attrName>
                                        </p:attrNameLst>
                                      </p:cBhvr>
                                      <p:to>
                                        <p:strVal val="visible"/>
                                      </p:to>
                                    </p:set>
                                    <p:anim calcmode="lin" valueType="num">
                                      <p:cBhvr>
                                        <p:cTn id="7" dur="1000" fill="hold"/>
                                        <p:tgtEl>
                                          <p:spTgt spid="45"/>
                                        </p:tgtEl>
                                        <p:attrNameLst>
                                          <p:attrName>ppt_w</p:attrName>
                                        </p:attrNameLst>
                                      </p:cBhvr>
                                      <p:tavLst>
                                        <p:tav tm="0">
                                          <p:val>
                                            <p:fltVal val="0"/>
                                          </p:val>
                                        </p:tav>
                                        <p:tav tm="100000">
                                          <p:val>
                                            <p:strVal val="#ppt_w"/>
                                          </p:val>
                                        </p:tav>
                                      </p:tavLst>
                                    </p:anim>
                                    <p:anim calcmode="lin" valueType="num">
                                      <p:cBhvr>
                                        <p:cTn id="8" dur="1000" fill="hold"/>
                                        <p:tgtEl>
                                          <p:spTgt spid="45"/>
                                        </p:tgtEl>
                                        <p:attrNameLst>
                                          <p:attrName>ppt_h</p:attrName>
                                        </p:attrNameLst>
                                      </p:cBhvr>
                                      <p:tavLst>
                                        <p:tav tm="0">
                                          <p:val>
                                            <p:strVal val="#ppt_h"/>
                                          </p:val>
                                        </p:tav>
                                        <p:tav tm="100000">
                                          <p:val>
                                            <p:strVal val="#ppt_h"/>
                                          </p:val>
                                        </p:tav>
                                      </p:tavLst>
                                    </p:anim>
                                  </p:childTnLst>
                                </p:cTn>
                              </p:par>
                              <p:par>
                                <p:cTn id="9" presetID="10" presetClass="entr" presetSubtype="0"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1000"/>
                                        <p:tgtEl>
                                          <p:spTgt spid="4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8B371-0794-25DB-0053-9FB4DFC6AC2C}"/>
            </a:ext>
          </a:extLst>
        </p:cNvPr>
        <p:cNvGrpSpPr/>
        <p:nvPr/>
      </p:nvGrpSpPr>
      <p:grpSpPr>
        <a:xfrm>
          <a:off x="0" y="0"/>
          <a:ext cx="0" cy="0"/>
          <a:chOff x="0" y="0"/>
          <a:chExt cx="0" cy="0"/>
        </a:xfrm>
      </p:grpSpPr>
      <p:sp>
        <p:nvSpPr>
          <p:cNvPr id="35" name="Rectangle: Rounded Corners 34">
            <a:extLst>
              <a:ext uri="{FF2B5EF4-FFF2-40B4-BE49-F238E27FC236}">
                <a16:creationId xmlns:a16="http://schemas.microsoft.com/office/drawing/2014/main" id="{469B36CA-FB09-CFBB-7094-381CF67C221D}"/>
              </a:ext>
            </a:extLst>
          </p:cNvPr>
          <p:cNvSpPr/>
          <p:nvPr/>
        </p:nvSpPr>
        <p:spPr>
          <a:xfrm>
            <a:off x="479376" y="1412776"/>
            <a:ext cx="3096344" cy="3744416"/>
          </a:xfrm>
          <a:prstGeom prst="roundRect">
            <a:avLst>
              <a:gd name="adj" fmla="val 9284"/>
            </a:avLst>
          </a:prstGeom>
          <a:solidFill>
            <a:schemeClr val="bg2"/>
          </a:solidFill>
          <a:ln>
            <a:solidFill>
              <a:schemeClr val="bg1">
                <a:lumMod val="90000"/>
                <a:lumOff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 name="Picture 33">
            <a:extLst>
              <a:ext uri="{FF2B5EF4-FFF2-40B4-BE49-F238E27FC236}">
                <a16:creationId xmlns:a16="http://schemas.microsoft.com/office/drawing/2014/main" id="{ED6F5AF2-E272-C783-3360-B4B8F3E3D0EF}"/>
              </a:ext>
            </a:extLst>
          </p:cNvPr>
          <p:cNvPicPr>
            <a:picLocks noChangeAspect="1"/>
          </p:cNvPicPr>
          <p:nvPr/>
        </p:nvPicPr>
        <p:blipFill>
          <a:blip r:embed="rId3"/>
          <a:stretch>
            <a:fillRect/>
          </a:stretch>
        </p:blipFill>
        <p:spPr>
          <a:xfrm>
            <a:off x="647423" y="1534480"/>
            <a:ext cx="2760251" cy="3501008"/>
          </a:xfrm>
          <a:prstGeom prst="rect">
            <a:avLst/>
          </a:prstGeom>
        </p:spPr>
      </p:pic>
      <p:grpSp>
        <p:nvGrpSpPr>
          <p:cNvPr id="53" name="Group 52">
            <a:extLst>
              <a:ext uri="{FF2B5EF4-FFF2-40B4-BE49-F238E27FC236}">
                <a16:creationId xmlns:a16="http://schemas.microsoft.com/office/drawing/2014/main" id="{1B60E68A-6304-26D1-6593-490B2FCEB96F}"/>
              </a:ext>
            </a:extLst>
          </p:cNvPr>
          <p:cNvGrpSpPr/>
          <p:nvPr/>
        </p:nvGrpSpPr>
        <p:grpSpPr>
          <a:xfrm>
            <a:off x="3863752" y="1052736"/>
            <a:ext cx="596000" cy="5394960"/>
            <a:chOff x="4511824" y="1052736"/>
            <a:chExt cx="596000" cy="5394960"/>
          </a:xfrm>
        </p:grpSpPr>
        <p:sp>
          <p:nvSpPr>
            <p:cNvPr id="51" name="Rectangle 50">
              <a:extLst>
                <a:ext uri="{FF2B5EF4-FFF2-40B4-BE49-F238E27FC236}">
                  <a16:creationId xmlns:a16="http://schemas.microsoft.com/office/drawing/2014/main" id="{E4540AFE-5E0B-BCDD-D1C0-BFA0707D8260}"/>
                </a:ext>
              </a:extLst>
            </p:cNvPr>
            <p:cNvSpPr/>
            <p:nvPr/>
          </p:nvSpPr>
          <p:spPr>
            <a:xfrm rot="10800000" flipH="1" flipV="1">
              <a:off x="4768326" y="1052736"/>
              <a:ext cx="339498" cy="5394960"/>
            </a:xfrm>
            <a:prstGeom prst="rect">
              <a:avLst/>
            </a:prstGeom>
            <a:gradFill>
              <a:gsLst>
                <a:gs pos="0">
                  <a:schemeClr val="tx1">
                    <a:lumMod val="50000"/>
                    <a:alpha val="36000"/>
                  </a:schemeClr>
                </a:gs>
                <a:gs pos="90000">
                  <a:schemeClr val="tx1">
                    <a:lumMod val="50000"/>
                    <a:alpha val="0"/>
                  </a:schemeClr>
                </a:gs>
              </a:gsLst>
              <a:lin ang="10800000" scaled="1"/>
            </a:gradFill>
            <a:ln>
              <a:noFill/>
            </a:ln>
            <a:effectLst>
              <a:softEdge rad="114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ectangle 51">
              <a:extLst>
                <a:ext uri="{FF2B5EF4-FFF2-40B4-BE49-F238E27FC236}">
                  <a16:creationId xmlns:a16="http://schemas.microsoft.com/office/drawing/2014/main" id="{4273C7F9-B61B-C022-C0D1-48B07C9A90F9}"/>
                </a:ext>
              </a:extLst>
            </p:cNvPr>
            <p:cNvSpPr/>
            <p:nvPr/>
          </p:nvSpPr>
          <p:spPr>
            <a:xfrm rot="10800000" flipH="1" flipV="1">
              <a:off x="4511824" y="1052736"/>
              <a:ext cx="460113" cy="5394885"/>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ext Placeholder 1">
            <a:extLst>
              <a:ext uri="{FF2B5EF4-FFF2-40B4-BE49-F238E27FC236}">
                <a16:creationId xmlns:a16="http://schemas.microsoft.com/office/drawing/2014/main" id="{F1A78425-4763-015F-4B56-BC33DA1E72CF}"/>
              </a:ext>
            </a:extLst>
          </p:cNvPr>
          <p:cNvSpPr>
            <a:spLocks noGrp="1"/>
          </p:cNvSpPr>
          <p:nvPr>
            <p:ph type="body" sz="quarter" idx="82"/>
          </p:nvPr>
        </p:nvSpPr>
        <p:spPr/>
        <p:txBody>
          <a:bodyPr/>
          <a:lstStyle/>
          <a:p>
            <a:r>
              <a:rPr lang="en-GB" dirty="0"/>
              <a:t>Email Campaign – Workfront Legacy</a:t>
            </a:r>
          </a:p>
        </p:txBody>
      </p:sp>
      <p:sp>
        <p:nvSpPr>
          <p:cNvPr id="45" name="Rectangle: Rounded Corners 44">
            <a:extLst>
              <a:ext uri="{FF2B5EF4-FFF2-40B4-BE49-F238E27FC236}">
                <a16:creationId xmlns:a16="http://schemas.microsoft.com/office/drawing/2014/main" id="{1205B678-3E95-D697-6182-F852A568692E}"/>
              </a:ext>
            </a:extLst>
          </p:cNvPr>
          <p:cNvSpPr/>
          <p:nvPr/>
        </p:nvSpPr>
        <p:spPr>
          <a:xfrm>
            <a:off x="1343472" y="3140968"/>
            <a:ext cx="1152128" cy="432048"/>
          </a:xfrm>
          <a:prstGeom prst="roundRect">
            <a:avLst/>
          </a:prstGeom>
          <a:noFill/>
          <a:ln w="38100">
            <a:solidFill>
              <a:schemeClr val="accent5">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TextBox 48">
            <a:extLst>
              <a:ext uri="{FF2B5EF4-FFF2-40B4-BE49-F238E27FC236}">
                <a16:creationId xmlns:a16="http://schemas.microsoft.com/office/drawing/2014/main" id="{DA5AF322-53EE-BFE4-1FFA-0A4B1A44210D}"/>
              </a:ext>
            </a:extLst>
          </p:cNvPr>
          <p:cNvSpPr txBox="1"/>
          <p:nvPr/>
        </p:nvSpPr>
        <p:spPr>
          <a:xfrm>
            <a:off x="191344" y="5229200"/>
            <a:ext cx="3888432" cy="1061766"/>
          </a:xfrm>
          <a:prstGeom prst="rect">
            <a:avLst/>
          </a:prstGeom>
          <a:noFill/>
        </p:spPr>
        <p:txBody>
          <a:bodyPr wrap="square" rtlCol="0">
            <a:spAutoFit/>
          </a:bodyPr>
          <a:lstStyle/>
          <a:p>
            <a:pPr marL="0" marR="0">
              <a:lnSpc>
                <a:spcPct val="107000"/>
              </a:lnSpc>
              <a:spcAft>
                <a:spcPts val="800"/>
              </a:spcAft>
            </a:pPr>
            <a:r>
              <a:rPr lang="en-US" sz="1200" b="0" i="0" u="none" strike="noStrike" dirty="0">
                <a:solidFill>
                  <a:srgbClr val="0D274D"/>
                </a:solidFill>
                <a:effectLst/>
                <a:latin typeface="+mn-lt"/>
              </a:rPr>
              <a:t>https://webinars.cisco.com/apjc/future-proof-your-workforce?</a:t>
            </a:r>
            <a:r>
              <a:rPr lang="en-US" sz="1200" dirty="0">
                <a:solidFill>
                  <a:srgbClr val="0D274D"/>
                </a:solidFill>
                <a:latin typeface="+mn-lt"/>
              </a:rPr>
              <a:t>ccid</a:t>
            </a:r>
            <a:r>
              <a:rPr lang="en-US" sz="1200" b="0" i="0" u="none" strike="noStrike" dirty="0">
                <a:solidFill>
                  <a:srgbClr val="0D274D"/>
                </a:solidFill>
                <a:effectLst/>
                <a:latin typeface="+mn-lt"/>
              </a:rPr>
              <a:t>=cc005042&amp;dtid=oemls001119&amp;eid=110392&amp;utm_medium=email&amp;utm_source=marketo&amp;utm_campaign=cb_clb_fy25q3_apjc_futureproof-exec-panel</a:t>
            </a:r>
            <a:endParaRPr lang="en-GB" sz="1000" kern="100" dirty="0">
              <a:effectLst/>
              <a:latin typeface="+mn-lt"/>
              <a:ea typeface="Aptos" panose="020B0004020202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FCA265F2-8F5C-6D86-2D49-25DB3D42E78F}"/>
              </a:ext>
            </a:extLst>
          </p:cNvPr>
          <p:cNvSpPr txBox="1"/>
          <p:nvPr/>
        </p:nvSpPr>
        <p:spPr>
          <a:xfrm>
            <a:off x="7536160" y="2068683"/>
            <a:ext cx="1579416" cy="307777"/>
          </a:xfrm>
          <a:prstGeom prst="rect">
            <a:avLst/>
          </a:prstGeom>
          <a:noFill/>
        </p:spPr>
        <p:txBody>
          <a:bodyPr wrap="square" rtlCol="0">
            <a:spAutoFit/>
          </a:bodyPr>
          <a:lstStyle/>
          <a:p>
            <a:pPr algn="ctr"/>
            <a:r>
              <a:rPr lang="en-US" sz="1400" b="1">
                <a:solidFill>
                  <a:schemeClr val="bg1">
                    <a:lumMod val="75000"/>
                    <a:lumOff val="25000"/>
                  </a:schemeClr>
                </a:solidFill>
                <a:latin typeface="+mn-lt"/>
              </a:rPr>
              <a:t>Destination URL</a:t>
            </a:r>
          </a:p>
        </p:txBody>
      </p:sp>
      <p:sp>
        <p:nvSpPr>
          <p:cNvPr id="3" name="TextBox 2">
            <a:extLst>
              <a:ext uri="{FF2B5EF4-FFF2-40B4-BE49-F238E27FC236}">
                <a16:creationId xmlns:a16="http://schemas.microsoft.com/office/drawing/2014/main" id="{A2A10263-7DB3-B1B4-274F-DEDDA70C06AB}"/>
              </a:ext>
            </a:extLst>
          </p:cNvPr>
          <p:cNvSpPr txBox="1"/>
          <p:nvPr/>
        </p:nvSpPr>
        <p:spPr>
          <a:xfrm>
            <a:off x="4439816" y="1780651"/>
            <a:ext cx="7200799" cy="330924"/>
          </a:xfrm>
          <a:prstGeom prst="rect">
            <a:avLst/>
          </a:prstGeom>
          <a:noFill/>
        </p:spPr>
        <p:txBody>
          <a:bodyPr wrap="square" rtlCol="0">
            <a:spAutoFit/>
          </a:bodyPr>
          <a:lstStyle/>
          <a:p>
            <a:pPr marL="0" marR="0" algn="ctr">
              <a:lnSpc>
                <a:spcPct val="107000"/>
              </a:lnSpc>
              <a:spcAft>
                <a:spcPts val="800"/>
              </a:spcAft>
            </a:pPr>
            <a:r>
              <a:rPr lang="en-GB" sz="1600" kern="0">
                <a:solidFill>
                  <a:srgbClr val="0D274D"/>
                </a:solidFill>
                <a:effectLst/>
                <a:latin typeface="+mn-lt"/>
                <a:ea typeface="Times New Roman" panose="02020603050405020304" pitchFamily="18" charset="0"/>
                <a:cs typeface="Times New Roman" panose="02020603050405020304" pitchFamily="18" charset="0"/>
              </a:rPr>
              <a:t>https://webinars.cisco.com/apjc/future-proof-your-workforce</a:t>
            </a:r>
            <a:endParaRPr lang="en-GB" sz="1600" kern="100">
              <a:effectLst/>
              <a:latin typeface="+mn-lt"/>
              <a:ea typeface="Aptos" panose="020B0004020202020204" pitchFamily="34" charset="0"/>
              <a:cs typeface="Times New Roman" panose="02020603050405020304" pitchFamily="18" charset="0"/>
            </a:endParaRPr>
          </a:p>
        </p:txBody>
      </p:sp>
      <p:sp>
        <p:nvSpPr>
          <p:cNvPr id="60" name="Rectangle: Rounded Corners 59">
            <a:extLst>
              <a:ext uri="{FF2B5EF4-FFF2-40B4-BE49-F238E27FC236}">
                <a16:creationId xmlns:a16="http://schemas.microsoft.com/office/drawing/2014/main" id="{CC59C1BF-3A37-3AAB-DAD5-8E53FF7FB7ED}"/>
              </a:ext>
            </a:extLst>
          </p:cNvPr>
          <p:cNvSpPr/>
          <p:nvPr/>
        </p:nvSpPr>
        <p:spPr>
          <a:xfrm>
            <a:off x="4407963" y="1708643"/>
            <a:ext cx="7174437" cy="792088"/>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1" name="Group 30">
            <a:extLst>
              <a:ext uri="{FF2B5EF4-FFF2-40B4-BE49-F238E27FC236}">
                <a16:creationId xmlns:a16="http://schemas.microsoft.com/office/drawing/2014/main" id="{47F711BB-363D-9EEE-1D2E-892A89F48213}"/>
              </a:ext>
            </a:extLst>
          </p:cNvPr>
          <p:cNvGrpSpPr/>
          <p:nvPr/>
        </p:nvGrpSpPr>
        <p:grpSpPr>
          <a:xfrm>
            <a:off x="4407963" y="2720587"/>
            <a:ext cx="3678418" cy="864096"/>
            <a:chOff x="5012316" y="2182071"/>
            <a:chExt cx="3678418" cy="864096"/>
          </a:xfrm>
        </p:grpSpPr>
        <p:sp>
          <p:nvSpPr>
            <p:cNvPr id="12" name="TextBox 11">
              <a:extLst>
                <a:ext uri="{FF2B5EF4-FFF2-40B4-BE49-F238E27FC236}">
                  <a16:creationId xmlns:a16="http://schemas.microsoft.com/office/drawing/2014/main" id="{1B9DBA4B-01E3-82D6-7ACD-AC2350B70B70}"/>
                </a:ext>
              </a:extLst>
            </p:cNvPr>
            <p:cNvSpPr txBox="1"/>
            <p:nvPr/>
          </p:nvSpPr>
          <p:spPr>
            <a:xfrm>
              <a:off x="5148617" y="2492896"/>
              <a:ext cx="3395655" cy="523220"/>
            </a:xfrm>
            <a:prstGeom prst="rect">
              <a:avLst/>
            </a:prstGeom>
            <a:noFill/>
          </p:spPr>
          <p:txBody>
            <a:bodyPr wrap="square" rtlCol="0">
              <a:spAutoFit/>
            </a:bodyPr>
            <a:lstStyle/>
            <a:p>
              <a:pPr algn="ctr"/>
              <a:r>
                <a:rPr lang="en-US" sz="1400" b="1" i="1" dirty="0">
                  <a:solidFill>
                    <a:schemeClr val="bg1">
                      <a:lumMod val="75000"/>
                      <a:lumOff val="25000"/>
                    </a:schemeClr>
                  </a:solidFill>
                  <a:latin typeface="+mn-lt"/>
                </a:rPr>
                <a:t>CTT IDS</a:t>
              </a:r>
              <a:br>
                <a:rPr lang="en-US" sz="1400" dirty="0">
                  <a:latin typeface="+mn-lt"/>
                </a:rPr>
              </a:br>
              <a:r>
                <a:rPr lang="en-US" sz="1400" dirty="0">
                  <a:latin typeface="+mn-lt"/>
                </a:rPr>
                <a:t>CTT IDs with data attributes aligned</a:t>
              </a:r>
            </a:p>
          </p:txBody>
        </p:sp>
        <p:sp>
          <p:nvSpPr>
            <p:cNvPr id="14" name="TextBox 13">
              <a:extLst>
                <a:ext uri="{FF2B5EF4-FFF2-40B4-BE49-F238E27FC236}">
                  <a16:creationId xmlns:a16="http://schemas.microsoft.com/office/drawing/2014/main" id="{C443ADA1-1228-8587-87BA-F002CBEAFFE7}"/>
                </a:ext>
              </a:extLst>
            </p:cNvPr>
            <p:cNvSpPr txBox="1"/>
            <p:nvPr/>
          </p:nvSpPr>
          <p:spPr>
            <a:xfrm>
              <a:off x="5110252" y="2211290"/>
              <a:ext cx="3580482" cy="330924"/>
            </a:xfrm>
            <a:prstGeom prst="rect">
              <a:avLst/>
            </a:prstGeom>
            <a:noFill/>
          </p:spPr>
          <p:txBody>
            <a:bodyPr wrap="square" rtlCol="0">
              <a:spAutoFit/>
            </a:bodyPr>
            <a:lstStyle/>
            <a:p>
              <a:pPr marL="0" marR="0" algn="ctr">
                <a:lnSpc>
                  <a:spcPct val="107000"/>
                </a:lnSpc>
                <a:spcAft>
                  <a:spcPts val="800"/>
                </a:spcAft>
              </a:pPr>
              <a:r>
                <a:rPr lang="en-GB" sz="1600" kern="0" dirty="0" err="1">
                  <a:solidFill>
                    <a:srgbClr val="0D274D"/>
                  </a:solidFill>
                  <a:latin typeface="+mn-lt"/>
                  <a:cs typeface="Times New Roman" panose="02020603050405020304" pitchFamily="18" charset="0"/>
                </a:rPr>
                <a:t>ccid</a:t>
              </a:r>
              <a:r>
                <a:rPr lang="en-GB" sz="1600" kern="0" dirty="0">
                  <a:solidFill>
                    <a:srgbClr val="0D274D"/>
                  </a:solidFill>
                  <a:latin typeface="+mn-lt"/>
                  <a:cs typeface="Times New Roman" panose="02020603050405020304" pitchFamily="18" charset="0"/>
                </a:rPr>
                <a:t>= </a:t>
              </a:r>
              <a:r>
                <a:rPr lang="en-GB" sz="1400" kern="0" dirty="0">
                  <a:solidFill>
                    <a:srgbClr val="0D274D"/>
                  </a:solidFill>
                  <a:effectLst/>
                  <a:latin typeface="+mn-lt"/>
                  <a:ea typeface="Times New Roman" panose="02020603050405020304" pitchFamily="18" charset="0"/>
                  <a:cs typeface="Times New Roman" panose="02020603050405020304" pitchFamily="18" charset="0"/>
                </a:rPr>
                <a:t>cc005042&amp;dtid=oemels00119</a:t>
              </a:r>
              <a:endParaRPr lang="en-GB" sz="1600" dirty="0">
                <a:latin typeface="+mn-lt"/>
              </a:endParaRPr>
            </a:p>
          </p:txBody>
        </p:sp>
        <p:sp>
          <p:nvSpPr>
            <p:cNvPr id="62" name="Rectangle: Rounded Corners 61">
              <a:extLst>
                <a:ext uri="{FF2B5EF4-FFF2-40B4-BE49-F238E27FC236}">
                  <a16:creationId xmlns:a16="http://schemas.microsoft.com/office/drawing/2014/main" id="{F9FC8E35-C00A-AD14-5DEE-BA458AB02A00}"/>
                </a:ext>
              </a:extLst>
            </p:cNvPr>
            <p:cNvSpPr/>
            <p:nvPr/>
          </p:nvSpPr>
          <p:spPr>
            <a:xfrm>
              <a:off x="5012316" y="2182071"/>
              <a:ext cx="3668257" cy="864096"/>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3" name="Group 22">
            <a:extLst>
              <a:ext uri="{FF2B5EF4-FFF2-40B4-BE49-F238E27FC236}">
                <a16:creationId xmlns:a16="http://schemas.microsoft.com/office/drawing/2014/main" id="{FA37C2F1-77AC-3D24-CFDB-449A186E29C2}"/>
              </a:ext>
            </a:extLst>
          </p:cNvPr>
          <p:cNvGrpSpPr/>
          <p:nvPr/>
        </p:nvGrpSpPr>
        <p:grpSpPr>
          <a:xfrm>
            <a:off x="4407963" y="3897458"/>
            <a:ext cx="2880320" cy="864096"/>
            <a:chOff x="4567905" y="3311406"/>
            <a:chExt cx="2880320" cy="864096"/>
          </a:xfrm>
        </p:grpSpPr>
        <p:sp>
          <p:nvSpPr>
            <p:cNvPr id="4" name="TextBox 3">
              <a:extLst>
                <a:ext uri="{FF2B5EF4-FFF2-40B4-BE49-F238E27FC236}">
                  <a16:creationId xmlns:a16="http://schemas.microsoft.com/office/drawing/2014/main" id="{F760E680-0656-8858-4927-21A0E1F1349F}"/>
                </a:ext>
              </a:extLst>
            </p:cNvPr>
            <p:cNvSpPr txBox="1"/>
            <p:nvPr/>
          </p:nvSpPr>
          <p:spPr>
            <a:xfrm>
              <a:off x="4567905" y="3649133"/>
              <a:ext cx="2880320" cy="523220"/>
            </a:xfrm>
            <a:prstGeom prst="rect">
              <a:avLst/>
            </a:prstGeom>
            <a:noFill/>
          </p:spPr>
          <p:txBody>
            <a:bodyPr wrap="square" rtlCol="0">
              <a:spAutoFit/>
            </a:bodyPr>
            <a:lstStyle/>
            <a:p>
              <a:pPr algn="ctr"/>
              <a:r>
                <a:rPr lang="en-US" sz="1400" b="1" i="1" dirty="0" err="1">
                  <a:solidFill>
                    <a:schemeClr val="bg1">
                      <a:lumMod val="50000"/>
                      <a:lumOff val="50000"/>
                    </a:schemeClr>
                  </a:solidFill>
                  <a:latin typeface="+mn-lt"/>
                </a:rPr>
                <a:t>utm_source</a:t>
              </a:r>
              <a:br>
                <a:rPr lang="en-US" sz="1400" dirty="0">
                  <a:latin typeface="+mn-lt"/>
                </a:rPr>
              </a:br>
              <a:r>
                <a:rPr lang="en-US" sz="1400" dirty="0">
                  <a:latin typeface="+mn-lt"/>
                </a:rPr>
                <a:t>Where the visitor is coming from</a:t>
              </a:r>
            </a:p>
          </p:txBody>
        </p:sp>
        <p:sp>
          <p:nvSpPr>
            <p:cNvPr id="15" name="TextBox 14">
              <a:extLst>
                <a:ext uri="{FF2B5EF4-FFF2-40B4-BE49-F238E27FC236}">
                  <a16:creationId xmlns:a16="http://schemas.microsoft.com/office/drawing/2014/main" id="{D91EB9B7-A525-6A70-2607-BD1B520D2C34}"/>
                </a:ext>
              </a:extLst>
            </p:cNvPr>
            <p:cNvSpPr txBox="1"/>
            <p:nvPr/>
          </p:nvSpPr>
          <p:spPr>
            <a:xfrm>
              <a:off x="4837935" y="3356992"/>
              <a:ext cx="2340260" cy="330924"/>
            </a:xfrm>
            <a:prstGeom prst="rect">
              <a:avLst/>
            </a:prstGeom>
            <a:noFill/>
          </p:spPr>
          <p:txBody>
            <a:bodyPr wrap="square" rtlCol="0">
              <a:spAutoFit/>
            </a:bodyPr>
            <a:lstStyle/>
            <a:p>
              <a:pPr marL="0" marR="0" algn="ctr">
                <a:lnSpc>
                  <a:spcPct val="107000"/>
                </a:lnSpc>
                <a:spcAft>
                  <a:spcPts val="800"/>
                </a:spcAft>
              </a:pPr>
              <a:r>
                <a:rPr lang="en-GB" sz="1600" kern="0" dirty="0" err="1">
                  <a:solidFill>
                    <a:srgbClr val="0D274D"/>
                  </a:solidFill>
                  <a:effectLst/>
                  <a:latin typeface="+mn-lt"/>
                  <a:ea typeface="Times New Roman" panose="02020603050405020304" pitchFamily="18" charset="0"/>
                  <a:cs typeface="Times New Roman" panose="02020603050405020304" pitchFamily="18" charset="0"/>
                </a:rPr>
                <a:t>utm_source</a:t>
              </a:r>
              <a:r>
                <a:rPr lang="en-GB" sz="1600" kern="0" dirty="0">
                  <a:solidFill>
                    <a:srgbClr val="0D274D"/>
                  </a:solidFill>
                  <a:effectLst/>
                  <a:latin typeface="+mn-lt"/>
                  <a:ea typeface="Times New Roman" panose="02020603050405020304" pitchFamily="18" charset="0"/>
                  <a:cs typeface="Times New Roman" panose="02020603050405020304" pitchFamily="18" charset="0"/>
                </a:rPr>
                <a:t>=</a:t>
              </a:r>
              <a:r>
                <a:rPr lang="en-GB" sz="1600" kern="0" dirty="0" err="1">
                  <a:solidFill>
                    <a:srgbClr val="0D274D"/>
                  </a:solidFill>
                  <a:effectLst/>
                  <a:latin typeface="+mn-lt"/>
                  <a:ea typeface="Times New Roman" panose="02020603050405020304" pitchFamily="18" charset="0"/>
                  <a:cs typeface="Times New Roman" panose="02020603050405020304" pitchFamily="18" charset="0"/>
                </a:rPr>
                <a:t>marketo</a:t>
              </a:r>
              <a:endParaRPr lang="en-GB" sz="1600" dirty="0">
                <a:latin typeface="+mn-lt"/>
              </a:endParaRPr>
            </a:p>
          </p:txBody>
        </p:sp>
        <p:sp>
          <p:nvSpPr>
            <p:cNvPr id="63" name="Rectangle: Rounded Corners 62">
              <a:extLst>
                <a:ext uri="{FF2B5EF4-FFF2-40B4-BE49-F238E27FC236}">
                  <a16:creationId xmlns:a16="http://schemas.microsoft.com/office/drawing/2014/main" id="{B57045AF-7BC1-19EF-4AD6-C06E09207E18}"/>
                </a:ext>
              </a:extLst>
            </p:cNvPr>
            <p:cNvSpPr/>
            <p:nvPr/>
          </p:nvSpPr>
          <p:spPr>
            <a:xfrm>
              <a:off x="4567905" y="3311406"/>
              <a:ext cx="2880320" cy="864096"/>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4" name="Group 23">
            <a:extLst>
              <a:ext uri="{FF2B5EF4-FFF2-40B4-BE49-F238E27FC236}">
                <a16:creationId xmlns:a16="http://schemas.microsoft.com/office/drawing/2014/main" id="{0925A6CA-2C63-1E3C-9A1D-0E447E98067C}"/>
              </a:ext>
            </a:extLst>
          </p:cNvPr>
          <p:cNvGrpSpPr/>
          <p:nvPr/>
        </p:nvGrpSpPr>
        <p:grpSpPr>
          <a:xfrm>
            <a:off x="8818781" y="2731751"/>
            <a:ext cx="2736304" cy="811252"/>
            <a:chOff x="7965034" y="3337828"/>
            <a:chExt cx="2736304" cy="811252"/>
          </a:xfrm>
        </p:grpSpPr>
        <p:sp>
          <p:nvSpPr>
            <p:cNvPr id="5" name="TextBox 4">
              <a:extLst>
                <a:ext uri="{FF2B5EF4-FFF2-40B4-BE49-F238E27FC236}">
                  <a16:creationId xmlns:a16="http://schemas.microsoft.com/office/drawing/2014/main" id="{9847B1E0-6B3B-1AE0-EFD1-D140FBF667EF}"/>
                </a:ext>
              </a:extLst>
            </p:cNvPr>
            <p:cNvSpPr txBox="1"/>
            <p:nvPr/>
          </p:nvSpPr>
          <p:spPr>
            <a:xfrm>
              <a:off x="7965034" y="3625860"/>
              <a:ext cx="2736304" cy="523220"/>
            </a:xfrm>
            <a:prstGeom prst="rect">
              <a:avLst/>
            </a:prstGeom>
            <a:noFill/>
          </p:spPr>
          <p:txBody>
            <a:bodyPr wrap="square" rtlCol="0">
              <a:spAutoFit/>
            </a:bodyPr>
            <a:lstStyle/>
            <a:p>
              <a:pPr algn="ctr"/>
              <a:r>
                <a:rPr lang="en-US" sz="1400" b="1" i="1" err="1">
                  <a:solidFill>
                    <a:schemeClr val="bg1">
                      <a:lumMod val="75000"/>
                      <a:lumOff val="25000"/>
                    </a:schemeClr>
                  </a:solidFill>
                  <a:latin typeface="+mn-lt"/>
                </a:rPr>
                <a:t>utm_medium</a:t>
              </a:r>
              <a:br>
                <a:rPr lang="en-US" sz="1400" b="1">
                  <a:latin typeface="+mn-lt"/>
                </a:rPr>
              </a:br>
              <a:r>
                <a:rPr lang="en-US" sz="1400">
                  <a:latin typeface="+mn-lt"/>
                </a:rPr>
                <a:t>How the visitor is getting here</a:t>
              </a:r>
            </a:p>
          </p:txBody>
        </p:sp>
        <p:sp>
          <p:nvSpPr>
            <p:cNvPr id="16" name="TextBox 15">
              <a:extLst>
                <a:ext uri="{FF2B5EF4-FFF2-40B4-BE49-F238E27FC236}">
                  <a16:creationId xmlns:a16="http://schemas.microsoft.com/office/drawing/2014/main" id="{F1010919-EC10-D725-ABF6-0F2A19758E35}"/>
                </a:ext>
              </a:extLst>
            </p:cNvPr>
            <p:cNvSpPr txBox="1"/>
            <p:nvPr/>
          </p:nvSpPr>
          <p:spPr>
            <a:xfrm>
              <a:off x="8037042" y="3337828"/>
              <a:ext cx="2592288" cy="330924"/>
            </a:xfrm>
            <a:prstGeom prst="rect">
              <a:avLst/>
            </a:prstGeom>
            <a:noFill/>
          </p:spPr>
          <p:txBody>
            <a:bodyPr wrap="square" rtlCol="0">
              <a:spAutoFit/>
            </a:bodyPr>
            <a:lstStyle/>
            <a:p>
              <a:pPr marL="0" marR="0" algn="ctr">
                <a:lnSpc>
                  <a:spcPct val="107000"/>
                </a:lnSpc>
                <a:spcAft>
                  <a:spcPts val="800"/>
                </a:spcAft>
              </a:pPr>
              <a:r>
                <a:rPr lang="en-GB" sz="1600" kern="0" dirty="0" err="1">
                  <a:solidFill>
                    <a:srgbClr val="0D274D"/>
                  </a:solidFill>
                  <a:effectLst/>
                  <a:latin typeface="+mn-lt"/>
                  <a:ea typeface="Times New Roman" panose="02020603050405020304" pitchFamily="18" charset="0"/>
                  <a:cs typeface="Times New Roman" panose="02020603050405020304" pitchFamily="18" charset="0"/>
                </a:rPr>
                <a:t>utm_medium</a:t>
              </a:r>
              <a:r>
                <a:rPr lang="en-GB" sz="1600" kern="0" dirty="0">
                  <a:solidFill>
                    <a:srgbClr val="0D274D"/>
                  </a:solidFill>
                  <a:effectLst/>
                  <a:latin typeface="+mn-lt"/>
                  <a:ea typeface="Times New Roman" panose="02020603050405020304" pitchFamily="18" charset="0"/>
                  <a:cs typeface="Times New Roman" panose="02020603050405020304" pitchFamily="18" charset="0"/>
                </a:rPr>
                <a:t>=email</a:t>
              </a:r>
              <a:endParaRPr lang="en-GB" sz="1600" dirty="0">
                <a:latin typeface="+mn-lt"/>
              </a:endParaRPr>
            </a:p>
          </p:txBody>
        </p:sp>
        <p:sp>
          <p:nvSpPr>
            <p:cNvPr id="66" name="Rectangle: Rounded Corners 65">
              <a:extLst>
                <a:ext uri="{FF2B5EF4-FFF2-40B4-BE49-F238E27FC236}">
                  <a16:creationId xmlns:a16="http://schemas.microsoft.com/office/drawing/2014/main" id="{FCC992C7-0A72-54FA-653A-D23ED7C57992}"/>
                </a:ext>
              </a:extLst>
            </p:cNvPr>
            <p:cNvSpPr/>
            <p:nvPr/>
          </p:nvSpPr>
          <p:spPr>
            <a:xfrm>
              <a:off x="7965034" y="3337828"/>
              <a:ext cx="2736304" cy="792088"/>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2" name="Group 31">
            <a:extLst>
              <a:ext uri="{FF2B5EF4-FFF2-40B4-BE49-F238E27FC236}">
                <a16:creationId xmlns:a16="http://schemas.microsoft.com/office/drawing/2014/main" id="{1FCC56E5-53E5-42F6-AE8F-3152681D75CD}"/>
              </a:ext>
            </a:extLst>
          </p:cNvPr>
          <p:cNvGrpSpPr/>
          <p:nvPr/>
        </p:nvGrpSpPr>
        <p:grpSpPr>
          <a:xfrm>
            <a:off x="7309625" y="3887580"/>
            <a:ext cx="4334272" cy="1172949"/>
            <a:chOff x="7309625" y="3361162"/>
            <a:chExt cx="4334272" cy="1172949"/>
          </a:xfrm>
        </p:grpSpPr>
        <p:sp>
          <p:nvSpPr>
            <p:cNvPr id="6" name="TextBox 5">
              <a:extLst>
                <a:ext uri="{FF2B5EF4-FFF2-40B4-BE49-F238E27FC236}">
                  <a16:creationId xmlns:a16="http://schemas.microsoft.com/office/drawing/2014/main" id="{152DF9F2-49EA-BFCE-C9A8-2D83D3A611A1}"/>
                </a:ext>
              </a:extLst>
            </p:cNvPr>
            <p:cNvSpPr txBox="1"/>
            <p:nvPr/>
          </p:nvSpPr>
          <p:spPr>
            <a:xfrm>
              <a:off x="7781240" y="3933056"/>
              <a:ext cx="3412065" cy="601055"/>
            </a:xfrm>
            <a:prstGeom prst="rect">
              <a:avLst/>
            </a:prstGeom>
            <a:noFill/>
          </p:spPr>
          <p:txBody>
            <a:bodyPr wrap="square" rtlCol="0">
              <a:spAutoFit/>
            </a:bodyPr>
            <a:lstStyle/>
            <a:p>
              <a:pPr algn="ctr"/>
              <a:r>
                <a:rPr lang="en-US" sz="1400" b="1" i="1" err="1">
                  <a:solidFill>
                    <a:schemeClr val="bg1">
                      <a:lumMod val="75000"/>
                      <a:lumOff val="25000"/>
                    </a:schemeClr>
                  </a:solidFill>
                  <a:latin typeface="+mn-lt"/>
                </a:rPr>
                <a:t>utm_campaign</a:t>
              </a:r>
              <a:br>
                <a:rPr lang="en-US" sz="1400">
                  <a:latin typeface="+mn-lt"/>
                </a:rPr>
              </a:br>
              <a:r>
                <a:rPr lang="en-US" sz="1400">
                  <a:latin typeface="+mn-lt"/>
                </a:rPr>
                <a:t>Why the visitor is getting here</a:t>
              </a:r>
            </a:p>
          </p:txBody>
        </p:sp>
        <p:sp>
          <p:nvSpPr>
            <p:cNvPr id="17" name="TextBox 16">
              <a:extLst>
                <a:ext uri="{FF2B5EF4-FFF2-40B4-BE49-F238E27FC236}">
                  <a16:creationId xmlns:a16="http://schemas.microsoft.com/office/drawing/2014/main" id="{C5A9A165-A067-0A7D-EE03-828B33D6132C}"/>
                </a:ext>
              </a:extLst>
            </p:cNvPr>
            <p:cNvSpPr txBox="1"/>
            <p:nvPr/>
          </p:nvSpPr>
          <p:spPr>
            <a:xfrm>
              <a:off x="7309625" y="3453692"/>
              <a:ext cx="4334272" cy="271293"/>
            </a:xfrm>
            <a:prstGeom prst="rect">
              <a:avLst/>
            </a:prstGeom>
            <a:noFill/>
          </p:spPr>
          <p:txBody>
            <a:bodyPr wrap="square" rtlCol="0">
              <a:spAutoFit/>
            </a:bodyPr>
            <a:lstStyle/>
            <a:p>
              <a:pPr marL="0" marR="0" algn="ctr">
                <a:lnSpc>
                  <a:spcPct val="107000"/>
                </a:lnSpc>
                <a:spcAft>
                  <a:spcPts val="800"/>
                </a:spcAft>
              </a:pPr>
              <a:r>
                <a:rPr lang="en-US" sz="1200" b="0" i="0" u="none" strike="noStrike" dirty="0">
                  <a:solidFill>
                    <a:srgbClr val="0D274D"/>
                  </a:solidFill>
                  <a:effectLst/>
                  <a:latin typeface="+mn-lt"/>
                </a:rPr>
                <a:t>cb_clb_fy25q3_apjc_futureproof-exec-panel</a:t>
              </a:r>
              <a:endParaRPr lang="en-GB" sz="1000" dirty="0">
                <a:latin typeface="+mn-lt"/>
              </a:endParaRPr>
            </a:p>
          </p:txBody>
        </p:sp>
        <p:sp>
          <p:nvSpPr>
            <p:cNvPr id="68" name="Rectangle: Rounded Corners 67">
              <a:extLst>
                <a:ext uri="{FF2B5EF4-FFF2-40B4-BE49-F238E27FC236}">
                  <a16:creationId xmlns:a16="http://schemas.microsoft.com/office/drawing/2014/main" id="{1B5B68F4-1B8A-9F85-6348-63EDB71E5C73}"/>
                </a:ext>
              </a:extLst>
            </p:cNvPr>
            <p:cNvSpPr/>
            <p:nvPr/>
          </p:nvSpPr>
          <p:spPr>
            <a:xfrm>
              <a:off x="7392144" y="3361162"/>
              <a:ext cx="4190256" cy="1147958"/>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a:extLst>
              <a:ext uri="{FF2B5EF4-FFF2-40B4-BE49-F238E27FC236}">
                <a16:creationId xmlns:a16="http://schemas.microsoft.com/office/drawing/2014/main" id="{1A742467-3FE8-E8E7-D858-E1ACCABA3A68}"/>
              </a:ext>
            </a:extLst>
          </p:cNvPr>
          <p:cNvGrpSpPr/>
          <p:nvPr/>
        </p:nvGrpSpPr>
        <p:grpSpPr>
          <a:xfrm>
            <a:off x="6874544" y="5656935"/>
            <a:ext cx="2448272" cy="864096"/>
            <a:chOff x="5566227" y="-127496"/>
            <a:chExt cx="2448272" cy="864096"/>
          </a:xfrm>
        </p:grpSpPr>
        <p:sp>
          <p:nvSpPr>
            <p:cNvPr id="18" name="TextBox 17">
              <a:extLst>
                <a:ext uri="{FF2B5EF4-FFF2-40B4-BE49-F238E27FC236}">
                  <a16:creationId xmlns:a16="http://schemas.microsoft.com/office/drawing/2014/main" id="{DB06E599-79FD-4B93-48EA-724FBB9A6A0C}"/>
                </a:ext>
              </a:extLst>
            </p:cNvPr>
            <p:cNvSpPr txBox="1"/>
            <p:nvPr/>
          </p:nvSpPr>
          <p:spPr>
            <a:xfrm>
              <a:off x="5612518" y="183329"/>
              <a:ext cx="2355690" cy="523220"/>
            </a:xfrm>
            <a:prstGeom prst="rect">
              <a:avLst/>
            </a:prstGeom>
            <a:noFill/>
          </p:spPr>
          <p:txBody>
            <a:bodyPr wrap="square" rtlCol="0">
              <a:spAutoFit/>
            </a:bodyPr>
            <a:lstStyle/>
            <a:p>
              <a:pPr algn="ctr"/>
              <a:r>
                <a:rPr lang="en-US" sz="1400" b="1" i="1">
                  <a:solidFill>
                    <a:schemeClr val="bg1">
                      <a:lumMod val="75000"/>
                      <a:lumOff val="25000"/>
                    </a:schemeClr>
                  </a:solidFill>
                  <a:latin typeface="+mn-lt"/>
                </a:rPr>
                <a:t>Event ID</a:t>
              </a:r>
              <a:br>
                <a:rPr lang="en-US" sz="1400">
                  <a:latin typeface="+mn-lt"/>
                </a:rPr>
              </a:br>
              <a:r>
                <a:rPr lang="en-US" sz="1400">
                  <a:latin typeface="+mn-lt"/>
                </a:rPr>
                <a:t>What Event is driving this</a:t>
              </a:r>
            </a:p>
          </p:txBody>
        </p:sp>
        <p:sp>
          <p:nvSpPr>
            <p:cNvPr id="19" name="TextBox 18">
              <a:extLst>
                <a:ext uri="{FF2B5EF4-FFF2-40B4-BE49-F238E27FC236}">
                  <a16:creationId xmlns:a16="http://schemas.microsoft.com/office/drawing/2014/main" id="{778EEE45-B969-2E73-23F4-0AC8C87414D7}"/>
                </a:ext>
              </a:extLst>
            </p:cNvPr>
            <p:cNvSpPr txBox="1"/>
            <p:nvPr/>
          </p:nvSpPr>
          <p:spPr>
            <a:xfrm>
              <a:off x="5764249" y="-99767"/>
              <a:ext cx="2052228" cy="330924"/>
            </a:xfrm>
            <a:prstGeom prst="rect">
              <a:avLst/>
            </a:prstGeom>
            <a:noFill/>
          </p:spPr>
          <p:txBody>
            <a:bodyPr wrap="square" rtlCol="0">
              <a:spAutoFit/>
            </a:bodyPr>
            <a:lstStyle/>
            <a:p>
              <a:pPr marL="0" marR="0" algn="ctr">
                <a:lnSpc>
                  <a:spcPct val="107000"/>
                </a:lnSpc>
                <a:spcAft>
                  <a:spcPts val="800"/>
                </a:spcAft>
              </a:pPr>
              <a:r>
                <a:rPr lang="en-GB" sz="1600" kern="0" dirty="0" err="1">
                  <a:solidFill>
                    <a:srgbClr val="0D274D"/>
                  </a:solidFill>
                  <a:effectLst/>
                  <a:latin typeface="+mn-lt"/>
                  <a:ea typeface="Times New Roman" panose="02020603050405020304" pitchFamily="18" charset="0"/>
                  <a:cs typeface="Times New Roman" panose="02020603050405020304" pitchFamily="18" charset="0"/>
                </a:rPr>
                <a:t>eid</a:t>
              </a:r>
              <a:r>
                <a:rPr lang="en-GB" sz="1600" kern="0" dirty="0">
                  <a:solidFill>
                    <a:srgbClr val="0D274D"/>
                  </a:solidFill>
                  <a:effectLst/>
                  <a:latin typeface="+mn-lt"/>
                  <a:ea typeface="Times New Roman" panose="02020603050405020304" pitchFamily="18" charset="0"/>
                  <a:cs typeface="Times New Roman" panose="02020603050405020304" pitchFamily="18" charset="0"/>
                </a:rPr>
                <a:t>=110392</a:t>
              </a:r>
              <a:endParaRPr lang="en-GB" sz="1600" dirty="0">
                <a:latin typeface="+mn-lt"/>
              </a:endParaRPr>
            </a:p>
          </p:txBody>
        </p:sp>
        <p:sp>
          <p:nvSpPr>
            <p:cNvPr id="20" name="Rectangle: Rounded Corners 19">
              <a:extLst>
                <a:ext uri="{FF2B5EF4-FFF2-40B4-BE49-F238E27FC236}">
                  <a16:creationId xmlns:a16="http://schemas.microsoft.com/office/drawing/2014/main" id="{DC02645D-DFA0-666B-2D70-FFA4FF54E34E}"/>
                </a:ext>
              </a:extLst>
            </p:cNvPr>
            <p:cNvSpPr/>
            <p:nvPr/>
          </p:nvSpPr>
          <p:spPr>
            <a:xfrm>
              <a:off x="5566227" y="-127496"/>
              <a:ext cx="2448272" cy="864096"/>
            </a:xfrm>
            <a:prstGeom prst="roundRect">
              <a:avLst/>
            </a:prstGeom>
            <a:noFill/>
            <a:ln w="38100">
              <a:solidFill>
                <a:schemeClr val="tx2">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7" name="Freeform: Shape 36">
            <a:extLst>
              <a:ext uri="{FF2B5EF4-FFF2-40B4-BE49-F238E27FC236}">
                <a16:creationId xmlns:a16="http://schemas.microsoft.com/office/drawing/2014/main" id="{6FE31DA1-02AA-05A6-01B4-9540E8C6DC82}"/>
              </a:ext>
            </a:extLst>
          </p:cNvPr>
          <p:cNvSpPr/>
          <p:nvPr/>
        </p:nvSpPr>
        <p:spPr>
          <a:xfrm flipH="1">
            <a:off x="4439816" y="1321107"/>
            <a:ext cx="7142584" cy="274320"/>
          </a:xfrm>
          <a:custGeom>
            <a:avLst/>
            <a:gdLst>
              <a:gd name="connsiteX0" fmla="*/ 6962564 w 7142584"/>
              <a:gd name="connsiteY0" fmla="*/ 0 h 360040"/>
              <a:gd name="connsiteX1" fmla="*/ 6638528 w 7142584"/>
              <a:gd name="connsiteY1" fmla="*/ 0 h 360040"/>
              <a:gd name="connsiteX2" fmla="*/ 6638528 w 7142584"/>
              <a:gd name="connsiteY2" fmla="*/ 1712 h 360040"/>
              <a:gd name="connsiteX3" fmla="*/ 504056 w 7142584"/>
              <a:gd name="connsiteY3" fmla="*/ 1712 h 360040"/>
              <a:gd name="connsiteX4" fmla="*/ 504056 w 7142584"/>
              <a:gd name="connsiteY4" fmla="*/ 0 h 360040"/>
              <a:gd name="connsiteX5" fmla="*/ 180020 w 7142584"/>
              <a:gd name="connsiteY5" fmla="*/ 0 h 360040"/>
              <a:gd name="connsiteX6" fmla="*/ 0 w 7142584"/>
              <a:gd name="connsiteY6" fmla="*/ 180020 h 360040"/>
              <a:gd name="connsiteX7" fmla="*/ 180020 w 7142584"/>
              <a:gd name="connsiteY7" fmla="*/ 360040 h 360040"/>
              <a:gd name="connsiteX8" fmla="*/ 504056 w 7142584"/>
              <a:gd name="connsiteY8" fmla="*/ 360040 h 360040"/>
              <a:gd name="connsiteX9" fmla="*/ 504056 w 7142584"/>
              <a:gd name="connsiteY9" fmla="*/ 358328 h 360040"/>
              <a:gd name="connsiteX10" fmla="*/ 6638528 w 7142584"/>
              <a:gd name="connsiteY10" fmla="*/ 358328 h 360040"/>
              <a:gd name="connsiteX11" fmla="*/ 6638528 w 7142584"/>
              <a:gd name="connsiteY11" fmla="*/ 360040 h 360040"/>
              <a:gd name="connsiteX12" fmla="*/ 6962564 w 7142584"/>
              <a:gd name="connsiteY12" fmla="*/ 360040 h 360040"/>
              <a:gd name="connsiteX13" fmla="*/ 7142584 w 7142584"/>
              <a:gd name="connsiteY13" fmla="*/ 180020 h 36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142584" h="360040">
                <a:moveTo>
                  <a:pt x="6962564" y="0"/>
                </a:moveTo>
                <a:lnTo>
                  <a:pt x="6638528" y="0"/>
                </a:lnTo>
                <a:lnTo>
                  <a:pt x="6638528" y="1712"/>
                </a:lnTo>
                <a:lnTo>
                  <a:pt x="504056" y="1712"/>
                </a:lnTo>
                <a:lnTo>
                  <a:pt x="504056" y="0"/>
                </a:lnTo>
                <a:lnTo>
                  <a:pt x="180020" y="0"/>
                </a:lnTo>
                <a:lnTo>
                  <a:pt x="0" y="180020"/>
                </a:lnTo>
                <a:lnTo>
                  <a:pt x="180020" y="360040"/>
                </a:lnTo>
                <a:lnTo>
                  <a:pt x="504056" y="360040"/>
                </a:lnTo>
                <a:lnTo>
                  <a:pt x="504056" y="358328"/>
                </a:lnTo>
                <a:lnTo>
                  <a:pt x="6638528" y="358328"/>
                </a:lnTo>
                <a:lnTo>
                  <a:pt x="6638528" y="360040"/>
                </a:lnTo>
                <a:lnTo>
                  <a:pt x="6962564" y="360040"/>
                </a:lnTo>
                <a:lnTo>
                  <a:pt x="7142584" y="180020"/>
                </a:lnTo>
                <a:close/>
              </a:path>
            </a:pathLst>
          </a:cu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tabLst>
                <a:tab pos="1262063" algn="l"/>
              </a:tabLst>
            </a:pPr>
            <a:r>
              <a:rPr lang="en-GB" sz="2000">
                <a:solidFill>
                  <a:schemeClr val="bg2"/>
                </a:solidFill>
              </a:rPr>
              <a:t>Mandatory</a:t>
            </a:r>
          </a:p>
        </p:txBody>
      </p:sp>
      <p:sp>
        <p:nvSpPr>
          <p:cNvPr id="38" name="Freeform: Shape 37">
            <a:extLst>
              <a:ext uri="{FF2B5EF4-FFF2-40B4-BE49-F238E27FC236}">
                <a16:creationId xmlns:a16="http://schemas.microsoft.com/office/drawing/2014/main" id="{0F6799E6-9417-8FB3-2F80-22B8377B6E40}"/>
              </a:ext>
            </a:extLst>
          </p:cNvPr>
          <p:cNvSpPr/>
          <p:nvPr/>
        </p:nvSpPr>
        <p:spPr>
          <a:xfrm flipH="1">
            <a:off x="4461849" y="5192167"/>
            <a:ext cx="7142584" cy="274320"/>
          </a:xfrm>
          <a:custGeom>
            <a:avLst/>
            <a:gdLst>
              <a:gd name="connsiteX0" fmla="*/ 6962564 w 7142584"/>
              <a:gd name="connsiteY0" fmla="*/ 0 h 360040"/>
              <a:gd name="connsiteX1" fmla="*/ 6638528 w 7142584"/>
              <a:gd name="connsiteY1" fmla="*/ 0 h 360040"/>
              <a:gd name="connsiteX2" fmla="*/ 6638528 w 7142584"/>
              <a:gd name="connsiteY2" fmla="*/ 1712 h 360040"/>
              <a:gd name="connsiteX3" fmla="*/ 504056 w 7142584"/>
              <a:gd name="connsiteY3" fmla="*/ 1712 h 360040"/>
              <a:gd name="connsiteX4" fmla="*/ 504056 w 7142584"/>
              <a:gd name="connsiteY4" fmla="*/ 0 h 360040"/>
              <a:gd name="connsiteX5" fmla="*/ 180020 w 7142584"/>
              <a:gd name="connsiteY5" fmla="*/ 0 h 360040"/>
              <a:gd name="connsiteX6" fmla="*/ 0 w 7142584"/>
              <a:gd name="connsiteY6" fmla="*/ 180020 h 360040"/>
              <a:gd name="connsiteX7" fmla="*/ 180020 w 7142584"/>
              <a:gd name="connsiteY7" fmla="*/ 360040 h 360040"/>
              <a:gd name="connsiteX8" fmla="*/ 504056 w 7142584"/>
              <a:gd name="connsiteY8" fmla="*/ 360040 h 360040"/>
              <a:gd name="connsiteX9" fmla="*/ 504056 w 7142584"/>
              <a:gd name="connsiteY9" fmla="*/ 358328 h 360040"/>
              <a:gd name="connsiteX10" fmla="*/ 6638528 w 7142584"/>
              <a:gd name="connsiteY10" fmla="*/ 358328 h 360040"/>
              <a:gd name="connsiteX11" fmla="*/ 6638528 w 7142584"/>
              <a:gd name="connsiteY11" fmla="*/ 360040 h 360040"/>
              <a:gd name="connsiteX12" fmla="*/ 6962564 w 7142584"/>
              <a:gd name="connsiteY12" fmla="*/ 360040 h 360040"/>
              <a:gd name="connsiteX13" fmla="*/ 7142584 w 7142584"/>
              <a:gd name="connsiteY13" fmla="*/ 180020 h 36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142584" h="360040">
                <a:moveTo>
                  <a:pt x="6962564" y="0"/>
                </a:moveTo>
                <a:lnTo>
                  <a:pt x="6638528" y="0"/>
                </a:lnTo>
                <a:lnTo>
                  <a:pt x="6638528" y="1712"/>
                </a:lnTo>
                <a:lnTo>
                  <a:pt x="504056" y="1712"/>
                </a:lnTo>
                <a:lnTo>
                  <a:pt x="504056" y="0"/>
                </a:lnTo>
                <a:lnTo>
                  <a:pt x="180020" y="0"/>
                </a:lnTo>
                <a:lnTo>
                  <a:pt x="0" y="180020"/>
                </a:lnTo>
                <a:lnTo>
                  <a:pt x="180020" y="360040"/>
                </a:lnTo>
                <a:lnTo>
                  <a:pt x="504056" y="360040"/>
                </a:lnTo>
                <a:lnTo>
                  <a:pt x="504056" y="358328"/>
                </a:lnTo>
                <a:lnTo>
                  <a:pt x="6638528" y="358328"/>
                </a:lnTo>
                <a:lnTo>
                  <a:pt x="6638528" y="360040"/>
                </a:lnTo>
                <a:lnTo>
                  <a:pt x="6962564" y="360040"/>
                </a:lnTo>
                <a:lnTo>
                  <a:pt x="7142584" y="180020"/>
                </a:lnTo>
                <a:close/>
              </a:path>
            </a:pathLst>
          </a:custGeom>
          <a:solidFill>
            <a:srgbClr val="3693FF"/>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tabLst>
                <a:tab pos="1262063" algn="l"/>
              </a:tabLst>
            </a:pPr>
            <a:r>
              <a:rPr lang="en-GB" sz="2000">
                <a:solidFill>
                  <a:schemeClr val="bg2"/>
                </a:solidFill>
              </a:rPr>
              <a:t>Optional</a:t>
            </a:r>
          </a:p>
        </p:txBody>
      </p:sp>
      <p:sp>
        <p:nvSpPr>
          <p:cNvPr id="21" name="TextBox 20">
            <a:extLst>
              <a:ext uri="{FF2B5EF4-FFF2-40B4-BE49-F238E27FC236}">
                <a16:creationId xmlns:a16="http://schemas.microsoft.com/office/drawing/2014/main" id="{AC547B83-8081-AFD3-D7A3-3A22EC06E94C}"/>
              </a:ext>
            </a:extLst>
          </p:cNvPr>
          <p:cNvSpPr txBox="1"/>
          <p:nvPr/>
        </p:nvSpPr>
        <p:spPr>
          <a:xfrm>
            <a:off x="7536160" y="4243446"/>
            <a:ext cx="3888432" cy="226537"/>
          </a:xfrm>
          <a:prstGeom prst="rect">
            <a:avLst/>
          </a:prstGeom>
          <a:noFill/>
        </p:spPr>
        <p:txBody>
          <a:bodyPr wrap="square" rtlCol="0">
            <a:spAutoFit/>
          </a:bodyPr>
          <a:lstStyle/>
          <a:p>
            <a:pPr algn="ctr">
              <a:lnSpc>
                <a:spcPct val="107000"/>
              </a:lnSpc>
              <a:spcAft>
                <a:spcPts val="800"/>
              </a:spcAft>
            </a:pPr>
            <a:r>
              <a:rPr lang="en-GB" sz="900" dirty="0">
                <a:solidFill>
                  <a:srgbClr val="0D274D"/>
                </a:solidFill>
                <a:latin typeface="+mn-lt"/>
              </a:rPr>
              <a:t>&lt;buying centre&gt;-&lt;program&gt;-&lt;</a:t>
            </a:r>
            <a:r>
              <a:rPr lang="en-GB" sz="900" dirty="0" err="1">
                <a:solidFill>
                  <a:srgbClr val="0D274D"/>
                </a:solidFill>
                <a:latin typeface="+mn-lt"/>
              </a:rPr>
              <a:t>fy#q</a:t>
            </a:r>
            <a:r>
              <a:rPr lang="en-GB" sz="900" dirty="0">
                <a:solidFill>
                  <a:srgbClr val="0D274D"/>
                </a:solidFill>
                <a:latin typeface="+mn-lt"/>
              </a:rPr>
              <a:t>#&gt;-&lt;region&gt;-&lt;details/placement</a:t>
            </a:r>
          </a:p>
        </p:txBody>
      </p:sp>
    </p:spTree>
    <p:extLst>
      <p:ext uri="{BB962C8B-B14F-4D97-AF65-F5344CB8AC3E}">
        <p14:creationId xmlns:p14="http://schemas.microsoft.com/office/powerpoint/2010/main" val="19284924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500"/>
                                  </p:stCondLst>
                                  <p:childTnLst>
                                    <p:set>
                                      <p:cBhvr>
                                        <p:cTn id="6" dur="1" fill="hold">
                                          <p:stCondLst>
                                            <p:cond delay="0"/>
                                          </p:stCondLst>
                                        </p:cTn>
                                        <p:tgtEl>
                                          <p:spTgt spid="38"/>
                                        </p:tgtEl>
                                        <p:attrNameLst>
                                          <p:attrName>style.visibility</p:attrName>
                                        </p:attrNameLst>
                                      </p:cBhvr>
                                      <p:to>
                                        <p:strVal val="visible"/>
                                      </p:to>
                                    </p:set>
                                    <p:anim calcmode="lin" valueType="num">
                                      <p:cBhvr>
                                        <p:cTn id="7" dur="1000" fill="hold"/>
                                        <p:tgtEl>
                                          <p:spTgt spid="38"/>
                                        </p:tgtEl>
                                        <p:attrNameLst>
                                          <p:attrName>ppt_w</p:attrName>
                                        </p:attrNameLst>
                                      </p:cBhvr>
                                      <p:tavLst>
                                        <p:tav tm="0">
                                          <p:val>
                                            <p:fltVal val="0"/>
                                          </p:val>
                                        </p:tav>
                                        <p:tav tm="100000">
                                          <p:val>
                                            <p:strVal val="#ppt_w"/>
                                          </p:val>
                                        </p:tav>
                                      </p:tavLst>
                                    </p:anim>
                                    <p:anim calcmode="lin" valueType="num">
                                      <p:cBhvr>
                                        <p:cTn id="8" dur="1000" fill="hold"/>
                                        <p:tgtEl>
                                          <p:spTgt spid="38"/>
                                        </p:tgtEl>
                                        <p:attrNameLst>
                                          <p:attrName>ppt_h</p:attrName>
                                        </p:attrNameLst>
                                      </p:cBhvr>
                                      <p:tavLst>
                                        <p:tav tm="0">
                                          <p:val>
                                            <p:strVal val="#ppt_h"/>
                                          </p:val>
                                        </p:tav>
                                        <p:tav tm="100000">
                                          <p:val>
                                            <p:strVal val="#ppt_h"/>
                                          </p:val>
                                        </p:tav>
                                      </p:tavLst>
                                    </p:anim>
                                  </p:childTnLst>
                                </p:cTn>
                              </p:par>
                              <p:par>
                                <p:cTn id="9" presetID="10"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7DD66-6D2B-AE0F-8220-41A4F06D01B5}"/>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384E4668-D843-6DBF-C6B4-E84FB7DB3756}"/>
              </a:ext>
            </a:extLst>
          </p:cNvPr>
          <p:cNvGrpSpPr/>
          <p:nvPr/>
        </p:nvGrpSpPr>
        <p:grpSpPr>
          <a:xfrm>
            <a:off x="3987832" y="1052736"/>
            <a:ext cx="596000" cy="5394960"/>
            <a:chOff x="4511824" y="1052736"/>
            <a:chExt cx="596000" cy="5394960"/>
          </a:xfrm>
        </p:grpSpPr>
        <p:sp>
          <p:nvSpPr>
            <p:cNvPr id="10" name="Rectangle 9">
              <a:extLst>
                <a:ext uri="{FF2B5EF4-FFF2-40B4-BE49-F238E27FC236}">
                  <a16:creationId xmlns:a16="http://schemas.microsoft.com/office/drawing/2014/main" id="{AC9618F7-A231-CD5E-D5D1-725C5B88CF2F}"/>
                </a:ext>
              </a:extLst>
            </p:cNvPr>
            <p:cNvSpPr/>
            <p:nvPr/>
          </p:nvSpPr>
          <p:spPr>
            <a:xfrm rot="10800000" flipH="1" flipV="1">
              <a:off x="4768326" y="1052736"/>
              <a:ext cx="339498" cy="5394960"/>
            </a:xfrm>
            <a:prstGeom prst="rect">
              <a:avLst/>
            </a:prstGeom>
            <a:gradFill>
              <a:gsLst>
                <a:gs pos="0">
                  <a:schemeClr val="tx1">
                    <a:lumMod val="50000"/>
                    <a:alpha val="36000"/>
                  </a:schemeClr>
                </a:gs>
                <a:gs pos="90000">
                  <a:schemeClr val="tx1">
                    <a:lumMod val="50000"/>
                    <a:alpha val="0"/>
                  </a:schemeClr>
                </a:gs>
              </a:gsLst>
              <a:lin ang="10800000" scaled="1"/>
            </a:gradFill>
            <a:ln>
              <a:noFill/>
            </a:ln>
            <a:effectLst>
              <a:softEdge rad="114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B925FC06-343F-2BE0-F2AB-F3489430EEAC}"/>
                </a:ext>
              </a:extLst>
            </p:cNvPr>
            <p:cNvSpPr/>
            <p:nvPr/>
          </p:nvSpPr>
          <p:spPr>
            <a:xfrm rot="10800000" flipH="1" flipV="1">
              <a:off x="4511824" y="1052736"/>
              <a:ext cx="460113" cy="5394885"/>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ext Placeholder 1">
            <a:extLst>
              <a:ext uri="{FF2B5EF4-FFF2-40B4-BE49-F238E27FC236}">
                <a16:creationId xmlns:a16="http://schemas.microsoft.com/office/drawing/2014/main" id="{0419D5AB-69D0-2365-9567-E5DDFE0E7405}"/>
              </a:ext>
            </a:extLst>
          </p:cNvPr>
          <p:cNvSpPr>
            <a:spLocks noGrp="1"/>
          </p:cNvSpPr>
          <p:nvPr>
            <p:ph type="body" sz="quarter" idx="82"/>
          </p:nvPr>
        </p:nvSpPr>
        <p:spPr>
          <a:xfrm>
            <a:off x="625928" y="450012"/>
            <a:ext cx="9829079" cy="482748"/>
          </a:xfrm>
        </p:spPr>
        <p:txBody>
          <a:bodyPr/>
          <a:lstStyle/>
          <a:p>
            <a:r>
              <a:rPr lang="en-GB" dirty="0"/>
              <a:t>Paid Search Campaign – Workfront Legacy</a:t>
            </a:r>
          </a:p>
        </p:txBody>
      </p:sp>
      <p:grpSp>
        <p:nvGrpSpPr>
          <p:cNvPr id="47" name="Group 46">
            <a:extLst>
              <a:ext uri="{FF2B5EF4-FFF2-40B4-BE49-F238E27FC236}">
                <a16:creationId xmlns:a16="http://schemas.microsoft.com/office/drawing/2014/main" id="{C83D902F-9720-9C6C-B5A3-EBD1A06B4F4B}"/>
              </a:ext>
            </a:extLst>
          </p:cNvPr>
          <p:cNvGrpSpPr/>
          <p:nvPr/>
        </p:nvGrpSpPr>
        <p:grpSpPr>
          <a:xfrm>
            <a:off x="119336" y="1916832"/>
            <a:ext cx="4248472" cy="1872208"/>
            <a:chOff x="119336" y="1628800"/>
            <a:chExt cx="3758264" cy="1656184"/>
          </a:xfrm>
        </p:grpSpPr>
        <p:sp>
          <p:nvSpPr>
            <p:cNvPr id="8" name="Rectangle: Rounded Corners 7">
              <a:extLst>
                <a:ext uri="{FF2B5EF4-FFF2-40B4-BE49-F238E27FC236}">
                  <a16:creationId xmlns:a16="http://schemas.microsoft.com/office/drawing/2014/main" id="{E6E74BD1-86D5-C645-568F-58C4B040A4C1}"/>
                </a:ext>
              </a:extLst>
            </p:cNvPr>
            <p:cNvSpPr/>
            <p:nvPr/>
          </p:nvSpPr>
          <p:spPr>
            <a:xfrm>
              <a:off x="119336" y="1628800"/>
              <a:ext cx="3758264" cy="1656184"/>
            </a:xfrm>
            <a:prstGeom prst="roundRect">
              <a:avLst>
                <a:gd name="adj" fmla="val 9284"/>
              </a:avLst>
            </a:prstGeom>
            <a:solidFill>
              <a:schemeClr val="bg2"/>
            </a:solidFill>
            <a:ln>
              <a:solidFill>
                <a:schemeClr val="bg1">
                  <a:lumMod val="90000"/>
                  <a:lumOff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descr="A screenshot of a web page&#10;&#10;Description automatically generated">
              <a:extLst>
                <a:ext uri="{FF2B5EF4-FFF2-40B4-BE49-F238E27FC236}">
                  <a16:creationId xmlns:a16="http://schemas.microsoft.com/office/drawing/2014/main" id="{A51EA242-EF09-0CBE-1981-C8681472420C}"/>
                </a:ext>
              </a:extLst>
            </p:cNvPr>
            <p:cNvPicPr>
              <a:picLocks noChangeAspect="1"/>
            </p:cNvPicPr>
            <p:nvPr/>
          </p:nvPicPr>
          <p:blipFill>
            <a:blip r:embed="rId2"/>
            <a:stretch>
              <a:fillRect/>
            </a:stretch>
          </p:blipFill>
          <p:spPr>
            <a:xfrm>
              <a:off x="278585" y="1883598"/>
              <a:ext cx="3439767" cy="1146589"/>
            </a:xfrm>
            <a:prstGeom prst="rect">
              <a:avLst/>
            </a:prstGeom>
          </p:spPr>
        </p:pic>
      </p:grpSp>
      <p:sp>
        <p:nvSpPr>
          <p:cNvPr id="7" name="TextBox 6">
            <a:extLst>
              <a:ext uri="{FF2B5EF4-FFF2-40B4-BE49-F238E27FC236}">
                <a16:creationId xmlns:a16="http://schemas.microsoft.com/office/drawing/2014/main" id="{333D9450-888C-6A15-4CE5-DB70A0701A9D}"/>
              </a:ext>
            </a:extLst>
          </p:cNvPr>
          <p:cNvSpPr txBox="1"/>
          <p:nvPr/>
        </p:nvSpPr>
        <p:spPr>
          <a:xfrm>
            <a:off x="263352" y="4077072"/>
            <a:ext cx="3888432" cy="1061766"/>
          </a:xfrm>
          <a:prstGeom prst="rect">
            <a:avLst/>
          </a:prstGeom>
          <a:noFill/>
        </p:spPr>
        <p:txBody>
          <a:bodyPr wrap="square" rtlCol="0">
            <a:spAutoFit/>
          </a:bodyPr>
          <a:lstStyle/>
          <a:p>
            <a:pPr marL="0" marR="0">
              <a:lnSpc>
                <a:spcPct val="107000"/>
              </a:lnSpc>
              <a:spcAft>
                <a:spcPts val="800"/>
              </a:spcAft>
            </a:pPr>
            <a:r>
              <a:rPr lang="en-US" sz="1200" dirty="0">
                <a:solidFill>
                  <a:srgbClr val="0D274D"/>
                </a:solidFill>
                <a:latin typeface="+mn-lt"/>
              </a:rPr>
              <a:t>https://webinars.cisco.com/apjc/future-proof-your-workforce?ccid=cc005042&amp;dtid=</a:t>
            </a:r>
            <a:r>
              <a:rPr lang="en-GB" sz="1200" dirty="0">
                <a:solidFill>
                  <a:srgbClr val="0D274D"/>
                </a:solidFill>
                <a:latin typeface="+mn-lt"/>
              </a:rPr>
              <a:t>psexsp001647</a:t>
            </a:r>
            <a:r>
              <a:rPr lang="en-US" sz="1200" dirty="0">
                <a:solidFill>
                  <a:srgbClr val="0D274D"/>
                </a:solidFill>
                <a:latin typeface="+mn-lt"/>
              </a:rPr>
              <a:t>&amp;</a:t>
            </a:r>
            <a:r>
              <a:rPr lang="en-US" sz="1200" dirty="0" err="1">
                <a:solidFill>
                  <a:srgbClr val="0D274D"/>
                </a:solidFill>
                <a:latin typeface="+mn-lt"/>
              </a:rPr>
              <a:t>eid</a:t>
            </a:r>
            <a:r>
              <a:rPr lang="en-US" sz="1200" dirty="0">
                <a:solidFill>
                  <a:srgbClr val="0D274D"/>
                </a:solidFill>
                <a:latin typeface="+mn-lt"/>
              </a:rPr>
              <a:t>=110392&amp;utm_medium=cpc&amp;utm_source=google&amp;utm_campaign=cb_clb_fy25q3_apjc_futureproof-exec-panel</a:t>
            </a:r>
            <a:endParaRPr lang="en-GB" sz="1200" dirty="0">
              <a:solidFill>
                <a:srgbClr val="0D274D"/>
              </a:solidFill>
              <a:latin typeface="+mn-lt"/>
            </a:endParaRPr>
          </a:p>
        </p:txBody>
      </p:sp>
      <p:sp>
        <p:nvSpPr>
          <p:cNvPr id="12" name="TextBox 11">
            <a:extLst>
              <a:ext uri="{FF2B5EF4-FFF2-40B4-BE49-F238E27FC236}">
                <a16:creationId xmlns:a16="http://schemas.microsoft.com/office/drawing/2014/main" id="{89E37605-BF97-4B2A-B712-9975108886A0}"/>
              </a:ext>
            </a:extLst>
          </p:cNvPr>
          <p:cNvSpPr txBox="1"/>
          <p:nvPr/>
        </p:nvSpPr>
        <p:spPr>
          <a:xfrm>
            <a:off x="7810400" y="2013593"/>
            <a:ext cx="1579416" cy="307777"/>
          </a:xfrm>
          <a:prstGeom prst="rect">
            <a:avLst/>
          </a:prstGeom>
          <a:noFill/>
        </p:spPr>
        <p:txBody>
          <a:bodyPr wrap="square" rtlCol="0">
            <a:spAutoFit/>
          </a:bodyPr>
          <a:lstStyle/>
          <a:p>
            <a:pPr algn="ctr"/>
            <a:r>
              <a:rPr lang="en-US" sz="1400" b="1">
                <a:solidFill>
                  <a:schemeClr val="bg1">
                    <a:lumMod val="75000"/>
                    <a:lumOff val="25000"/>
                  </a:schemeClr>
                </a:solidFill>
                <a:latin typeface="+mn-lt"/>
              </a:rPr>
              <a:t>Destination URL</a:t>
            </a:r>
          </a:p>
        </p:txBody>
      </p:sp>
      <p:sp>
        <p:nvSpPr>
          <p:cNvPr id="13" name="TextBox 12">
            <a:extLst>
              <a:ext uri="{FF2B5EF4-FFF2-40B4-BE49-F238E27FC236}">
                <a16:creationId xmlns:a16="http://schemas.microsoft.com/office/drawing/2014/main" id="{80F6A537-BBD1-E3FB-6B0B-E2CB425D244E}"/>
              </a:ext>
            </a:extLst>
          </p:cNvPr>
          <p:cNvSpPr txBox="1"/>
          <p:nvPr/>
        </p:nvSpPr>
        <p:spPr>
          <a:xfrm>
            <a:off x="4714056" y="1725561"/>
            <a:ext cx="7200799" cy="330924"/>
          </a:xfrm>
          <a:prstGeom prst="rect">
            <a:avLst/>
          </a:prstGeom>
          <a:noFill/>
        </p:spPr>
        <p:txBody>
          <a:bodyPr wrap="square" rtlCol="0">
            <a:spAutoFit/>
          </a:bodyPr>
          <a:lstStyle/>
          <a:p>
            <a:pPr marL="0" marR="0" algn="ctr">
              <a:lnSpc>
                <a:spcPct val="107000"/>
              </a:lnSpc>
              <a:spcAft>
                <a:spcPts val="800"/>
              </a:spcAft>
            </a:pPr>
            <a:r>
              <a:rPr lang="en-GB" sz="1600" kern="0" dirty="0">
                <a:solidFill>
                  <a:srgbClr val="0D274D"/>
                </a:solidFill>
                <a:effectLst/>
                <a:latin typeface="+mn-lt"/>
                <a:ea typeface="Times New Roman" panose="02020603050405020304" pitchFamily="18" charset="0"/>
                <a:cs typeface="Times New Roman" panose="02020603050405020304" pitchFamily="18" charset="0"/>
              </a:rPr>
              <a:t>https://webinars.cisco.com/apjc/future-proof-your-workforce</a:t>
            </a:r>
            <a:endParaRPr lang="en-GB" sz="1600" kern="100" dirty="0">
              <a:effectLst/>
              <a:latin typeface="+mn-lt"/>
              <a:ea typeface="Aptos" panose="020B0004020202020204" pitchFamily="34"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F2979553-FE81-0E75-2ADD-0E8DB900EDE1}"/>
              </a:ext>
            </a:extLst>
          </p:cNvPr>
          <p:cNvSpPr/>
          <p:nvPr/>
        </p:nvSpPr>
        <p:spPr>
          <a:xfrm>
            <a:off x="4682203" y="1664570"/>
            <a:ext cx="7174437" cy="792088"/>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5" name="Group 14">
            <a:extLst>
              <a:ext uri="{FF2B5EF4-FFF2-40B4-BE49-F238E27FC236}">
                <a16:creationId xmlns:a16="http://schemas.microsoft.com/office/drawing/2014/main" id="{3F42F85B-735F-B947-4711-DA8DA4EA659A}"/>
              </a:ext>
            </a:extLst>
          </p:cNvPr>
          <p:cNvGrpSpPr/>
          <p:nvPr/>
        </p:nvGrpSpPr>
        <p:grpSpPr>
          <a:xfrm>
            <a:off x="4682203" y="2632446"/>
            <a:ext cx="3690272" cy="864096"/>
            <a:chOff x="5012316" y="2182071"/>
            <a:chExt cx="3690272" cy="864096"/>
          </a:xfrm>
        </p:grpSpPr>
        <p:sp>
          <p:nvSpPr>
            <p:cNvPr id="16" name="TextBox 15">
              <a:extLst>
                <a:ext uri="{FF2B5EF4-FFF2-40B4-BE49-F238E27FC236}">
                  <a16:creationId xmlns:a16="http://schemas.microsoft.com/office/drawing/2014/main" id="{A4BDB35B-832C-E814-865D-2DB0C9B16239}"/>
                </a:ext>
              </a:extLst>
            </p:cNvPr>
            <p:cNvSpPr txBox="1"/>
            <p:nvPr/>
          </p:nvSpPr>
          <p:spPr>
            <a:xfrm>
              <a:off x="5148617" y="2492896"/>
              <a:ext cx="3395655" cy="523220"/>
            </a:xfrm>
            <a:prstGeom prst="rect">
              <a:avLst/>
            </a:prstGeom>
            <a:noFill/>
          </p:spPr>
          <p:txBody>
            <a:bodyPr wrap="square" rtlCol="0">
              <a:spAutoFit/>
            </a:bodyPr>
            <a:lstStyle/>
            <a:p>
              <a:pPr algn="ctr"/>
              <a:r>
                <a:rPr lang="en-US" sz="1400" b="1" i="1" dirty="0">
                  <a:solidFill>
                    <a:schemeClr val="bg1">
                      <a:lumMod val="75000"/>
                      <a:lumOff val="25000"/>
                    </a:schemeClr>
                  </a:solidFill>
                  <a:latin typeface="+mn-lt"/>
                </a:rPr>
                <a:t>CTT IDS</a:t>
              </a:r>
              <a:br>
                <a:rPr lang="en-US" sz="1400" dirty="0">
                  <a:latin typeface="+mn-lt"/>
                </a:rPr>
              </a:br>
              <a:r>
                <a:rPr lang="en-US" sz="1400" dirty="0">
                  <a:latin typeface="+mn-lt"/>
                </a:rPr>
                <a:t>CTT IDs with data attributes aligned</a:t>
              </a:r>
            </a:p>
          </p:txBody>
        </p:sp>
        <p:sp>
          <p:nvSpPr>
            <p:cNvPr id="17" name="TextBox 16">
              <a:extLst>
                <a:ext uri="{FF2B5EF4-FFF2-40B4-BE49-F238E27FC236}">
                  <a16:creationId xmlns:a16="http://schemas.microsoft.com/office/drawing/2014/main" id="{6764271E-9D80-330A-4842-5C45F31335C9}"/>
                </a:ext>
              </a:extLst>
            </p:cNvPr>
            <p:cNvSpPr txBox="1"/>
            <p:nvPr/>
          </p:nvSpPr>
          <p:spPr>
            <a:xfrm>
              <a:off x="5044988" y="2222307"/>
              <a:ext cx="3657600" cy="330924"/>
            </a:xfrm>
            <a:prstGeom prst="rect">
              <a:avLst/>
            </a:prstGeom>
            <a:noFill/>
          </p:spPr>
          <p:txBody>
            <a:bodyPr wrap="square" rtlCol="0">
              <a:spAutoFit/>
            </a:bodyPr>
            <a:lstStyle/>
            <a:p>
              <a:pPr marL="0" marR="0" algn="ctr">
                <a:lnSpc>
                  <a:spcPct val="107000"/>
                </a:lnSpc>
                <a:spcAft>
                  <a:spcPts val="800"/>
                </a:spcAft>
              </a:pPr>
              <a:r>
                <a:rPr lang="en-GB" sz="1600" kern="0" dirty="0" err="1">
                  <a:solidFill>
                    <a:srgbClr val="0D274D"/>
                  </a:solidFill>
                  <a:latin typeface="+mn-lt"/>
                  <a:cs typeface="Times New Roman" panose="02020603050405020304" pitchFamily="18" charset="0"/>
                </a:rPr>
                <a:t>ccid</a:t>
              </a:r>
              <a:r>
                <a:rPr lang="en-GB" sz="1600" kern="0" dirty="0">
                  <a:solidFill>
                    <a:srgbClr val="0D274D"/>
                  </a:solidFill>
                  <a:latin typeface="+mn-lt"/>
                  <a:cs typeface="Times New Roman" panose="02020603050405020304" pitchFamily="18" charset="0"/>
                </a:rPr>
                <a:t>=</a:t>
              </a:r>
              <a:r>
                <a:rPr lang="en-GB" sz="1600" kern="0" dirty="0">
                  <a:solidFill>
                    <a:srgbClr val="0D274D"/>
                  </a:solidFill>
                  <a:effectLst/>
                  <a:latin typeface="+mn-lt"/>
                  <a:ea typeface="Times New Roman" panose="02020603050405020304" pitchFamily="18" charset="0"/>
                  <a:cs typeface="Times New Roman" panose="02020603050405020304" pitchFamily="18" charset="0"/>
                </a:rPr>
                <a:t>cc005042</a:t>
              </a:r>
              <a:r>
                <a:rPr lang="en-GB" sz="1600" kern="0" dirty="0">
                  <a:solidFill>
                    <a:srgbClr val="0D274D"/>
                  </a:solidFill>
                  <a:latin typeface="+mn-lt"/>
                  <a:cs typeface="Times New Roman" panose="02020603050405020304" pitchFamily="18" charset="0"/>
                </a:rPr>
                <a:t>&amp;dtid=psexsp00164</a:t>
              </a:r>
            </a:p>
          </p:txBody>
        </p:sp>
        <p:sp>
          <p:nvSpPr>
            <p:cNvPr id="18" name="Rectangle: Rounded Corners 17">
              <a:extLst>
                <a:ext uri="{FF2B5EF4-FFF2-40B4-BE49-F238E27FC236}">
                  <a16:creationId xmlns:a16="http://schemas.microsoft.com/office/drawing/2014/main" id="{6DEF7ACC-A176-A5D2-C718-D80127483205}"/>
                </a:ext>
              </a:extLst>
            </p:cNvPr>
            <p:cNvSpPr/>
            <p:nvPr/>
          </p:nvSpPr>
          <p:spPr>
            <a:xfrm>
              <a:off x="5012316" y="2182071"/>
              <a:ext cx="3668257" cy="864096"/>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a:extLst>
              <a:ext uri="{FF2B5EF4-FFF2-40B4-BE49-F238E27FC236}">
                <a16:creationId xmlns:a16="http://schemas.microsoft.com/office/drawing/2014/main" id="{370E0C99-2D33-FC76-48CC-EF7462DABDCB}"/>
              </a:ext>
            </a:extLst>
          </p:cNvPr>
          <p:cNvGrpSpPr/>
          <p:nvPr/>
        </p:nvGrpSpPr>
        <p:grpSpPr>
          <a:xfrm>
            <a:off x="4682203" y="3699148"/>
            <a:ext cx="2880320" cy="864096"/>
            <a:chOff x="4567905" y="3311406"/>
            <a:chExt cx="2880320" cy="864096"/>
          </a:xfrm>
        </p:grpSpPr>
        <p:sp>
          <p:nvSpPr>
            <p:cNvPr id="20" name="TextBox 19">
              <a:extLst>
                <a:ext uri="{FF2B5EF4-FFF2-40B4-BE49-F238E27FC236}">
                  <a16:creationId xmlns:a16="http://schemas.microsoft.com/office/drawing/2014/main" id="{8C1328C5-817D-CE61-92A5-AA9C4CDBE417}"/>
                </a:ext>
              </a:extLst>
            </p:cNvPr>
            <p:cNvSpPr txBox="1"/>
            <p:nvPr/>
          </p:nvSpPr>
          <p:spPr>
            <a:xfrm>
              <a:off x="4567905" y="3649133"/>
              <a:ext cx="2880320" cy="523220"/>
            </a:xfrm>
            <a:prstGeom prst="rect">
              <a:avLst/>
            </a:prstGeom>
            <a:noFill/>
          </p:spPr>
          <p:txBody>
            <a:bodyPr wrap="square" rtlCol="0">
              <a:spAutoFit/>
            </a:bodyPr>
            <a:lstStyle/>
            <a:p>
              <a:pPr algn="ctr"/>
              <a:r>
                <a:rPr lang="en-US" sz="1400" b="1" i="1" err="1">
                  <a:solidFill>
                    <a:schemeClr val="bg1">
                      <a:lumMod val="50000"/>
                      <a:lumOff val="50000"/>
                    </a:schemeClr>
                  </a:solidFill>
                  <a:latin typeface="+mn-lt"/>
                </a:rPr>
                <a:t>utm_source</a:t>
              </a:r>
              <a:br>
                <a:rPr lang="en-US" sz="1400">
                  <a:latin typeface="+mn-lt"/>
                </a:rPr>
              </a:br>
              <a:r>
                <a:rPr lang="en-US" sz="1400">
                  <a:latin typeface="+mn-lt"/>
                </a:rPr>
                <a:t>Where the visitor is coming from</a:t>
              </a:r>
            </a:p>
          </p:txBody>
        </p:sp>
        <p:sp>
          <p:nvSpPr>
            <p:cNvPr id="21" name="TextBox 20">
              <a:extLst>
                <a:ext uri="{FF2B5EF4-FFF2-40B4-BE49-F238E27FC236}">
                  <a16:creationId xmlns:a16="http://schemas.microsoft.com/office/drawing/2014/main" id="{C81E30EE-89F5-9BAF-3F5B-2213ECA95AB1}"/>
                </a:ext>
              </a:extLst>
            </p:cNvPr>
            <p:cNvSpPr txBox="1"/>
            <p:nvPr/>
          </p:nvSpPr>
          <p:spPr>
            <a:xfrm>
              <a:off x="4837935" y="3356992"/>
              <a:ext cx="2340260" cy="330924"/>
            </a:xfrm>
            <a:prstGeom prst="rect">
              <a:avLst/>
            </a:prstGeom>
            <a:noFill/>
          </p:spPr>
          <p:txBody>
            <a:bodyPr wrap="square" rtlCol="0">
              <a:spAutoFit/>
            </a:bodyPr>
            <a:lstStyle/>
            <a:p>
              <a:pPr marL="0" marR="0" algn="ctr">
                <a:lnSpc>
                  <a:spcPct val="107000"/>
                </a:lnSpc>
                <a:spcAft>
                  <a:spcPts val="800"/>
                </a:spcAft>
              </a:pPr>
              <a:r>
                <a:rPr lang="en-GB" sz="1600" kern="0" err="1">
                  <a:solidFill>
                    <a:srgbClr val="0D274D"/>
                  </a:solidFill>
                  <a:effectLst/>
                  <a:latin typeface="+mn-lt"/>
                  <a:ea typeface="Times New Roman" panose="02020603050405020304" pitchFamily="18" charset="0"/>
                  <a:cs typeface="Times New Roman" panose="02020603050405020304" pitchFamily="18" charset="0"/>
                </a:rPr>
                <a:t>utm_source</a:t>
              </a:r>
              <a:r>
                <a:rPr lang="en-GB" sz="1600" kern="0">
                  <a:solidFill>
                    <a:srgbClr val="0D274D"/>
                  </a:solidFill>
                  <a:effectLst/>
                  <a:latin typeface="+mn-lt"/>
                  <a:ea typeface="Times New Roman" panose="02020603050405020304" pitchFamily="18" charset="0"/>
                  <a:cs typeface="Times New Roman" panose="02020603050405020304" pitchFamily="18" charset="0"/>
                </a:rPr>
                <a:t>=google</a:t>
              </a:r>
              <a:endParaRPr lang="en-GB" sz="1600">
                <a:latin typeface="+mn-lt"/>
              </a:endParaRPr>
            </a:p>
          </p:txBody>
        </p:sp>
        <p:sp>
          <p:nvSpPr>
            <p:cNvPr id="22" name="Rectangle: Rounded Corners 21">
              <a:extLst>
                <a:ext uri="{FF2B5EF4-FFF2-40B4-BE49-F238E27FC236}">
                  <a16:creationId xmlns:a16="http://schemas.microsoft.com/office/drawing/2014/main" id="{A68D64E2-AC9D-F5D7-22F3-24BE2D58986A}"/>
                </a:ext>
              </a:extLst>
            </p:cNvPr>
            <p:cNvSpPr/>
            <p:nvPr/>
          </p:nvSpPr>
          <p:spPr>
            <a:xfrm>
              <a:off x="4567905" y="3311406"/>
              <a:ext cx="2880320" cy="864096"/>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3" name="Group 22">
            <a:extLst>
              <a:ext uri="{FF2B5EF4-FFF2-40B4-BE49-F238E27FC236}">
                <a16:creationId xmlns:a16="http://schemas.microsoft.com/office/drawing/2014/main" id="{E2B150DA-F40A-FCDB-BDB0-ADED533F50A0}"/>
              </a:ext>
            </a:extLst>
          </p:cNvPr>
          <p:cNvGrpSpPr/>
          <p:nvPr/>
        </p:nvGrpSpPr>
        <p:grpSpPr>
          <a:xfrm>
            <a:off x="9093021" y="2643610"/>
            <a:ext cx="2736304" cy="811252"/>
            <a:chOff x="7965034" y="3337828"/>
            <a:chExt cx="2736304" cy="811252"/>
          </a:xfrm>
        </p:grpSpPr>
        <p:sp>
          <p:nvSpPr>
            <p:cNvPr id="24" name="TextBox 23">
              <a:extLst>
                <a:ext uri="{FF2B5EF4-FFF2-40B4-BE49-F238E27FC236}">
                  <a16:creationId xmlns:a16="http://schemas.microsoft.com/office/drawing/2014/main" id="{C0F376E1-93DE-477E-D3C3-6ECD94DCD025}"/>
                </a:ext>
              </a:extLst>
            </p:cNvPr>
            <p:cNvSpPr txBox="1"/>
            <p:nvPr/>
          </p:nvSpPr>
          <p:spPr>
            <a:xfrm>
              <a:off x="7965034" y="3625860"/>
              <a:ext cx="2736304" cy="523220"/>
            </a:xfrm>
            <a:prstGeom prst="rect">
              <a:avLst/>
            </a:prstGeom>
            <a:noFill/>
          </p:spPr>
          <p:txBody>
            <a:bodyPr wrap="square" rtlCol="0">
              <a:spAutoFit/>
            </a:bodyPr>
            <a:lstStyle/>
            <a:p>
              <a:pPr algn="ctr"/>
              <a:r>
                <a:rPr lang="en-US" sz="1400" b="1" i="1" dirty="0" err="1">
                  <a:solidFill>
                    <a:schemeClr val="bg1">
                      <a:lumMod val="75000"/>
                      <a:lumOff val="25000"/>
                    </a:schemeClr>
                  </a:solidFill>
                  <a:latin typeface="+mn-lt"/>
                </a:rPr>
                <a:t>utm_medium</a:t>
              </a:r>
              <a:br>
                <a:rPr lang="en-US" sz="1400" b="1" dirty="0">
                  <a:latin typeface="+mn-lt"/>
                </a:rPr>
              </a:br>
              <a:r>
                <a:rPr lang="en-US" sz="1400" dirty="0">
                  <a:latin typeface="+mn-lt"/>
                </a:rPr>
                <a:t>How the visitor is getting here</a:t>
              </a:r>
            </a:p>
          </p:txBody>
        </p:sp>
        <p:sp>
          <p:nvSpPr>
            <p:cNvPr id="25" name="TextBox 24">
              <a:extLst>
                <a:ext uri="{FF2B5EF4-FFF2-40B4-BE49-F238E27FC236}">
                  <a16:creationId xmlns:a16="http://schemas.microsoft.com/office/drawing/2014/main" id="{73E64F92-4C7A-1C47-0162-EC732D19FFDA}"/>
                </a:ext>
              </a:extLst>
            </p:cNvPr>
            <p:cNvSpPr txBox="1"/>
            <p:nvPr/>
          </p:nvSpPr>
          <p:spPr>
            <a:xfrm>
              <a:off x="8037042" y="3337828"/>
              <a:ext cx="2592288" cy="330924"/>
            </a:xfrm>
            <a:prstGeom prst="rect">
              <a:avLst/>
            </a:prstGeom>
            <a:noFill/>
          </p:spPr>
          <p:txBody>
            <a:bodyPr wrap="square" rtlCol="0">
              <a:spAutoFit/>
            </a:bodyPr>
            <a:lstStyle/>
            <a:p>
              <a:pPr marL="0" marR="0" algn="ctr">
                <a:lnSpc>
                  <a:spcPct val="107000"/>
                </a:lnSpc>
                <a:spcAft>
                  <a:spcPts val="800"/>
                </a:spcAft>
              </a:pPr>
              <a:r>
                <a:rPr lang="en-GB" sz="1600" kern="0" dirty="0" err="1">
                  <a:solidFill>
                    <a:srgbClr val="0D274D"/>
                  </a:solidFill>
                  <a:effectLst/>
                  <a:latin typeface="+mn-lt"/>
                  <a:ea typeface="Times New Roman" panose="02020603050405020304" pitchFamily="18" charset="0"/>
                  <a:cs typeface="Times New Roman" panose="02020603050405020304" pitchFamily="18" charset="0"/>
                </a:rPr>
                <a:t>utm_medium</a:t>
              </a:r>
              <a:r>
                <a:rPr lang="en-GB" sz="1600" kern="0" dirty="0">
                  <a:solidFill>
                    <a:srgbClr val="0D274D"/>
                  </a:solidFill>
                  <a:effectLst/>
                  <a:latin typeface="+mn-lt"/>
                  <a:ea typeface="Times New Roman" panose="02020603050405020304" pitchFamily="18" charset="0"/>
                  <a:cs typeface="Times New Roman" panose="02020603050405020304" pitchFamily="18" charset="0"/>
                </a:rPr>
                <a:t>=</a:t>
              </a:r>
              <a:r>
                <a:rPr lang="en-GB" sz="1600" kern="0" dirty="0" err="1">
                  <a:solidFill>
                    <a:srgbClr val="0D274D"/>
                  </a:solidFill>
                  <a:effectLst/>
                  <a:latin typeface="+mn-lt"/>
                  <a:ea typeface="Times New Roman" panose="02020603050405020304" pitchFamily="18" charset="0"/>
                  <a:cs typeface="Times New Roman" panose="02020603050405020304" pitchFamily="18" charset="0"/>
                </a:rPr>
                <a:t>cpc</a:t>
              </a:r>
              <a:endParaRPr lang="en-GB" sz="1600" dirty="0">
                <a:latin typeface="+mn-lt"/>
              </a:endParaRPr>
            </a:p>
          </p:txBody>
        </p:sp>
        <p:sp>
          <p:nvSpPr>
            <p:cNvPr id="26" name="Rectangle: Rounded Corners 25">
              <a:extLst>
                <a:ext uri="{FF2B5EF4-FFF2-40B4-BE49-F238E27FC236}">
                  <a16:creationId xmlns:a16="http://schemas.microsoft.com/office/drawing/2014/main" id="{A438A951-9A47-F961-D2EE-13641AF72DA2}"/>
                </a:ext>
              </a:extLst>
            </p:cNvPr>
            <p:cNvSpPr/>
            <p:nvPr/>
          </p:nvSpPr>
          <p:spPr>
            <a:xfrm>
              <a:off x="7965034" y="3337828"/>
              <a:ext cx="2736304" cy="792088"/>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7" name="Group 26">
            <a:extLst>
              <a:ext uri="{FF2B5EF4-FFF2-40B4-BE49-F238E27FC236}">
                <a16:creationId xmlns:a16="http://schemas.microsoft.com/office/drawing/2014/main" id="{F4F3CD19-D498-321C-12D8-6A5E9E2AFC42}"/>
              </a:ext>
            </a:extLst>
          </p:cNvPr>
          <p:cNvGrpSpPr/>
          <p:nvPr/>
        </p:nvGrpSpPr>
        <p:grpSpPr>
          <a:xfrm>
            <a:off x="7594376" y="3689270"/>
            <a:ext cx="4334272" cy="1172949"/>
            <a:chOff x="7320136" y="3361162"/>
            <a:chExt cx="4334272" cy="1172949"/>
          </a:xfrm>
        </p:grpSpPr>
        <p:sp>
          <p:nvSpPr>
            <p:cNvPr id="28" name="TextBox 27">
              <a:extLst>
                <a:ext uri="{FF2B5EF4-FFF2-40B4-BE49-F238E27FC236}">
                  <a16:creationId xmlns:a16="http://schemas.microsoft.com/office/drawing/2014/main" id="{F23321BD-E29B-A961-D951-3DB8C343281E}"/>
                </a:ext>
              </a:extLst>
            </p:cNvPr>
            <p:cNvSpPr txBox="1"/>
            <p:nvPr/>
          </p:nvSpPr>
          <p:spPr>
            <a:xfrm>
              <a:off x="7781240" y="3933056"/>
              <a:ext cx="3412065" cy="601055"/>
            </a:xfrm>
            <a:prstGeom prst="rect">
              <a:avLst/>
            </a:prstGeom>
            <a:noFill/>
          </p:spPr>
          <p:txBody>
            <a:bodyPr wrap="square" rtlCol="0">
              <a:spAutoFit/>
            </a:bodyPr>
            <a:lstStyle/>
            <a:p>
              <a:pPr algn="ctr"/>
              <a:r>
                <a:rPr lang="en-US" sz="1400" b="1" i="1" err="1">
                  <a:solidFill>
                    <a:schemeClr val="bg1">
                      <a:lumMod val="75000"/>
                      <a:lumOff val="25000"/>
                    </a:schemeClr>
                  </a:solidFill>
                  <a:latin typeface="+mn-lt"/>
                </a:rPr>
                <a:t>utm_campaign</a:t>
              </a:r>
              <a:br>
                <a:rPr lang="en-US" sz="1400">
                  <a:latin typeface="+mn-lt"/>
                </a:rPr>
              </a:br>
              <a:r>
                <a:rPr lang="en-US" sz="1400">
                  <a:latin typeface="+mn-lt"/>
                </a:rPr>
                <a:t>Why the visitor is getting here</a:t>
              </a:r>
            </a:p>
          </p:txBody>
        </p:sp>
        <p:sp>
          <p:nvSpPr>
            <p:cNvPr id="29" name="TextBox 28">
              <a:extLst>
                <a:ext uri="{FF2B5EF4-FFF2-40B4-BE49-F238E27FC236}">
                  <a16:creationId xmlns:a16="http://schemas.microsoft.com/office/drawing/2014/main" id="{0F63EA25-7208-DB1A-C590-B0FE6FCFBA3C}"/>
                </a:ext>
              </a:extLst>
            </p:cNvPr>
            <p:cNvSpPr txBox="1"/>
            <p:nvPr/>
          </p:nvSpPr>
          <p:spPr>
            <a:xfrm>
              <a:off x="7320136" y="3369609"/>
              <a:ext cx="4334272" cy="271293"/>
            </a:xfrm>
            <a:prstGeom prst="rect">
              <a:avLst/>
            </a:prstGeom>
            <a:noFill/>
          </p:spPr>
          <p:txBody>
            <a:bodyPr wrap="square" rtlCol="0">
              <a:spAutoFit/>
            </a:bodyPr>
            <a:lstStyle/>
            <a:p>
              <a:pPr marL="0" marR="0" algn="ctr">
                <a:lnSpc>
                  <a:spcPct val="107000"/>
                </a:lnSpc>
                <a:spcAft>
                  <a:spcPts val="800"/>
                </a:spcAft>
              </a:pPr>
              <a:r>
                <a:rPr lang="en-US" sz="1200" b="0" i="0" u="none" strike="noStrike">
                  <a:solidFill>
                    <a:srgbClr val="0D274D"/>
                  </a:solidFill>
                  <a:effectLst/>
                  <a:latin typeface="+mn-lt"/>
                </a:rPr>
                <a:t>cb_clb_fy25q3_apjc_futureproof-exec-panel</a:t>
              </a:r>
              <a:endParaRPr lang="en-GB" sz="1000">
                <a:latin typeface="+mn-lt"/>
              </a:endParaRPr>
            </a:p>
          </p:txBody>
        </p:sp>
        <p:sp>
          <p:nvSpPr>
            <p:cNvPr id="30" name="Rectangle: Rounded Corners 29">
              <a:extLst>
                <a:ext uri="{FF2B5EF4-FFF2-40B4-BE49-F238E27FC236}">
                  <a16:creationId xmlns:a16="http://schemas.microsoft.com/office/drawing/2014/main" id="{675D310C-7648-1012-869C-E04AE58C43F1}"/>
                </a:ext>
              </a:extLst>
            </p:cNvPr>
            <p:cNvSpPr/>
            <p:nvPr/>
          </p:nvSpPr>
          <p:spPr>
            <a:xfrm>
              <a:off x="7392144" y="3361162"/>
              <a:ext cx="4190256" cy="1147958"/>
            </a:xfrm>
            <a:prstGeom prst="roundRect">
              <a:avLst/>
            </a:prstGeom>
            <a:noFill/>
            <a:ln w="38100">
              <a:solidFill>
                <a:schemeClr val="bg1">
                  <a:lumMod val="90000"/>
                  <a:lumOff val="1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0" name="Group 39">
            <a:extLst>
              <a:ext uri="{FF2B5EF4-FFF2-40B4-BE49-F238E27FC236}">
                <a16:creationId xmlns:a16="http://schemas.microsoft.com/office/drawing/2014/main" id="{4595F96D-8DBB-899A-0EFA-0FC69935BEC7}"/>
              </a:ext>
            </a:extLst>
          </p:cNvPr>
          <p:cNvGrpSpPr/>
          <p:nvPr/>
        </p:nvGrpSpPr>
        <p:grpSpPr>
          <a:xfrm>
            <a:off x="6906413" y="5403544"/>
            <a:ext cx="2448272" cy="864096"/>
            <a:chOff x="5566227" y="-127496"/>
            <a:chExt cx="2448272" cy="864096"/>
          </a:xfrm>
        </p:grpSpPr>
        <p:sp>
          <p:nvSpPr>
            <p:cNvPr id="41" name="TextBox 40">
              <a:extLst>
                <a:ext uri="{FF2B5EF4-FFF2-40B4-BE49-F238E27FC236}">
                  <a16:creationId xmlns:a16="http://schemas.microsoft.com/office/drawing/2014/main" id="{B4752437-DBED-809E-F6E0-0E61507587BF}"/>
                </a:ext>
              </a:extLst>
            </p:cNvPr>
            <p:cNvSpPr txBox="1"/>
            <p:nvPr/>
          </p:nvSpPr>
          <p:spPr>
            <a:xfrm>
              <a:off x="5612518" y="183329"/>
              <a:ext cx="2355690" cy="523220"/>
            </a:xfrm>
            <a:prstGeom prst="rect">
              <a:avLst/>
            </a:prstGeom>
            <a:noFill/>
          </p:spPr>
          <p:txBody>
            <a:bodyPr wrap="square" rtlCol="0">
              <a:spAutoFit/>
            </a:bodyPr>
            <a:lstStyle/>
            <a:p>
              <a:pPr algn="ctr"/>
              <a:r>
                <a:rPr lang="en-US" sz="1400" b="1" i="1">
                  <a:solidFill>
                    <a:schemeClr val="bg1">
                      <a:lumMod val="75000"/>
                      <a:lumOff val="25000"/>
                    </a:schemeClr>
                  </a:solidFill>
                  <a:latin typeface="+mn-lt"/>
                </a:rPr>
                <a:t>Event ID</a:t>
              </a:r>
              <a:br>
                <a:rPr lang="en-US" sz="1400">
                  <a:latin typeface="+mn-lt"/>
                </a:rPr>
              </a:br>
              <a:r>
                <a:rPr lang="en-US" sz="1400">
                  <a:latin typeface="+mn-lt"/>
                </a:rPr>
                <a:t>What Event is driving this</a:t>
              </a:r>
            </a:p>
          </p:txBody>
        </p:sp>
        <p:sp>
          <p:nvSpPr>
            <p:cNvPr id="42" name="TextBox 41">
              <a:extLst>
                <a:ext uri="{FF2B5EF4-FFF2-40B4-BE49-F238E27FC236}">
                  <a16:creationId xmlns:a16="http://schemas.microsoft.com/office/drawing/2014/main" id="{15AEF7E6-880B-3A14-821B-BBE675E96973}"/>
                </a:ext>
              </a:extLst>
            </p:cNvPr>
            <p:cNvSpPr txBox="1"/>
            <p:nvPr/>
          </p:nvSpPr>
          <p:spPr>
            <a:xfrm>
              <a:off x="5764249" y="-99767"/>
              <a:ext cx="2052228" cy="330924"/>
            </a:xfrm>
            <a:prstGeom prst="rect">
              <a:avLst/>
            </a:prstGeom>
            <a:noFill/>
          </p:spPr>
          <p:txBody>
            <a:bodyPr wrap="square" rtlCol="0">
              <a:spAutoFit/>
            </a:bodyPr>
            <a:lstStyle/>
            <a:p>
              <a:pPr marL="0" marR="0" algn="ctr">
                <a:lnSpc>
                  <a:spcPct val="107000"/>
                </a:lnSpc>
                <a:spcAft>
                  <a:spcPts val="800"/>
                </a:spcAft>
              </a:pPr>
              <a:r>
                <a:rPr lang="en-GB" sz="1600" kern="0" dirty="0" err="1">
                  <a:solidFill>
                    <a:srgbClr val="0D274D"/>
                  </a:solidFill>
                  <a:effectLst/>
                  <a:latin typeface="+mn-lt"/>
                  <a:ea typeface="Times New Roman" panose="02020603050405020304" pitchFamily="18" charset="0"/>
                  <a:cs typeface="Times New Roman" panose="02020603050405020304" pitchFamily="18" charset="0"/>
                </a:rPr>
                <a:t>eid</a:t>
              </a:r>
              <a:r>
                <a:rPr lang="en-GB" sz="1600" kern="0" dirty="0">
                  <a:solidFill>
                    <a:srgbClr val="0D274D"/>
                  </a:solidFill>
                  <a:effectLst/>
                  <a:latin typeface="+mn-lt"/>
                  <a:ea typeface="Times New Roman" panose="02020603050405020304" pitchFamily="18" charset="0"/>
                  <a:cs typeface="Times New Roman" panose="02020603050405020304" pitchFamily="18" charset="0"/>
                </a:rPr>
                <a:t>=110392</a:t>
              </a:r>
              <a:endParaRPr lang="en-GB" sz="1600" dirty="0">
                <a:latin typeface="+mn-lt"/>
              </a:endParaRPr>
            </a:p>
          </p:txBody>
        </p:sp>
        <p:sp>
          <p:nvSpPr>
            <p:cNvPr id="43" name="Rectangle: Rounded Corners 42">
              <a:extLst>
                <a:ext uri="{FF2B5EF4-FFF2-40B4-BE49-F238E27FC236}">
                  <a16:creationId xmlns:a16="http://schemas.microsoft.com/office/drawing/2014/main" id="{7F98EA0F-5132-21B4-EA49-EAE871CA040B}"/>
                </a:ext>
              </a:extLst>
            </p:cNvPr>
            <p:cNvSpPr/>
            <p:nvPr/>
          </p:nvSpPr>
          <p:spPr>
            <a:xfrm>
              <a:off x="5566227" y="-127496"/>
              <a:ext cx="2448272" cy="864096"/>
            </a:xfrm>
            <a:prstGeom prst="roundRect">
              <a:avLst/>
            </a:prstGeom>
            <a:noFill/>
            <a:ln w="38100">
              <a:solidFill>
                <a:schemeClr val="tx2">
                  <a:lumMod val="60000"/>
                  <a:lumOff val="4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4" name="Freeform: Shape 43">
            <a:extLst>
              <a:ext uri="{FF2B5EF4-FFF2-40B4-BE49-F238E27FC236}">
                <a16:creationId xmlns:a16="http://schemas.microsoft.com/office/drawing/2014/main" id="{BD98CD22-7E02-6389-DF32-60A00722439E}"/>
              </a:ext>
            </a:extLst>
          </p:cNvPr>
          <p:cNvSpPr/>
          <p:nvPr/>
        </p:nvSpPr>
        <p:spPr>
          <a:xfrm flipH="1">
            <a:off x="4714056" y="1243982"/>
            <a:ext cx="7142584" cy="274320"/>
          </a:xfrm>
          <a:custGeom>
            <a:avLst/>
            <a:gdLst>
              <a:gd name="connsiteX0" fmla="*/ 6962564 w 7142584"/>
              <a:gd name="connsiteY0" fmla="*/ 0 h 360040"/>
              <a:gd name="connsiteX1" fmla="*/ 6638528 w 7142584"/>
              <a:gd name="connsiteY1" fmla="*/ 0 h 360040"/>
              <a:gd name="connsiteX2" fmla="*/ 6638528 w 7142584"/>
              <a:gd name="connsiteY2" fmla="*/ 1712 h 360040"/>
              <a:gd name="connsiteX3" fmla="*/ 504056 w 7142584"/>
              <a:gd name="connsiteY3" fmla="*/ 1712 h 360040"/>
              <a:gd name="connsiteX4" fmla="*/ 504056 w 7142584"/>
              <a:gd name="connsiteY4" fmla="*/ 0 h 360040"/>
              <a:gd name="connsiteX5" fmla="*/ 180020 w 7142584"/>
              <a:gd name="connsiteY5" fmla="*/ 0 h 360040"/>
              <a:gd name="connsiteX6" fmla="*/ 0 w 7142584"/>
              <a:gd name="connsiteY6" fmla="*/ 180020 h 360040"/>
              <a:gd name="connsiteX7" fmla="*/ 180020 w 7142584"/>
              <a:gd name="connsiteY7" fmla="*/ 360040 h 360040"/>
              <a:gd name="connsiteX8" fmla="*/ 504056 w 7142584"/>
              <a:gd name="connsiteY8" fmla="*/ 360040 h 360040"/>
              <a:gd name="connsiteX9" fmla="*/ 504056 w 7142584"/>
              <a:gd name="connsiteY9" fmla="*/ 358328 h 360040"/>
              <a:gd name="connsiteX10" fmla="*/ 6638528 w 7142584"/>
              <a:gd name="connsiteY10" fmla="*/ 358328 h 360040"/>
              <a:gd name="connsiteX11" fmla="*/ 6638528 w 7142584"/>
              <a:gd name="connsiteY11" fmla="*/ 360040 h 360040"/>
              <a:gd name="connsiteX12" fmla="*/ 6962564 w 7142584"/>
              <a:gd name="connsiteY12" fmla="*/ 360040 h 360040"/>
              <a:gd name="connsiteX13" fmla="*/ 7142584 w 7142584"/>
              <a:gd name="connsiteY13" fmla="*/ 180020 h 36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142584" h="360040">
                <a:moveTo>
                  <a:pt x="6962564" y="0"/>
                </a:moveTo>
                <a:lnTo>
                  <a:pt x="6638528" y="0"/>
                </a:lnTo>
                <a:lnTo>
                  <a:pt x="6638528" y="1712"/>
                </a:lnTo>
                <a:lnTo>
                  <a:pt x="504056" y="1712"/>
                </a:lnTo>
                <a:lnTo>
                  <a:pt x="504056" y="0"/>
                </a:lnTo>
                <a:lnTo>
                  <a:pt x="180020" y="0"/>
                </a:lnTo>
                <a:lnTo>
                  <a:pt x="0" y="180020"/>
                </a:lnTo>
                <a:lnTo>
                  <a:pt x="180020" y="360040"/>
                </a:lnTo>
                <a:lnTo>
                  <a:pt x="504056" y="360040"/>
                </a:lnTo>
                <a:lnTo>
                  <a:pt x="504056" y="358328"/>
                </a:lnTo>
                <a:lnTo>
                  <a:pt x="6638528" y="358328"/>
                </a:lnTo>
                <a:lnTo>
                  <a:pt x="6638528" y="360040"/>
                </a:lnTo>
                <a:lnTo>
                  <a:pt x="6962564" y="360040"/>
                </a:lnTo>
                <a:lnTo>
                  <a:pt x="7142584" y="180020"/>
                </a:lnTo>
                <a:close/>
              </a:path>
            </a:pathLst>
          </a:custGeom>
          <a:solidFill>
            <a:schemeClr val="dk1"/>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tabLst>
                <a:tab pos="1262063" algn="l"/>
              </a:tabLst>
            </a:pPr>
            <a:r>
              <a:rPr lang="en-GB" sz="2000">
                <a:solidFill>
                  <a:schemeClr val="bg2"/>
                </a:solidFill>
              </a:rPr>
              <a:t>Mandatory</a:t>
            </a:r>
          </a:p>
        </p:txBody>
      </p:sp>
      <p:sp>
        <p:nvSpPr>
          <p:cNvPr id="45" name="Freeform: Shape 44">
            <a:extLst>
              <a:ext uri="{FF2B5EF4-FFF2-40B4-BE49-F238E27FC236}">
                <a16:creationId xmlns:a16="http://schemas.microsoft.com/office/drawing/2014/main" id="{A2CA432A-5A78-D1F9-881B-98ABCA43011D}"/>
              </a:ext>
            </a:extLst>
          </p:cNvPr>
          <p:cNvSpPr/>
          <p:nvPr/>
        </p:nvSpPr>
        <p:spPr>
          <a:xfrm flipH="1">
            <a:off x="4714056" y="4982842"/>
            <a:ext cx="7142584" cy="274320"/>
          </a:xfrm>
          <a:custGeom>
            <a:avLst/>
            <a:gdLst>
              <a:gd name="connsiteX0" fmla="*/ 6962564 w 7142584"/>
              <a:gd name="connsiteY0" fmla="*/ 0 h 360040"/>
              <a:gd name="connsiteX1" fmla="*/ 6638528 w 7142584"/>
              <a:gd name="connsiteY1" fmla="*/ 0 h 360040"/>
              <a:gd name="connsiteX2" fmla="*/ 6638528 w 7142584"/>
              <a:gd name="connsiteY2" fmla="*/ 1712 h 360040"/>
              <a:gd name="connsiteX3" fmla="*/ 504056 w 7142584"/>
              <a:gd name="connsiteY3" fmla="*/ 1712 h 360040"/>
              <a:gd name="connsiteX4" fmla="*/ 504056 w 7142584"/>
              <a:gd name="connsiteY4" fmla="*/ 0 h 360040"/>
              <a:gd name="connsiteX5" fmla="*/ 180020 w 7142584"/>
              <a:gd name="connsiteY5" fmla="*/ 0 h 360040"/>
              <a:gd name="connsiteX6" fmla="*/ 0 w 7142584"/>
              <a:gd name="connsiteY6" fmla="*/ 180020 h 360040"/>
              <a:gd name="connsiteX7" fmla="*/ 180020 w 7142584"/>
              <a:gd name="connsiteY7" fmla="*/ 360040 h 360040"/>
              <a:gd name="connsiteX8" fmla="*/ 504056 w 7142584"/>
              <a:gd name="connsiteY8" fmla="*/ 360040 h 360040"/>
              <a:gd name="connsiteX9" fmla="*/ 504056 w 7142584"/>
              <a:gd name="connsiteY9" fmla="*/ 358328 h 360040"/>
              <a:gd name="connsiteX10" fmla="*/ 6638528 w 7142584"/>
              <a:gd name="connsiteY10" fmla="*/ 358328 h 360040"/>
              <a:gd name="connsiteX11" fmla="*/ 6638528 w 7142584"/>
              <a:gd name="connsiteY11" fmla="*/ 360040 h 360040"/>
              <a:gd name="connsiteX12" fmla="*/ 6962564 w 7142584"/>
              <a:gd name="connsiteY12" fmla="*/ 360040 h 360040"/>
              <a:gd name="connsiteX13" fmla="*/ 7142584 w 7142584"/>
              <a:gd name="connsiteY13" fmla="*/ 180020 h 36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142584" h="360040">
                <a:moveTo>
                  <a:pt x="6962564" y="0"/>
                </a:moveTo>
                <a:lnTo>
                  <a:pt x="6638528" y="0"/>
                </a:lnTo>
                <a:lnTo>
                  <a:pt x="6638528" y="1712"/>
                </a:lnTo>
                <a:lnTo>
                  <a:pt x="504056" y="1712"/>
                </a:lnTo>
                <a:lnTo>
                  <a:pt x="504056" y="0"/>
                </a:lnTo>
                <a:lnTo>
                  <a:pt x="180020" y="0"/>
                </a:lnTo>
                <a:lnTo>
                  <a:pt x="0" y="180020"/>
                </a:lnTo>
                <a:lnTo>
                  <a:pt x="180020" y="360040"/>
                </a:lnTo>
                <a:lnTo>
                  <a:pt x="504056" y="360040"/>
                </a:lnTo>
                <a:lnTo>
                  <a:pt x="504056" y="358328"/>
                </a:lnTo>
                <a:lnTo>
                  <a:pt x="6638528" y="358328"/>
                </a:lnTo>
                <a:lnTo>
                  <a:pt x="6638528" y="360040"/>
                </a:lnTo>
                <a:lnTo>
                  <a:pt x="6962564" y="360040"/>
                </a:lnTo>
                <a:lnTo>
                  <a:pt x="7142584" y="180020"/>
                </a:lnTo>
                <a:close/>
              </a:path>
            </a:pathLst>
          </a:custGeom>
          <a:solidFill>
            <a:srgbClr val="3693FF"/>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tabLst>
                <a:tab pos="1262063" algn="l"/>
              </a:tabLst>
            </a:pPr>
            <a:r>
              <a:rPr lang="en-GB" sz="2000">
                <a:solidFill>
                  <a:schemeClr val="bg2"/>
                </a:solidFill>
              </a:rPr>
              <a:t>Optional</a:t>
            </a:r>
          </a:p>
        </p:txBody>
      </p:sp>
      <p:sp>
        <p:nvSpPr>
          <p:cNvPr id="46" name="TextBox 45">
            <a:extLst>
              <a:ext uri="{FF2B5EF4-FFF2-40B4-BE49-F238E27FC236}">
                <a16:creationId xmlns:a16="http://schemas.microsoft.com/office/drawing/2014/main" id="{865A28D0-2839-C495-8279-8D78E16E22FC}"/>
              </a:ext>
            </a:extLst>
          </p:cNvPr>
          <p:cNvSpPr txBox="1"/>
          <p:nvPr/>
        </p:nvSpPr>
        <p:spPr>
          <a:xfrm>
            <a:off x="7810400" y="3897613"/>
            <a:ext cx="3888432" cy="226537"/>
          </a:xfrm>
          <a:prstGeom prst="rect">
            <a:avLst/>
          </a:prstGeom>
          <a:noFill/>
        </p:spPr>
        <p:txBody>
          <a:bodyPr wrap="square" rtlCol="0">
            <a:spAutoFit/>
          </a:bodyPr>
          <a:lstStyle/>
          <a:p>
            <a:pPr algn="ctr">
              <a:lnSpc>
                <a:spcPct val="107000"/>
              </a:lnSpc>
              <a:spcAft>
                <a:spcPts val="800"/>
              </a:spcAft>
            </a:pPr>
            <a:r>
              <a:rPr lang="en-GB" sz="900">
                <a:solidFill>
                  <a:srgbClr val="0D274D"/>
                </a:solidFill>
                <a:latin typeface="+mn-lt"/>
              </a:rPr>
              <a:t>&lt;buying centre&gt;-&lt;program&gt;-&lt;</a:t>
            </a:r>
            <a:r>
              <a:rPr lang="en-GB" sz="900" err="1">
                <a:solidFill>
                  <a:srgbClr val="0D274D"/>
                </a:solidFill>
                <a:latin typeface="+mn-lt"/>
              </a:rPr>
              <a:t>fy#q</a:t>
            </a:r>
            <a:r>
              <a:rPr lang="en-GB" sz="900">
                <a:solidFill>
                  <a:srgbClr val="0D274D"/>
                </a:solidFill>
                <a:latin typeface="+mn-lt"/>
              </a:rPr>
              <a:t>#&gt;-&lt;region&gt;-&lt;details/placement</a:t>
            </a:r>
          </a:p>
        </p:txBody>
      </p:sp>
    </p:spTree>
    <p:extLst>
      <p:ext uri="{BB962C8B-B14F-4D97-AF65-F5344CB8AC3E}">
        <p14:creationId xmlns:p14="http://schemas.microsoft.com/office/powerpoint/2010/main" val="19314613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500"/>
                                  </p:stCondLst>
                                  <p:childTnLst>
                                    <p:set>
                                      <p:cBhvr>
                                        <p:cTn id="6" dur="1" fill="hold">
                                          <p:stCondLst>
                                            <p:cond delay="0"/>
                                          </p:stCondLst>
                                        </p:cTn>
                                        <p:tgtEl>
                                          <p:spTgt spid="45"/>
                                        </p:tgtEl>
                                        <p:attrNameLst>
                                          <p:attrName>style.visibility</p:attrName>
                                        </p:attrNameLst>
                                      </p:cBhvr>
                                      <p:to>
                                        <p:strVal val="visible"/>
                                      </p:to>
                                    </p:set>
                                    <p:anim calcmode="lin" valueType="num">
                                      <p:cBhvr>
                                        <p:cTn id="7" dur="1000" fill="hold"/>
                                        <p:tgtEl>
                                          <p:spTgt spid="45"/>
                                        </p:tgtEl>
                                        <p:attrNameLst>
                                          <p:attrName>ppt_w</p:attrName>
                                        </p:attrNameLst>
                                      </p:cBhvr>
                                      <p:tavLst>
                                        <p:tav tm="0">
                                          <p:val>
                                            <p:fltVal val="0"/>
                                          </p:val>
                                        </p:tav>
                                        <p:tav tm="100000">
                                          <p:val>
                                            <p:strVal val="#ppt_w"/>
                                          </p:val>
                                        </p:tav>
                                      </p:tavLst>
                                    </p:anim>
                                    <p:anim calcmode="lin" valueType="num">
                                      <p:cBhvr>
                                        <p:cTn id="8" dur="1000" fill="hold"/>
                                        <p:tgtEl>
                                          <p:spTgt spid="45"/>
                                        </p:tgtEl>
                                        <p:attrNameLst>
                                          <p:attrName>ppt_h</p:attrName>
                                        </p:attrNameLst>
                                      </p:cBhvr>
                                      <p:tavLst>
                                        <p:tav tm="0">
                                          <p:val>
                                            <p:strVal val="#ppt_h"/>
                                          </p:val>
                                        </p:tav>
                                        <p:tav tm="100000">
                                          <p:val>
                                            <p:strVal val="#ppt_h"/>
                                          </p:val>
                                        </p:tav>
                                      </p:tavLst>
                                    </p:anim>
                                  </p:childTnLst>
                                </p:cTn>
                              </p:par>
                              <p:par>
                                <p:cTn id="9" presetID="10" presetClass="entr" presetSubtype="0"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10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4201980-C6DD-9761-C32A-09EC0FDED4D0}"/>
              </a:ext>
            </a:extLst>
          </p:cNvPr>
          <p:cNvSpPr>
            <a:spLocks noGrp="1"/>
          </p:cNvSpPr>
          <p:nvPr>
            <p:ph type="body" sz="quarter" idx="82"/>
          </p:nvPr>
        </p:nvSpPr>
        <p:spPr/>
        <p:txBody>
          <a:bodyPr/>
          <a:lstStyle/>
          <a:p>
            <a:r>
              <a:rPr lang="en-GB" dirty="0"/>
              <a:t>UTM – Eloqua Capture</a:t>
            </a:r>
          </a:p>
        </p:txBody>
      </p:sp>
      <p:grpSp>
        <p:nvGrpSpPr>
          <p:cNvPr id="15" name="Group 14">
            <a:extLst>
              <a:ext uri="{FF2B5EF4-FFF2-40B4-BE49-F238E27FC236}">
                <a16:creationId xmlns:a16="http://schemas.microsoft.com/office/drawing/2014/main" id="{34B116D2-74F5-DDA2-9651-5C2095A77DFF}"/>
              </a:ext>
            </a:extLst>
          </p:cNvPr>
          <p:cNvGrpSpPr/>
          <p:nvPr/>
        </p:nvGrpSpPr>
        <p:grpSpPr>
          <a:xfrm>
            <a:off x="126289" y="1427765"/>
            <a:ext cx="4010025" cy="3305175"/>
            <a:chOff x="557213" y="1438275"/>
            <a:chExt cx="4010025" cy="3305175"/>
          </a:xfrm>
        </p:grpSpPr>
        <p:sp>
          <p:nvSpPr>
            <p:cNvPr id="12" name="Rectangle: Rounded Corners 11">
              <a:extLst>
                <a:ext uri="{FF2B5EF4-FFF2-40B4-BE49-F238E27FC236}">
                  <a16:creationId xmlns:a16="http://schemas.microsoft.com/office/drawing/2014/main" id="{894E7786-802F-7781-F1F6-6AD341292C20}"/>
                </a:ext>
              </a:extLst>
            </p:cNvPr>
            <p:cNvSpPr/>
            <p:nvPr/>
          </p:nvSpPr>
          <p:spPr>
            <a:xfrm>
              <a:off x="557213" y="1438275"/>
              <a:ext cx="4010025" cy="3305175"/>
            </a:xfrm>
            <a:prstGeom prst="roundRect">
              <a:avLst>
                <a:gd name="adj" fmla="val 8310"/>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4" name="Group 13">
              <a:extLst>
                <a:ext uri="{FF2B5EF4-FFF2-40B4-BE49-F238E27FC236}">
                  <a16:creationId xmlns:a16="http://schemas.microsoft.com/office/drawing/2014/main" id="{CB799FF8-0BD4-F2F7-3004-5DC72946222C}"/>
                </a:ext>
              </a:extLst>
            </p:cNvPr>
            <p:cNvGrpSpPr/>
            <p:nvPr/>
          </p:nvGrpSpPr>
          <p:grpSpPr>
            <a:xfrm>
              <a:off x="590550" y="1701968"/>
              <a:ext cx="3943350" cy="2777788"/>
              <a:chOff x="590550" y="1952625"/>
              <a:chExt cx="3943350" cy="2777788"/>
            </a:xfrm>
          </p:grpSpPr>
          <p:pic>
            <p:nvPicPr>
              <p:cNvPr id="4" name="Picture 3">
                <a:extLst>
                  <a:ext uri="{FF2B5EF4-FFF2-40B4-BE49-F238E27FC236}">
                    <a16:creationId xmlns:a16="http://schemas.microsoft.com/office/drawing/2014/main" id="{0B7CD648-91D4-C522-B115-8BB51C2F367F}"/>
                  </a:ext>
                </a:extLst>
              </p:cNvPr>
              <p:cNvPicPr>
                <a:picLocks noChangeAspect="1"/>
              </p:cNvPicPr>
              <p:nvPr/>
            </p:nvPicPr>
            <p:blipFill>
              <a:blip r:embed="rId2"/>
              <a:stretch>
                <a:fillRect/>
              </a:stretch>
            </p:blipFill>
            <p:spPr>
              <a:xfrm>
                <a:off x="996699" y="1952625"/>
                <a:ext cx="3131053" cy="1549029"/>
              </a:xfrm>
              <a:prstGeom prst="rect">
                <a:avLst/>
              </a:prstGeom>
            </p:spPr>
          </p:pic>
          <p:sp>
            <p:nvSpPr>
              <p:cNvPr id="5" name="TextBox 4">
                <a:extLst>
                  <a:ext uri="{FF2B5EF4-FFF2-40B4-BE49-F238E27FC236}">
                    <a16:creationId xmlns:a16="http://schemas.microsoft.com/office/drawing/2014/main" id="{8B691430-F458-9C29-598E-602F0E387765}"/>
                  </a:ext>
                </a:extLst>
              </p:cNvPr>
              <p:cNvSpPr txBox="1"/>
              <p:nvPr/>
            </p:nvSpPr>
            <p:spPr>
              <a:xfrm>
                <a:off x="590550" y="3714750"/>
                <a:ext cx="3943350" cy="1015663"/>
              </a:xfrm>
              <a:prstGeom prst="rect">
                <a:avLst/>
              </a:prstGeom>
              <a:noFill/>
            </p:spPr>
            <p:txBody>
              <a:bodyPr wrap="square" rtlCol="0">
                <a:spAutoFit/>
              </a:bodyPr>
              <a:lstStyle/>
              <a:p>
                <a:r>
                  <a:rPr lang="en-GB" sz="1000" kern="0" dirty="0">
                    <a:solidFill>
                      <a:srgbClr val="0D274D"/>
                    </a:solidFill>
                    <a:effectLst/>
                    <a:latin typeface="+mn-lt"/>
                    <a:ea typeface="Times New Roman" panose="02020603050405020304" pitchFamily="18" charset="0"/>
                    <a:cs typeface="Times New Roman" panose="02020603050405020304" pitchFamily="18" charset="0"/>
                  </a:rPr>
                  <a:t>https://www.cisco.com/site/us/en/products/security/identity-services-engine/index.html?ccid=cc005041&amp;dtid=oemls00119&amp;utm_id=cc005042&amp;utm_eid=11089&amp;utm_medium=email&amp;utm_source=eloqua&amp;utm_campaign=cb_sas_fy25q3_em_id-services</a:t>
                </a:r>
                <a:endParaRPr lang="en-GB" sz="1000" kern="100" dirty="0">
                  <a:effectLst/>
                  <a:latin typeface="+mn-lt"/>
                  <a:ea typeface="Aptos" panose="020B0004020202020204" pitchFamily="34" charset="0"/>
                  <a:cs typeface="Times New Roman" panose="02020603050405020304" pitchFamily="18" charset="0"/>
                </a:endParaRPr>
              </a:p>
              <a:p>
                <a:endParaRPr lang="en-GB" sz="1000" dirty="0">
                  <a:latin typeface="+mn-lt"/>
                </a:endParaRPr>
              </a:p>
            </p:txBody>
          </p:sp>
        </p:grpSp>
      </p:grpSp>
      <p:grpSp>
        <p:nvGrpSpPr>
          <p:cNvPr id="17" name="Group 16">
            <a:extLst>
              <a:ext uri="{FF2B5EF4-FFF2-40B4-BE49-F238E27FC236}">
                <a16:creationId xmlns:a16="http://schemas.microsoft.com/office/drawing/2014/main" id="{AB6DCFB2-BE91-E15E-647F-DE04B19A7148}"/>
              </a:ext>
            </a:extLst>
          </p:cNvPr>
          <p:cNvGrpSpPr/>
          <p:nvPr/>
        </p:nvGrpSpPr>
        <p:grpSpPr>
          <a:xfrm>
            <a:off x="4436021" y="1460475"/>
            <a:ext cx="3320613" cy="3305175"/>
            <a:chOff x="4436021" y="1460475"/>
            <a:chExt cx="3320613" cy="3305175"/>
          </a:xfrm>
        </p:grpSpPr>
        <p:sp>
          <p:nvSpPr>
            <p:cNvPr id="13" name="Rectangle: Rounded Corners 12">
              <a:extLst>
                <a:ext uri="{FF2B5EF4-FFF2-40B4-BE49-F238E27FC236}">
                  <a16:creationId xmlns:a16="http://schemas.microsoft.com/office/drawing/2014/main" id="{6415038A-D657-3C95-BA1C-79295B09E133}"/>
                </a:ext>
              </a:extLst>
            </p:cNvPr>
            <p:cNvSpPr/>
            <p:nvPr/>
          </p:nvSpPr>
          <p:spPr>
            <a:xfrm>
              <a:off x="4436021" y="1460475"/>
              <a:ext cx="3320613" cy="3305175"/>
            </a:xfrm>
            <a:prstGeom prst="roundRect">
              <a:avLst>
                <a:gd name="adj" fmla="val 8310"/>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6" name="Group 15">
              <a:extLst>
                <a:ext uri="{FF2B5EF4-FFF2-40B4-BE49-F238E27FC236}">
                  <a16:creationId xmlns:a16="http://schemas.microsoft.com/office/drawing/2014/main" id="{793D209A-C67A-B74C-F432-C426327CBC1C}"/>
                </a:ext>
              </a:extLst>
            </p:cNvPr>
            <p:cNvGrpSpPr/>
            <p:nvPr/>
          </p:nvGrpSpPr>
          <p:grpSpPr>
            <a:xfrm>
              <a:off x="4670427" y="1536645"/>
              <a:ext cx="2851800" cy="3152834"/>
              <a:chOff x="4606719" y="1619251"/>
              <a:chExt cx="2851800" cy="3152834"/>
            </a:xfrm>
          </p:grpSpPr>
          <p:pic>
            <p:nvPicPr>
              <p:cNvPr id="7" name="Picture 6">
                <a:extLst>
                  <a:ext uri="{FF2B5EF4-FFF2-40B4-BE49-F238E27FC236}">
                    <a16:creationId xmlns:a16="http://schemas.microsoft.com/office/drawing/2014/main" id="{740C4BA7-21C3-8624-59D8-A7531BF77B52}"/>
                  </a:ext>
                </a:extLst>
              </p:cNvPr>
              <p:cNvPicPr>
                <a:picLocks noChangeAspect="1"/>
              </p:cNvPicPr>
              <p:nvPr/>
            </p:nvPicPr>
            <p:blipFill>
              <a:blip r:embed="rId3"/>
              <a:stretch>
                <a:fillRect/>
              </a:stretch>
            </p:blipFill>
            <p:spPr>
              <a:xfrm>
                <a:off x="4606719" y="1619251"/>
                <a:ext cx="2851800" cy="2634072"/>
              </a:xfrm>
              <a:prstGeom prst="rect">
                <a:avLst/>
              </a:prstGeom>
            </p:spPr>
          </p:pic>
          <p:sp>
            <p:nvSpPr>
              <p:cNvPr id="8" name="TextBox 7">
                <a:extLst>
                  <a:ext uri="{FF2B5EF4-FFF2-40B4-BE49-F238E27FC236}">
                    <a16:creationId xmlns:a16="http://schemas.microsoft.com/office/drawing/2014/main" id="{D2EB85D0-CA00-610A-ED98-6C9A4E90716E}"/>
                  </a:ext>
                </a:extLst>
              </p:cNvPr>
              <p:cNvSpPr txBox="1"/>
              <p:nvPr/>
            </p:nvSpPr>
            <p:spPr>
              <a:xfrm>
                <a:off x="4846757" y="4371975"/>
                <a:ext cx="2371725" cy="400110"/>
              </a:xfrm>
              <a:prstGeom prst="rect">
                <a:avLst/>
              </a:prstGeom>
              <a:noFill/>
            </p:spPr>
            <p:txBody>
              <a:bodyPr wrap="square" rtlCol="0">
                <a:spAutoFit/>
              </a:bodyPr>
              <a:lstStyle/>
              <a:p>
                <a:pPr algn="ctr"/>
                <a:r>
                  <a:rPr lang="en-GB" sz="1000" kern="0" dirty="0">
                    <a:solidFill>
                      <a:srgbClr val="0D274D"/>
                    </a:solidFill>
                    <a:effectLst/>
                    <a:latin typeface="+mn-lt"/>
                    <a:ea typeface="Times New Roman" panose="02020603050405020304" pitchFamily="18" charset="0"/>
                    <a:cs typeface="Times New Roman" panose="02020603050405020304" pitchFamily="18" charset="0"/>
                  </a:rPr>
                  <a:t>Data for UTM Values captured in Local Storage</a:t>
                </a:r>
                <a:endParaRPr lang="en-GB" sz="1000" kern="100" dirty="0">
                  <a:effectLst/>
                  <a:latin typeface="+mn-lt"/>
                  <a:ea typeface="Aptos" panose="020B0004020202020204" pitchFamily="34" charset="0"/>
                  <a:cs typeface="Times New Roman" panose="02020603050405020304" pitchFamily="18" charset="0"/>
                </a:endParaRPr>
              </a:p>
            </p:txBody>
          </p:sp>
        </p:grpSp>
      </p:grpSp>
      <p:grpSp>
        <p:nvGrpSpPr>
          <p:cNvPr id="22" name="Group 21">
            <a:extLst>
              <a:ext uri="{FF2B5EF4-FFF2-40B4-BE49-F238E27FC236}">
                <a16:creationId xmlns:a16="http://schemas.microsoft.com/office/drawing/2014/main" id="{07273BA0-37FD-E0B7-D6B5-07037117777D}"/>
              </a:ext>
            </a:extLst>
          </p:cNvPr>
          <p:cNvGrpSpPr/>
          <p:nvPr/>
        </p:nvGrpSpPr>
        <p:grpSpPr>
          <a:xfrm>
            <a:off x="8203980" y="425206"/>
            <a:ext cx="3683220" cy="4672311"/>
            <a:chOff x="8267042" y="971744"/>
            <a:chExt cx="3683220" cy="4672311"/>
          </a:xfrm>
        </p:grpSpPr>
        <p:sp>
          <p:nvSpPr>
            <p:cNvPr id="20" name="Rectangle: Rounded Corners 19">
              <a:extLst>
                <a:ext uri="{FF2B5EF4-FFF2-40B4-BE49-F238E27FC236}">
                  <a16:creationId xmlns:a16="http://schemas.microsoft.com/office/drawing/2014/main" id="{9905DB8E-D470-8D60-30CC-4AB6DE7B08A8}"/>
                </a:ext>
              </a:extLst>
            </p:cNvPr>
            <p:cNvSpPr/>
            <p:nvPr/>
          </p:nvSpPr>
          <p:spPr>
            <a:xfrm>
              <a:off x="8267042" y="971744"/>
              <a:ext cx="3683220" cy="4672311"/>
            </a:xfrm>
            <a:prstGeom prst="roundRect">
              <a:avLst>
                <a:gd name="adj" fmla="val 8310"/>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1" name="Group 20">
              <a:extLst>
                <a:ext uri="{FF2B5EF4-FFF2-40B4-BE49-F238E27FC236}">
                  <a16:creationId xmlns:a16="http://schemas.microsoft.com/office/drawing/2014/main" id="{A46B3417-35CF-D0D5-CD80-4C63D7BE8CB5}"/>
                </a:ext>
              </a:extLst>
            </p:cNvPr>
            <p:cNvGrpSpPr/>
            <p:nvPr/>
          </p:nvGrpSpPr>
          <p:grpSpPr>
            <a:xfrm>
              <a:off x="8485642" y="1174269"/>
              <a:ext cx="3246020" cy="4267260"/>
              <a:chOff x="8384131" y="1162050"/>
              <a:chExt cx="3246020" cy="4267260"/>
            </a:xfrm>
          </p:grpSpPr>
          <p:pic>
            <p:nvPicPr>
              <p:cNvPr id="10" name="Picture 9" descr="A screenshot of a computer&#10;&#10;AI-generated content may be incorrect.">
                <a:extLst>
                  <a:ext uri="{FF2B5EF4-FFF2-40B4-BE49-F238E27FC236}">
                    <a16:creationId xmlns:a16="http://schemas.microsoft.com/office/drawing/2014/main" id="{EF4632C7-D8DC-327B-3461-491D0728A27A}"/>
                  </a:ext>
                </a:extLst>
              </p:cNvPr>
              <p:cNvPicPr>
                <a:picLocks noChangeAspect="1"/>
              </p:cNvPicPr>
              <p:nvPr/>
            </p:nvPicPr>
            <p:blipFill>
              <a:blip r:embed="rId4"/>
              <a:stretch>
                <a:fillRect/>
              </a:stretch>
            </p:blipFill>
            <p:spPr>
              <a:xfrm>
                <a:off x="8384131" y="1162050"/>
                <a:ext cx="3246020" cy="3803798"/>
              </a:xfrm>
              <a:prstGeom prst="rect">
                <a:avLst/>
              </a:prstGeom>
            </p:spPr>
          </p:pic>
          <p:sp>
            <p:nvSpPr>
              <p:cNvPr id="11" name="TextBox 10">
                <a:extLst>
                  <a:ext uri="{FF2B5EF4-FFF2-40B4-BE49-F238E27FC236}">
                    <a16:creationId xmlns:a16="http://schemas.microsoft.com/office/drawing/2014/main" id="{1A187E57-DFBA-6E4F-3D70-F511837D8035}"/>
                  </a:ext>
                </a:extLst>
              </p:cNvPr>
              <p:cNvSpPr txBox="1"/>
              <p:nvPr/>
            </p:nvSpPr>
            <p:spPr>
              <a:xfrm>
                <a:off x="8821279" y="5029200"/>
                <a:ext cx="2371725" cy="400110"/>
              </a:xfrm>
              <a:prstGeom prst="rect">
                <a:avLst/>
              </a:prstGeom>
              <a:noFill/>
            </p:spPr>
            <p:txBody>
              <a:bodyPr wrap="square" rtlCol="0">
                <a:spAutoFit/>
              </a:bodyPr>
              <a:lstStyle/>
              <a:p>
                <a:pPr algn="ctr"/>
                <a:r>
                  <a:rPr lang="en-GB" sz="1000" kern="0" dirty="0">
                    <a:solidFill>
                      <a:srgbClr val="0D274D"/>
                    </a:solidFill>
                    <a:effectLst/>
                    <a:latin typeface="+mn-lt"/>
                    <a:ea typeface="Times New Roman" panose="02020603050405020304" pitchFamily="18" charset="0"/>
                    <a:cs typeface="Times New Roman" panose="02020603050405020304" pitchFamily="18" charset="0"/>
                  </a:rPr>
                  <a:t>UTM Values written to Eloqua Transaction CDO</a:t>
                </a:r>
                <a:endParaRPr lang="en-GB" sz="1000" kern="100" dirty="0">
                  <a:effectLst/>
                  <a:latin typeface="+mn-lt"/>
                  <a:ea typeface="Aptos" panose="020B0004020202020204" pitchFamily="34" charset="0"/>
                  <a:cs typeface="Times New Roman" panose="02020603050405020304" pitchFamily="18" charset="0"/>
                </a:endParaRPr>
              </a:p>
            </p:txBody>
          </p:sp>
        </p:grpSp>
      </p:grpSp>
      <p:sp>
        <p:nvSpPr>
          <p:cNvPr id="23" name="Arrow: Right 22">
            <a:extLst>
              <a:ext uri="{FF2B5EF4-FFF2-40B4-BE49-F238E27FC236}">
                <a16:creationId xmlns:a16="http://schemas.microsoft.com/office/drawing/2014/main" id="{C7DA1D87-6F74-FC53-8DAD-9129A963A17F}"/>
              </a:ext>
            </a:extLst>
          </p:cNvPr>
          <p:cNvSpPr/>
          <p:nvPr/>
        </p:nvSpPr>
        <p:spPr>
          <a:xfrm>
            <a:off x="3972910" y="2564524"/>
            <a:ext cx="777766" cy="472966"/>
          </a:xfrm>
          <a:prstGeom prst="rightArrow">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Arrow: Right 23">
            <a:extLst>
              <a:ext uri="{FF2B5EF4-FFF2-40B4-BE49-F238E27FC236}">
                <a16:creationId xmlns:a16="http://schemas.microsoft.com/office/drawing/2014/main" id="{E257F80A-06C3-6BF8-3CF3-028002FA74C5}"/>
              </a:ext>
            </a:extLst>
          </p:cNvPr>
          <p:cNvSpPr/>
          <p:nvPr/>
        </p:nvSpPr>
        <p:spPr>
          <a:xfrm>
            <a:off x="7656786" y="2664372"/>
            <a:ext cx="777766" cy="472966"/>
          </a:xfrm>
          <a:prstGeom prst="rightArrow">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aphicFrame>
        <p:nvGraphicFramePr>
          <p:cNvPr id="25" name="Table 24">
            <a:extLst>
              <a:ext uri="{FF2B5EF4-FFF2-40B4-BE49-F238E27FC236}">
                <a16:creationId xmlns:a16="http://schemas.microsoft.com/office/drawing/2014/main" id="{DFF60148-34C6-0FC0-4916-8B318BC56956}"/>
              </a:ext>
            </a:extLst>
          </p:cNvPr>
          <p:cNvGraphicFramePr>
            <a:graphicFrameLocks noGrp="1"/>
          </p:cNvGraphicFramePr>
          <p:nvPr/>
        </p:nvGraphicFramePr>
        <p:xfrm>
          <a:off x="8569434" y="4979976"/>
          <a:ext cx="3108960" cy="1483360"/>
        </p:xfrm>
        <a:graphic>
          <a:graphicData uri="http://schemas.openxmlformats.org/drawingml/2006/table">
            <a:tbl>
              <a:tblPr firstRow="1" bandRow="1">
                <a:tableStyleId>{F2DE63D5-997A-4646-A377-4702673A728D}</a:tableStyleId>
              </a:tblPr>
              <a:tblGrid>
                <a:gridCol w="1280160">
                  <a:extLst>
                    <a:ext uri="{9D8B030D-6E8A-4147-A177-3AD203B41FA5}">
                      <a16:colId xmlns:a16="http://schemas.microsoft.com/office/drawing/2014/main" val="3101999669"/>
                    </a:ext>
                  </a:extLst>
                </a:gridCol>
                <a:gridCol w="1828800">
                  <a:extLst>
                    <a:ext uri="{9D8B030D-6E8A-4147-A177-3AD203B41FA5}">
                      <a16:colId xmlns:a16="http://schemas.microsoft.com/office/drawing/2014/main" val="125570149"/>
                    </a:ext>
                  </a:extLst>
                </a:gridCol>
              </a:tblGrid>
              <a:tr h="370840">
                <a:tc>
                  <a:txBody>
                    <a:bodyPr/>
                    <a:lstStyle/>
                    <a:p>
                      <a:pPr algn="ctr"/>
                      <a:r>
                        <a:rPr lang="en-GB" sz="1200" dirty="0">
                          <a:solidFill>
                            <a:schemeClr val="bg2"/>
                          </a:solidFill>
                        </a:rPr>
                        <a:t>UTM</a:t>
                      </a:r>
                    </a:p>
                  </a:txBody>
                  <a:tcPr/>
                </a:tc>
                <a:tc>
                  <a:txBody>
                    <a:bodyPr/>
                    <a:lstStyle/>
                    <a:p>
                      <a:pPr algn="ctr"/>
                      <a:r>
                        <a:rPr lang="en-GB" sz="1200" dirty="0">
                          <a:solidFill>
                            <a:schemeClr val="bg2"/>
                          </a:solidFill>
                        </a:rPr>
                        <a:t>Eloqua</a:t>
                      </a:r>
                    </a:p>
                  </a:txBody>
                  <a:tcPr/>
                </a:tc>
                <a:extLst>
                  <a:ext uri="{0D108BD9-81ED-4DB2-BD59-A6C34878D82A}">
                    <a16:rowId xmlns:a16="http://schemas.microsoft.com/office/drawing/2014/main" val="1791855893"/>
                  </a:ext>
                </a:extLst>
              </a:tr>
              <a:tr h="370840">
                <a:tc>
                  <a:txBody>
                    <a:bodyPr/>
                    <a:lstStyle/>
                    <a:p>
                      <a:r>
                        <a:rPr lang="en-GB" sz="1000" dirty="0" err="1"/>
                        <a:t>utm_medium</a:t>
                      </a:r>
                      <a:endParaRPr lang="en-GB" sz="1000" dirty="0"/>
                    </a:p>
                  </a:txBody>
                  <a:tcPr/>
                </a:tc>
                <a:tc>
                  <a:txBody>
                    <a:bodyPr/>
                    <a:lstStyle/>
                    <a:p>
                      <a:r>
                        <a:rPr lang="en-GB" sz="1000" dirty="0"/>
                        <a:t>Media Placement</a:t>
                      </a:r>
                    </a:p>
                  </a:txBody>
                  <a:tcPr/>
                </a:tc>
                <a:extLst>
                  <a:ext uri="{0D108BD9-81ED-4DB2-BD59-A6C34878D82A}">
                    <a16:rowId xmlns:a16="http://schemas.microsoft.com/office/drawing/2014/main" val="964430141"/>
                  </a:ext>
                </a:extLst>
              </a:tr>
              <a:tr h="370840">
                <a:tc>
                  <a:txBody>
                    <a:bodyPr/>
                    <a:lstStyle/>
                    <a:p>
                      <a:r>
                        <a:rPr lang="en-GB" sz="1000" dirty="0" err="1"/>
                        <a:t>utm_source</a:t>
                      </a:r>
                      <a:endParaRPr lang="en-GB" sz="1000" dirty="0"/>
                    </a:p>
                  </a:txBody>
                  <a:tcPr/>
                </a:tc>
                <a:tc>
                  <a:txBody>
                    <a:bodyPr/>
                    <a:lstStyle/>
                    <a:p>
                      <a:r>
                        <a:rPr lang="en-GB" sz="1000" dirty="0"/>
                        <a:t>Media Referring Site</a:t>
                      </a:r>
                    </a:p>
                  </a:txBody>
                  <a:tcPr/>
                </a:tc>
                <a:extLst>
                  <a:ext uri="{0D108BD9-81ED-4DB2-BD59-A6C34878D82A}">
                    <a16:rowId xmlns:a16="http://schemas.microsoft.com/office/drawing/2014/main" val="125606617"/>
                  </a:ext>
                </a:extLst>
              </a:tr>
              <a:tr h="370840">
                <a:tc>
                  <a:txBody>
                    <a:bodyPr/>
                    <a:lstStyle/>
                    <a:p>
                      <a:r>
                        <a:rPr lang="en-GB" sz="1000" dirty="0" err="1"/>
                        <a:t>utm_campaign</a:t>
                      </a:r>
                      <a:endParaRPr lang="en-GB" sz="1000" dirty="0"/>
                    </a:p>
                  </a:txBody>
                  <a:tcPr/>
                </a:tc>
                <a:tc>
                  <a:txBody>
                    <a:bodyPr/>
                    <a:lstStyle/>
                    <a:p>
                      <a:r>
                        <a:rPr lang="en-GB" sz="1000" dirty="0"/>
                        <a:t>Media Campaign Name</a:t>
                      </a:r>
                    </a:p>
                  </a:txBody>
                  <a:tcPr/>
                </a:tc>
                <a:extLst>
                  <a:ext uri="{0D108BD9-81ED-4DB2-BD59-A6C34878D82A}">
                    <a16:rowId xmlns:a16="http://schemas.microsoft.com/office/drawing/2014/main" val="423633712"/>
                  </a:ext>
                </a:extLst>
              </a:tr>
            </a:tbl>
          </a:graphicData>
        </a:graphic>
      </p:graphicFrame>
    </p:spTree>
    <p:extLst>
      <p:ext uri="{BB962C8B-B14F-4D97-AF65-F5344CB8AC3E}">
        <p14:creationId xmlns:p14="http://schemas.microsoft.com/office/powerpoint/2010/main" val="2453475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68F175-DB89-847D-7AFE-DD218B6A41D9}"/>
              </a:ext>
            </a:extLst>
          </p:cNvPr>
          <p:cNvSpPr>
            <a:spLocks noGrp="1"/>
          </p:cNvSpPr>
          <p:nvPr>
            <p:ph type="body" sz="quarter" idx="82"/>
          </p:nvPr>
        </p:nvSpPr>
        <p:spPr/>
        <p:txBody>
          <a:bodyPr/>
          <a:lstStyle/>
          <a:p>
            <a:r>
              <a:rPr lang="en-GB" dirty="0"/>
              <a:t>Phase 1 &amp; 2 Timelines</a:t>
            </a:r>
          </a:p>
        </p:txBody>
      </p:sp>
      <p:cxnSp>
        <p:nvCxnSpPr>
          <p:cNvPr id="3" name="Straight Connector 2">
            <a:extLst>
              <a:ext uri="{FF2B5EF4-FFF2-40B4-BE49-F238E27FC236}">
                <a16:creationId xmlns:a16="http://schemas.microsoft.com/office/drawing/2014/main" id="{B269FDBC-A23D-FC04-F574-92920EC44A41}"/>
              </a:ext>
            </a:extLst>
          </p:cNvPr>
          <p:cNvCxnSpPr/>
          <p:nvPr/>
        </p:nvCxnSpPr>
        <p:spPr>
          <a:xfrm>
            <a:off x="10515600" y="3429000"/>
            <a:ext cx="19080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C029B2F9-7736-2135-7EFA-BB53BDB7C9A1}"/>
              </a:ext>
            </a:extLst>
          </p:cNvPr>
          <p:cNvCxnSpPr/>
          <p:nvPr/>
        </p:nvCxnSpPr>
        <p:spPr>
          <a:xfrm>
            <a:off x="8534400" y="3639200"/>
            <a:ext cx="19080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99EDA72-F676-2F21-2474-AC750B157177}"/>
              </a:ext>
            </a:extLst>
          </p:cNvPr>
          <p:cNvCxnSpPr/>
          <p:nvPr/>
        </p:nvCxnSpPr>
        <p:spPr>
          <a:xfrm>
            <a:off x="6553200" y="3639200"/>
            <a:ext cx="19080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BA02283-5416-C55B-E42E-F74DCBA035A2}"/>
              </a:ext>
            </a:extLst>
          </p:cNvPr>
          <p:cNvCxnSpPr/>
          <p:nvPr/>
        </p:nvCxnSpPr>
        <p:spPr>
          <a:xfrm>
            <a:off x="4419600" y="3639200"/>
            <a:ext cx="19080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EA7DFDB-B6BF-4490-7CC3-23F7E1FC37F4}"/>
              </a:ext>
            </a:extLst>
          </p:cNvPr>
          <p:cNvCxnSpPr/>
          <p:nvPr/>
        </p:nvCxnSpPr>
        <p:spPr>
          <a:xfrm>
            <a:off x="2438400" y="3639200"/>
            <a:ext cx="19080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5BD56C3-0F7E-10F3-6363-A5167D463DE0}"/>
              </a:ext>
            </a:extLst>
          </p:cNvPr>
          <p:cNvCxnSpPr/>
          <p:nvPr/>
        </p:nvCxnSpPr>
        <p:spPr>
          <a:xfrm>
            <a:off x="152400" y="3639200"/>
            <a:ext cx="21336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2D855AF9-1332-7FEF-DC6D-968CDDAF9CC1}"/>
              </a:ext>
            </a:extLst>
          </p:cNvPr>
          <p:cNvGrpSpPr/>
          <p:nvPr/>
        </p:nvGrpSpPr>
        <p:grpSpPr>
          <a:xfrm>
            <a:off x="1809750" y="3334400"/>
            <a:ext cx="800100" cy="1420800"/>
            <a:chOff x="1790700" y="3124200"/>
            <a:chExt cx="800100" cy="1420800"/>
          </a:xfrm>
        </p:grpSpPr>
        <p:cxnSp>
          <p:nvCxnSpPr>
            <p:cNvPr id="10" name="Straight Connector 9">
              <a:extLst>
                <a:ext uri="{FF2B5EF4-FFF2-40B4-BE49-F238E27FC236}">
                  <a16:creationId xmlns:a16="http://schemas.microsoft.com/office/drawing/2014/main" id="{64B7C115-2334-8E9D-6A35-58B4D034B5F6}"/>
                </a:ext>
              </a:extLst>
            </p:cNvPr>
            <p:cNvCxnSpPr>
              <a:cxnSpLocks/>
            </p:cNvCxnSpPr>
            <p:nvPr/>
          </p:nvCxnSpPr>
          <p:spPr>
            <a:xfrm rot="5400000">
              <a:off x="1728000" y="3987000"/>
              <a:ext cx="1116000" cy="0"/>
            </a:xfrm>
            <a:prstGeom prst="line">
              <a:avLst/>
            </a:prstGeom>
            <a:ln w="19050">
              <a:solidFill>
                <a:schemeClr val="bg1">
                  <a:lumMod val="90000"/>
                  <a:lumOff val="10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DEFBF493-15F2-C6E4-DFFA-7EDE4733E7ED}"/>
                </a:ext>
              </a:extLst>
            </p:cNvPr>
            <p:cNvSpPr/>
            <p:nvPr/>
          </p:nvSpPr>
          <p:spPr>
            <a:xfrm>
              <a:off x="2133600" y="3276600"/>
              <a:ext cx="304800" cy="304800"/>
            </a:xfrm>
            <a:prstGeom prst="ellipse">
              <a:avLst/>
            </a:prstGeom>
            <a:solidFill>
              <a:schemeClr val="bg1">
                <a:lumMod val="90000"/>
                <a:lumOff val="1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2" name="Circle: Hollow 11">
              <a:extLst>
                <a:ext uri="{FF2B5EF4-FFF2-40B4-BE49-F238E27FC236}">
                  <a16:creationId xmlns:a16="http://schemas.microsoft.com/office/drawing/2014/main" id="{E62B3BDB-FB30-4458-FFF9-E76D942A81E0}"/>
                </a:ext>
              </a:extLst>
            </p:cNvPr>
            <p:cNvSpPr/>
            <p:nvPr/>
          </p:nvSpPr>
          <p:spPr>
            <a:xfrm>
              <a:off x="1981200" y="3124200"/>
              <a:ext cx="609600" cy="609600"/>
            </a:xfrm>
            <a:prstGeom prst="donut">
              <a:avLst>
                <a:gd name="adj" fmla="val 7106"/>
              </a:avLst>
            </a:prstGeom>
            <a:solidFill>
              <a:schemeClr val="bg1">
                <a:lumMod val="90000"/>
                <a:lumOff val="1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13" name="Freeform: Shape 12">
              <a:extLst>
                <a:ext uri="{FF2B5EF4-FFF2-40B4-BE49-F238E27FC236}">
                  <a16:creationId xmlns:a16="http://schemas.microsoft.com/office/drawing/2014/main" id="{B2C029AF-6035-3111-FF2F-1FC4B5D0F02F}"/>
                </a:ext>
              </a:extLst>
            </p:cNvPr>
            <p:cNvSpPr/>
            <p:nvPr/>
          </p:nvSpPr>
          <p:spPr>
            <a:xfrm>
              <a:off x="1790700" y="3418114"/>
              <a:ext cx="517072" cy="506186"/>
            </a:xfrm>
            <a:custGeom>
              <a:avLst/>
              <a:gdLst>
                <a:gd name="connsiteX0" fmla="*/ 1098 w 517072"/>
                <a:gd name="connsiteY0" fmla="*/ 0 h 506186"/>
                <a:gd name="connsiteX1" fmla="*/ 57215 w 517072"/>
                <a:gd name="connsiteY1" fmla="*/ 0 h 506186"/>
                <a:gd name="connsiteX2" fmla="*/ 56117 w 517072"/>
                <a:gd name="connsiteY2" fmla="*/ 10886 h 506186"/>
                <a:gd name="connsiteX3" fmla="*/ 495300 w 517072"/>
                <a:gd name="connsiteY3" fmla="*/ 450069 h 506186"/>
                <a:gd name="connsiteX4" fmla="*/ 517072 w 517072"/>
                <a:gd name="connsiteY4" fmla="*/ 447874 h 506186"/>
                <a:gd name="connsiteX5" fmla="*/ 517072 w 517072"/>
                <a:gd name="connsiteY5" fmla="*/ 503991 h 506186"/>
                <a:gd name="connsiteX6" fmla="*/ 495300 w 517072"/>
                <a:gd name="connsiteY6" fmla="*/ 506186 h 506186"/>
                <a:gd name="connsiteX7" fmla="*/ 0 w 517072"/>
                <a:gd name="connsiteY7" fmla="*/ 10886 h 50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72" h="506186">
                  <a:moveTo>
                    <a:pt x="1098" y="0"/>
                  </a:moveTo>
                  <a:lnTo>
                    <a:pt x="57215" y="0"/>
                  </a:lnTo>
                  <a:lnTo>
                    <a:pt x="56117" y="10886"/>
                  </a:lnTo>
                  <a:cubicBezTo>
                    <a:pt x="56117" y="253440"/>
                    <a:pt x="252746" y="450069"/>
                    <a:pt x="495300" y="450069"/>
                  </a:cubicBezTo>
                  <a:lnTo>
                    <a:pt x="517072" y="447874"/>
                  </a:lnTo>
                  <a:lnTo>
                    <a:pt x="517072" y="503991"/>
                  </a:lnTo>
                  <a:lnTo>
                    <a:pt x="495300" y="506186"/>
                  </a:lnTo>
                  <a:cubicBezTo>
                    <a:pt x="221753" y="506186"/>
                    <a:pt x="0" y="284433"/>
                    <a:pt x="0" y="10886"/>
                  </a:cubicBezTo>
                  <a:close/>
                </a:path>
              </a:pathLst>
            </a:custGeom>
            <a:solidFill>
              <a:schemeClr val="bg2">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grpSp>
      <p:sp>
        <p:nvSpPr>
          <p:cNvPr id="14" name="TextBox 13">
            <a:extLst>
              <a:ext uri="{FF2B5EF4-FFF2-40B4-BE49-F238E27FC236}">
                <a16:creationId xmlns:a16="http://schemas.microsoft.com/office/drawing/2014/main" id="{AC090220-1D40-5C8F-8EDD-77CEE29CE05A}"/>
              </a:ext>
            </a:extLst>
          </p:cNvPr>
          <p:cNvSpPr txBox="1"/>
          <p:nvPr/>
        </p:nvSpPr>
        <p:spPr>
          <a:xfrm>
            <a:off x="1371600" y="2877200"/>
            <a:ext cx="1676400" cy="369332"/>
          </a:xfrm>
          <a:prstGeom prst="rect">
            <a:avLst/>
          </a:prstGeom>
          <a:noFill/>
        </p:spPr>
        <p:txBody>
          <a:bodyPr wrap="square" rtlCol="0">
            <a:spAutoFit/>
          </a:bodyPr>
          <a:lstStyle/>
          <a:p>
            <a:pPr algn="ctr"/>
            <a:r>
              <a:rPr lang="en-GB" dirty="0">
                <a:solidFill>
                  <a:schemeClr val="bg1">
                    <a:lumMod val="90000"/>
                    <a:lumOff val="10000"/>
                  </a:schemeClr>
                </a:solidFill>
                <a:latin typeface="+mn-lt"/>
              </a:rPr>
              <a:t>March 2025</a:t>
            </a:r>
          </a:p>
        </p:txBody>
      </p:sp>
      <p:sp>
        <p:nvSpPr>
          <p:cNvPr id="15" name="TextBox 14">
            <a:extLst>
              <a:ext uri="{FF2B5EF4-FFF2-40B4-BE49-F238E27FC236}">
                <a16:creationId xmlns:a16="http://schemas.microsoft.com/office/drawing/2014/main" id="{5C31FD3C-5CB5-8CE2-D6F4-7B4761D52A40}"/>
              </a:ext>
            </a:extLst>
          </p:cNvPr>
          <p:cNvSpPr txBox="1"/>
          <p:nvPr/>
        </p:nvSpPr>
        <p:spPr>
          <a:xfrm>
            <a:off x="977462" y="4879421"/>
            <a:ext cx="2548759" cy="892552"/>
          </a:xfrm>
          <a:prstGeom prst="rect">
            <a:avLst/>
          </a:prstGeom>
          <a:noFill/>
        </p:spPr>
        <p:txBody>
          <a:bodyPr wrap="square" rtlCol="0">
            <a:spAutoFit/>
          </a:bodyPr>
          <a:lstStyle/>
          <a:p>
            <a:pPr algn="ctr"/>
            <a:r>
              <a:rPr lang="en-GB" sz="1600" b="1" dirty="0">
                <a:solidFill>
                  <a:schemeClr val="bg1">
                    <a:lumMod val="90000"/>
                    <a:lumOff val="10000"/>
                  </a:schemeClr>
                </a:solidFill>
                <a:latin typeface="+mn-lt"/>
              </a:rPr>
              <a:t>Agreement</a:t>
            </a:r>
            <a:endParaRPr lang="en-GB" sz="1200" dirty="0">
              <a:latin typeface="+mn-lt"/>
            </a:endParaRPr>
          </a:p>
          <a:p>
            <a:pPr algn="ctr"/>
            <a:r>
              <a:rPr lang="en-GB" sz="1200" dirty="0">
                <a:latin typeface="+mn-lt"/>
              </a:rPr>
              <a:t>Requirements document created, issues addressed and agreed solution</a:t>
            </a:r>
          </a:p>
        </p:txBody>
      </p:sp>
      <p:sp>
        <p:nvSpPr>
          <p:cNvPr id="16" name="Rectangle 15">
            <a:extLst>
              <a:ext uri="{FF2B5EF4-FFF2-40B4-BE49-F238E27FC236}">
                <a16:creationId xmlns:a16="http://schemas.microsoft.com/office/drawing/2014/main" id="{DDC8E78F-D260-D54A-5B0C-19AA0F1C0728}"/>
              </a:ext>
            </a:extLst>
          </p:cNvPr>
          <p:cNvSpPr/>
          <p:nvPr/>
        </p:nvSpPr>
        <p:spPr>
          <a:xfrm>
            <a:off x="1447800" y="5925200"/>
            <a:ext cx="1524000" cy="45719"/>
          </a:xfrm>
          <a:prstGeom prst="rect">
            <a:avLst/>
          </a:prstGeom>
          <a:solidFill>
            <a:schemeClr val="bg1">
              <a:lumMod val="90000"/>
              <a:lumOff val="1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nvGrpSpPr>
          <p:cNvPr id="17" name="Group 16">
            <a:extLst>
              <a:ext uri="{FF2B5EF4-FFF2-40B4-BE49-F238E27FC236}">
                <a16:creationId xmlns:a16="http://schemas.microsoft.com/office/drawing/2014/main" id="{72F0C036-1E19-A80E-391B-62B68D746209}"/>
              </a:ext>
            </a:extLst>
          </p:cNvPr>
          <p:cNvGrpSpPr/>
          <p:nvPr/>
        </p:nvGrpSpPr>
        <p:grpSpPr>
          <a:xfrm>
            <a:off x="3939409" y="2506713"/>
            <a:ext cx="807983" cy="1437287"/>
            <a:chOff x="3840217" y="2296513"/>
            <a:chExt cx="807983" cy="1437287"/>
          </a:xfrm>
        </p:grpSpPr>
        <p:cxnSp>
          <p:nvCxnSpPr>
            <p:cNvPr id="18" name="Straight Connector 17">
              <a:extLst>
                <a:ext uri="{FF2B5EF4-FFF2-40B4-BE49-F238E27FC236}">
                  <a16:creationId xmlns:a16="http://schemas.microsoft.com/office/drawing/2014/main" id="{7086D65F-C3B7-EB1B-E990-B58D60E00874}"/>
                </a:ext>
              </a:extLst>
            </p:cNvPr>
            <p:cNvCxnSpPr>
              <a:cxnSpLocks/>
            </p:cNvCxnSpPr>
            <p:nvPr/>
          </p:nvCxnSpPr>
          <p:spPr>
            <a:xfrm rot="16200000" flipV="1">
              <a:off x="3785400" y="2854513"/>
              <a:ext cx="1116000" cy="0"/>
            </a:xfrm>
            <a:prstGeom prst="line">
              <a:avLst/>
            </a:prstGeom>
            <a:ln w="19050">
              <a:solidFill>
                <a:schemeClr val="bg1">
                  <a:lumMod val="75000"/>
                  <a:lumOff val="25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3CA203ED-5710-0579-182F-6CC8840680EA}"/>
                </a:ext>
              </a:extLst>
            </p:cNvPr>
            <p:cNvSpPr/>
            <p:nvPr/>
          </p:nvSpPr>
          <p:spPr>
            <a:xfrm>
              <a:off x="4191000" y="3276600"/>
              <a:ext cx="304800" cy="304800"/>
            </a:xfrm>
            <a:prstGeom prst="ellipse">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0" name="Circle: Hollow 19">
              <a:extLst>
                <a:ext uri="{FF2B5EF4-FFF2-40B4-BE49-F238E27FC236}">
                  <a16:creationId xmlns:a16="http://schemas.microsoft.com/office/drawing/2014/main" id="{35E20A1E-688B-2973-0149-A136B2882851}"/>
                </a:ext>
              </a:extLst>
            </p:cNvPr>
            <p:cNvSpPr/>
            <p:nvPr/>
          </p:nvSpPr>
          <p:spPr>
            <a:xfrm>
              <a:off x="4038600" y="3124200"/>
              <a:ext cx="609600" cy="609600"/>
            </a:xfrm>
            <a:prstGeom prst="donut">
              <a:avLst>
                <a:gd name="adj" fmla="val 7106"/>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21" name="Freeform: Shape 20">
              <a:extLst>
                <a:ext uri="{FF2B5EF4-FFF2-40B4-BE49-F238E27FC236}">
                  <a16:creationId xmlns:a16="http://schemas.microsoft.com/office/drawing/2014/main" id="{FC4A3A01-B362-EC52-D4B8-DDD5AE503652}"/>
                </a:ext>
              </a:extLst>
            </p:cNvPr>
            <p:cNvSpPr/>
            <p:nvPr/>
          </p:nvSpPr>
          <p:spPr>
            <a:xfrm flipV="1">
              <a:off x="3840217" y="2913996"/>
              <a:ext cx="517072" cy="506186"/>
            </a:xfrm>
            <a:custGeom>
              <a:avLst/>
              <a:gdLst>
                <a:gd name="connsiteX0" fmla="*/ 1098 w 517072"/>
                <a:gd name="connsiteY0" fmla="*/ 0 h 506186"/>
                <a:gd name="connsiteX1" fmla="*/ 57215 w 517072"/>
                <a:gd name="connsiteY1" fmla="*/ 0 h 506186"/>
                <a:gd name="connsiteX2" fmla="*/ 56117 w 517072"/>
                <a:gd name="connsiteY2" fmla="*/ 10886 h 506186"/>
                <a:gd name="connsiteX3" fmla="*/ 495300 w 517072"/>
                <a:gd name="connsiteY3" fmla="*/ 450069 h 506186"/>
                <a:gd name="connsiteX4" fmla="*/ 517072 w 517072"/>
                <a:gd name="connsiteY4" fmla="*/ 447874 h 506186"/>
                <a:gd name="connsiteX5" fmla="*/ 517072 w 517072"/>
                <a:gd name="connsiteY5" fmla="*/ 503991 h 506186"/>
                <a:gd name="connsiteX6" fmla="*/ 495300 w 517072"/>
                <a:gd name="connsiteY6" fmla="*/ 506186 h 506186"/>
                <a:gd name="connsiteX7" fmla="*/ 0 w 517072"/>
                <a:gd name="connsiteY7" fmla="*/ 10886 h 50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72" h="506186">
                  <a:moveTo>
                    <a:pt x="1098" y="0"/>
                  </a:moveTo>
                  <a:lnTo>
                    <a:pt x="57215" y="0"/>
                  </a:lnTo>
                  <a:lnTo>
                    <a:pt x="56117" y="10886"/>
                  </a:lnTo>
                  <a:cubicBezTo>
                    <a:pt x="56117" y="253440"/>
                    <a:pt x="252746" y="450069"/>
                    <a:pt x="495300" y="450069"/>
                  </a:cubicBezTo>
                  <a:lnTo>
                    <a:pt x="517072" y="447874"/>
                  </a:lnTo>
                  <a:lnTo>
                    <a:pt x="517072" y="503991"/>
                  </a:lnTo>
                  <a:lnTo>
                    <a:pt x="495300" y="506186"/>
                  </a:lnTo>
                  <a:cubicBezTo>
                    <a:pt x="221753" y="506186"/>
                    <a:pt x="0" y="284433"/>
                    <a:pt x="0" y="10886"/>
                  </a:cubicBezTo>
                  <a:close/>
                </a:path>
              </a:pathLst>
            </a:custGeom>
            <a:solidFill>
              <a:schemeClr val="bg2">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grpSp>
      <p:grpSp>
        <p:nvGrpSpPr>
          <p:cNvPr id="22" name="Group 21">
            <a:extLst>
              <a:ext uri="{FF2B5EF4-FFF2-40B4-BE49-F238E27FC236}">
                <a16:creationId xmlns:a16="http://schemas.microsoft.com/office/drawing/2014/main" id="{88D75538-92C6-54E5-8D94-971BF7218FA9}"/>
              </a:ext>
            </a:extLst>
          </p:cNvPr>
          <p:cNvGrpSpPr/>
          <p:nvPr/>
        </p:nvGrpSpPr>
        <p:grpSpPr>
          <a:xfrm>
            <a:off x="5905500" y="3334400"/>
            <a:ext cx="800100" cy="1420800"/>
            <a:chOff x="1790700" y="3124200"/>
            <a:chExt cx="800100" cy="1420800"/>
          </a:xfrm>
        </p:grpSpPr>
        <p:cxnSp>
          <p:nvCxnSpPr>
            <p:cNvPr id="23" name="Straight Connector 22">
              <a:extLst>
                <a:ext uri="{FF2B5EF4-FFF2-40B4-BE49-F238E27FC236}">
                  <a16:creationId xmlns:a16="http://schemas.microsoft.com/office/drawing/2014/main" id="{CA190E40-7B9E-6C3E-497C-D899A3CDA43C}"/>
                </a:ext>
              </a:extLst>
            </p:cNvPr>
            <p:cNvCxnSpPr>
              <a:cxnSpLocks/>
            </p:cNvCxnSpPr>
            <p:nvPr/>
          </p:nvCxnSpPr>
          <p:spPr>
            <a:xfrm rot="5400000">
              <a:off x="1728000" y="3987000"/>
              <a:ext cx="1116000" cy="0"/>
            </a:xfrm>
            <a:prstGeom prst="line">
              <a:avLst/>
            </a:prstGeom>
            <a:ln w="19050">
              <a:solidFill>
                <a:schemeClr val="bg1">
                  <a:lumMod val="90000"/>
                  <a:lumOff val="10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AA3556BA-0ECB-86B4-51B8-F706ED0208BF}"/>
                </a:ext>
              </a:extLst>
            </p:cNvPr>
            <p:cNvSpPr/>
            <p:nvPr/>
          </p:nvSpPr>
          <p:spPr>
            <a:xfrm>
              <a:off x="2133600" y="3276600"/>
              <a:ext cx="304800" cy="304800"/>
            </a:xfrm>
            <a:prstGeom prst="ellipse">
              <a:avLst/>
            </a:prstGeom>
            <a:solidFill>
              <a:schemeClr val="bg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5" name="Circle: Hollow 24">
              <a:extLst>
                <a:ext uri="{FF2B5EF4-FFF2-40B4-BE49-F238E27FC236}">
                  <a16:creationId xmlns:a16="http://schemas.microsoft.com/office/drawing/2014/main" id="{92B62A3C-389A-F474-C727-EC11EC6EDA10}"/>
                </a:ext>
              </a:extLst>
            </p:cNvPr>
            <p:cNvSpPr/>
            <p:nvPr/>
          </p:nvSpPr>
          <p:spPr>
            <a:xfrm>
              <a:off x="1981200" y="3124200"/>
              <a:ext cx="609600" cy="609600"/>
            </a:xfrm>
            <a:prstGeom prst="donut">
              <a:avLst>
                <a:gd name="adj" fmla="val 7106"/>
              </a:avLst>
            </a:prstGeom>
            <a:solidFill>
              <a:schemeClr val="bg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26" name="Freeform: Shape 25">
              <a:extLst>
                <a:ext uri="{FF2B5EF4-FFF2-40B4-BE49-F238E27FC236}">
                  <a16:creationId xmlns:a16="http://schemas.microsoft.com/office/drawing/2014/main" id="{7CF071DC-B908-1515-1252-D4F74A3A37AE}"/>
                </a:ext>
              </a:extLst>
            </p:cNvPr>
            <p:cNvSpPr/>
            <p:nvPr/>
          </p:nvSpPr>
          <p:spPr>
            <a:xfrm>
              <a:off x="1790700" y="3418114"/>
              <a:ext cx="517072" cy="506186"/>
            </a:xfrm>
            <a:custGeom>
              <a:avLst/>
              <a:gdLst>
                <a:gd name="connsiteX0" fmla="*/ 1098 w 517072"/>
                <a:gd name="connsiteY0" fmla="*/ 0 h 506186"/>
                <a:gd name="connsiteX1" fmla="*/ 57215 w 517072"/>
                <a:gd name="connsiteY1" fmla="*/ 0 h 506186"/>
                <a:gd name="connsiteX2" fmla="*/ 56117 w 517072"/>
                <a:gd name="connsiteY2" fmla="*/ 10886 h 506186"/>
                <a:gd name="connsiteX3" fmla="*/ 495300 w 517072"/>
                <a:gd name="connsiteY3" fmla="*/ 450069 h 506186"/>
                <a:gd name="connsiteX4" fmla="*/ 517072 w 517072"/>
                <a:gd name="connsiteY4" fmla="*/ 447874 h 506186"/>
                <a:gd name="connsiteX5" fmla="*/ 517072 w 517072"/>
                <a:gd name="connsiteY5" fmla="*/ 503991 h 506186"/>
                <a:gd name="connsiteX6" fmla="*/ 495300 w 517072"/>
                <a:gd name="connsiteY6" fmla="*/ 506186 h 506186"/>
                <a:gd name="connsiteX7" fmla="*/ 0 w 517072"/>
                <a:gd name="connsiteY7" fmla="*/ 10886 h 50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72" h="506186">
                  <a:moveTo>
                    <a:pt x="1098" y="0"/>
                  </a:moveTo>
                  <a:lnTo>
                    <a:pt x="57215" y="0"/>
                  </a:lnTo>
                  <a:lnTo>
                    <a:pt x="56117" y="10886"/>
                  </a:lnTo>
                  <a:cubicBezTo>
                    <a:pt x="56117" y="253440"/>
                    <a:pt x="252746" y="450069"/>
                    <a:pt x="495300" y="450069"/>
                  </a:cubicBezTo>
                  <a:lnTo>
                    <a:pt x="517072" y="447874"/>
                  </a:lnTo>
                  <a:lnTo>
                    <a:pt x="517072" y="503991"/>
                  </a:lnTo>
                  <a:lnTo>
                    <a:pt x="495300" y="506186"/>
                  </a:lnTo>
                  <a:cubicBezTo>
                    <a:pt x="221753" y="506186"/>
                    <a:pt x="0" y="284433"/>
                    <a:pt x="0" y="10886"/>
                  </a:cubicBezTo>
                  <a:close/>
                </a:path>
              </a:pathLst>
            </a:custGeom>
            <a:solidFill>
              <a:schemeClr val="bg2">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grpSp>
      <p:grpSp>
        <p:nvGrpSpPr>
          <p:cNvPr id="27" name="Group 26">
            <a:extLst>
              <a:ext uri="{FF2B5EF4-FFF2-40B4-BE49-F238E27FC236}">
                <a16:creationId xmlns:a16="http://schemas.microsoft.com/office/drawing/2014/main" id="{5B25DE96-2803-19B4-8CC2-FCCF66DF2505}"/>
              </a:ext>
            </a:extLst>
          </p:cNvPr>
          <p:cNvGrpSpPr/>
          <p:nvPr/>
        </p:nvGrpSpPr>
        <p:grpSpPr>
          <a:xfrm>
            <a:off x="10020300" y="3334400"/>
            <a:ext cx="800100" cy="1420800"/>
            <a:chOff x="1790700" y="3124200"/>
            <a:chExt cx="800100" cy="1420800"/>
          </a:xfrm>
        </p:grpSpPr>
        <p:cxnSp>
          <p:nvCxnSpPr>
            <p:cNvPr id="28" name="Straight Connector 27">
              <a:extLst>
                <a:ext uri="{FF2B5EF4-FFF2-40B4-BE49-F238E27FC236}">
                  <a16:creationId xmlns:a16="http://schemas.microsoft.com/office/drawing/2014/main" id="{6B530A76-0B47-F8FB-8A35-B920CA9CDDAE}"/>
                </a:ext>
              </a:extLst>
            </p:cNvPr>
            <p:cNvCxnSpPr>
              <a:cxnSpLocks/>
            </p:cNvCxnSpPr>
            <p:nvPr/>
          </p:nvCxnSpPr>
          <p:spPr>
            <a:xfrm rot="5400000">
              <a:off x="1728000" y="3987000"/>
              <a:ext cx="1116000" cy="0"/>
            </a:xfrm>
            <a:prstGeom prst="line">
              <a:avLst/>
            </a:prstGeom>
            <a:ln w="19050">
              <a:solidFill>
                <a:schemeClr val="bg1">
                  <a:lumMod val="90000"/>
                  <a:lumOff val="10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44236F1F-455A-B332-D512-38570E59684B}"/>
                </a:ext>
              </a:extLst>
            </p:cNvPr>
            <p:cNvSpPr/>
            <p:nvPr/>
          </p:nvSpPr>
          <p:spPr>
            <a:xfrm>
              <a:off x="2133600" y="3276600"/>
              <a:ext cx="304800" cy="304800"/>
            </a:xfrm>
            <a:prstGeom prst="ellipse">
              <a:avLst/>
            </a:prstGeom>
            <a:solidFill>
              <a:schemeClr val="bg1">
                <a:lumMod val="90000"/>
                <a:lumOff val="1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0" name="Circle: Hollow 29">
              <a:extLst>
                <a:ext uri="{FF2B5EF4-FFF2-40B4-BE49-F238E27FC236}">
                  <a16:creationId xmlns:a16="http://schemas.microsoft.com/office/drawing/2014/main" id="{5886E9E3-CF37-CF6F-4C24-0732672B520F}"/>
                </a:ext>
              </a:extLst>
            </p:cNvPr>
            <p:cNvSpPr/>
            <p:nvPr/>
          </p:nvSpPr>
          <p:spPr>
            <a:xfrm>
              <a:off x="1981200" y="3124200"/>
              <a:ext cx="609600" cy="609600"/>
            </a:xfrm>
            <a:prstGeom prst="donut">
              <a:avLst>
                <a:gd name="adj" fmla="val 7106"/>
              </a:avLst>
            </a:prstGeom>
            <a:solidFill>
              <a:schemeClr val="bg1">
                <a:lumMod val="90000"/>
                <a:lumOff val="1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31" name="Freeform: Shape 30">
              <a:extLst>
                <a:ext uri="{FF2B5EF4-FFF2-40B4-BE49-F238E27FC236}">
                  <a16:creationId xmlns:a16="http://schemas.microsoft.com/office/drawing/2014/main" id="{B587B085-A747-7A72-18EB-282E261DB156}"/>
                </a:ext>
              </a:extLst>
            </p:cNvPr>
            <p:cNvSpPr/>
            <p:nvPr/>
          </p:nvSpPr>
          <p:spPr>
            <a:xfrm>
              <a:off x="1790700" y="3418114"/>
              <a:ext cx="517072" cy="506186"/>
            </a:xfrm>
            <a:custGeom>
              <a:avLst/>
              <a:gdLst>
                <a:gd name="connsiteX0" fmla="*/ 1098 w 517072"/>
                <a:gd name="connsiteY0" fmla="*/ 0 h 506186"/>
                <a:gd name="connsiteX1" fmla="*/ 57215 w 517072"/>
                <a:gd name="connsiteY1" fmla="*/ 0 h 506186"/>
                <a:gd name="connsiteX2" fmla="*/ 56117 w 517072"/>
                <a:gd name="connsiteY2" fmla="*/ 10886 h 506186"/>
                <a:gd name="connsiteX3" fmla="*/ 495300 w 517072"/>
                <a:gd name="connsiteY3" fmla="*/ 450069 h 506186"/>
                <a:gd name="connsiteX4" fmla="*/ 517072 w 517072"/>
                <a:gd name="connsiteY4" fmla="*/ 447874 h 506186"/>
                <a:gd name="connsiteX5" fmla="*/ 517072 w 517072"/>
                <a:gd name="connsiteY5" fmla="*/ 503991 h 506186"/>
                <a:gd name="connsiteX6" fmla="*/ 495300 w 517072"/>
                <a:gd name="connsiteY6" fmla="*/ 506186 h 506186"/>
                <a:gd name="connsiteX7" fmla="*/ 0 w 517072"/>
                <a:gd name="connsiteY7" fmla="*/ 10886 h 50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72" h="506186">
                  <a:moveTo>
                    <a:pt x="1098" y="0"/>
                  </a:moveTo>
                  <a:lnTo>
                    <a:pt x="57215" y="0"/>
                  </a:lnTo>
                  <a:lnTo>
                    <a:pt x="56117" y="10886"/>
                  </a:lnTo>
                  <a:cubicBezTo>
                    <a:pt x="56117" y="253440"/>
                    <a:pt x="252746" y="450069"/>
                    <a:pt x="495300" y="450069"/>
                  </a:cubicBezTo>
                  <a:lnTo>
                    <a:pt x="517072" y="447874"/>
                  </a:lnTo>
                  <a:lnTo>
                    <a:pt x="517072" y="503991"/>
                  </a:lnTo>
                  <a:lnTo>
                    <a:pt x="495300" y="506186"/>
                  </a:lnTo>
                  <a:cubicBezTo>
                    <a:pt x="221753" y="506186"/>
                    <a:pt x="0" y="284433"/>
                    <a:pt x="0" y="10886"/>
                  </a:cubicBezTo>
                  <a:close/>
                </a:path>
              </a:pathLst>
            </a:custGeom>
            <a:solidFill>
              <a:schemeClr val="bg2">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grpSp>
      <p:sp>
        <p:nvSpPr>
          <p:cNvPr id="32" name="TextBox 31">
            <a:extLst>
              <a:ext uri="{FF2B5EF4-FFF2-40B4-BE49-F238E27FC236}">
                <a16:creationId xmlns:a16="http://schemas.microsoft.com/office/drawing/2014/main" id="{9C7CE01E-37A0-29A7-B444-63F980EF332D}"/>
              </a:ext>
            </a:extLst>
          </p:cNvPr>
          <p:cNvSpPr txBox="1"/>
          <p:nvPr/>
        </p:nvSpPr>
        <p:spPr>
          <a:xfrm>
            <a:off x="3505200" y="4096400"/>
            <a:ext cx="1676400" cy="369332"/>
          </a:xfrm>
          <a:prstGeom prst="rect">
            <a:avLst/>
          </a:prstGeom>
          <a:noFill/>
        </p:spPr>
        <p:txBody>
          <a:bodyPr wrap="square" rtlCol="0">
            <a:spAutoFit/>
          </a:bodyPr>
          <a:lstStyle/>
          <a:p>
            <a:pPr algn="ctr"/>
            <a:r>
              <a:rPr lang="en-GB" dirty="0">
                <a:solidFill>
                  <a:schemeClr val="bg1">
                    <a:lumMod val="75000"/>
                    <a:lumOff val="25000"/>
                  </a:schemeClr>
                </a:solidFill>
                <a:latin typeface="+mn-lt"/>
              </a:rPr>
              <a:t>April 2025</a:t>
            </a:r>
          </a:p>
        </p:txBody>
      </p:sp>
      <p:sp>
        <p:nvSpPr>
          <p:cNvPr id="33" name="TextBox 32">
            <a:extLst>
              <a:ext uri="{FF2B5EF4-FFF2-40B4-BE49-F238E27FC236}">
                <a16:creationId xmlns:a16="http://schemas.microsoft.com/office/drawing/2014/main" id="{AE3C407B-DBF9-76F5-B1D6-7CD938C48E35}"/>
              </a:ext>
            </a:extLst>
          </p:cNvPr>
          <p:cNvSpPr txBox="1"/>
          <p:nvPr/>
        </p:nvSpPr>
        <p:spPr>
          <a:xfrm>
            <a:off x="3132082" y="1389987"/>
            <a:ext cx="2490952" cy="1077218"/>
          </a:xfrm>
          <a:prstGeom prst="rect">
            <a:avLst/>
          </a:prstGeom>
          <a:noFill/>
        </p:spPr>
        <p:txBody>
          <a:bodyPr wrap="square" rtlCol="0">
            <a:spAutoFit/>
          </a:bodyPr>
          <a:lstStyle/>
          <a:p>
            <a:pPr algn="ctr"/>
            <a:r>
              <a:rPr lang="en-GB" sz="1600" b="1" dirty="0">
                <a:solidFill>
                  <a:schemeClr val="bg1">
                    <a:lumMod val="75000"/>
                    <a:lumOff val="25000"/>
                  </a:schemeClr>
                </a:solidFill>
                <a:latin typeface="+mn-lt"/>
              </a:rPr>
              <a:t>Workfront Changes</a:t>
            </a:r>
          </a:p>
          <a:p>
            <a:endParaRPr lang="en-GB" sz="1200" dirty="0">
              <a:latin typeface="+mn-lt"/>
            </a:endParaRPr>
          </a:p>
          <a:p>
            <a:pPr algn="ctr"/>
            <a:r>
              <a:rPr lang="en-GB" sz="1200" dirty="0">
                <a:latin typeface="+mn-lt"/>
              </a:rPr>
              <a:t>Updates to Workflows and intake forms completed in Dev environment</a:t>
            </a:r>
          </a:p>
        </p:txBody>
      </p:sp>
      <p:sp>
        <p:nvSpPr>
          <p:cNvPr id="34" name="Rectangle 33">
            <a:extLst>
              <a:ext uri="{FF2B5EF4-FFF2-40B4-BE49-F238E27FC236}">
                <a16:creationId xmlns:a16="http://schemas.microsoft.com/office/drawing/2014/main" id="{49E3D872-D43A-30BF-0F61-089EE6CAD26D}"/>
              </a:ext>
            </a:extLst>
          </p:cNvPr>
          <p:cNvSpPr/>
          <p:nvPr/>
        </p:nvSpPr>
        <p:spPr>
          <a:xfrm>
            <a:off x="3581400" y="1349519"/>
            <a:ext cx="1524000" cy="45719"/>
          </a:xfrm>
          <a:prstGeom prst="rect">
            <a:avLst/>
          </a:prstGeom>
          <a:solidFill>
            <a:srgbClr val="1C55A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5" name="TextBox 34">
            <a:extLst>
              <a:ext uri="{FF2B5EF4-FFF2-40B4-BE49-F238E27FC236}">
                <a16:creationId xmlns:a16="http://schemas.microsoft.com/office/drawing/2014/main" id="{2B0A46D3-06BD-D235-1442-20C5D509027A}"/>
              </a:ext>
            </a:extLst>
          </p:cNvPr>
          <p:cNvSpPr txBox="1"/>
          <p:nvPr/>
        </p:nvSpPr>
        <p:spPr>
          <a:xfrm>
            <a:off x="5565230" y="2877200"/>
            <a:ext cx="1676400" cy="369332"/>
          </a:xfrm>
          <a:prstGeom prst="rect">
            <a:avLst/>
          </a:prstGeom>
          <a:noFill/>
        </p:spPr>
        <p:txBody>
          <a:bodyPr wrap="square" rtlCol="0">
            <a:spAutoFit/>
          </a:bodyPr>
          <a:lstStyle/>
          <a:p>
            <a:pPr algn="ctr"/>
            <a:r>
              <a:rPr lang="en-GB" dirty="0">
                <a:solidFill>
                  <a:schemeClr val="bg1">
                    <a:lumMod val="50000"/>
                    <a:lumOff val="50000"/>
                  </a:schemeClr>
                </a:solidFill>
                <a:latin typeface="+mn-lt"/>
              </a:rPr>
              <a:t>April 2025</a:t>
            </a:r>
          </a:p>
        </p:txBody>
      </p:sp>
      <p:sp>
        <p:nvSpPr>
          <p:cNvPr id="36" name="TextBox 35">
            <a:extLst>
              <a:ext uri="{FF2B5EF4-FFF2-40B4-BE49-F238E27FC236}">
                <a16:creationId xmlns:a16="http://schemas.microsoft.com/office/drawing/2014/main" id="{07063538-D276-FE98-8D3F-FFFA5EB091BE}"/>
              </a:ext>
            </a:extLst>
          </p:cNvPr>
          <p:cNvSpPr txBox="1"/>
          <p:nvPr/>
        </p:nvSpPr>
        <p:spPr>
          <a:xfrm>
            <a:off x="5191127" y="4827854"/>
            <a:ext cx="2354316" cy="1323439"/>
          </a:xfrm>
          <a:prstGeom prst="rect">
            <a:avLst/>
          </a:prstGeom>
          <a:noFill/>
        </p:spPr>
        <p:txBody>
          <a:bodyPr wrap="square" rtlCol="0">
            <a:spAutoFit/>
          </a:bodyPr>
          <a:lstStyle/>
          <a:p>
            <a:pPr algn="ctr"/>
            <a:r>
              <a:rPr lang="en-GB" sz="1600" b="1" dirty="0">
                <a:solidFill>
                  <a:schemeClr val="bg1">
                    <a:lumMod val="50000"/>
                    <a:lumOff val="50000"/>
                  </a:schemeClr>
                </a:solidFill>
                <a:latin typeface="+mn-lt"/>
              </a:rPr>
              <a:t>Communications &amp; Training</a:t>
            </a:r>
          </a:p>
          <a:p>
            <a:endParaRPr lang="en-GB" sz="1200" dirty="0">
              <a:latin typeface="+mn-lt"/>
            </a:endParaRPr>
          </a:p>
          <a:p>
            <a:pPr algn="ctr"/>
            <a:r>
              <a:rPr lang="en-GB" sz="1200" dirty="0">
                <a:latin typeface="+mn-lt"/>
              </a:rPr>
              <a:t>Updates to SIIA, PODs and Global Field Marketing to address changes</a:t>
            </a:r>
          </a:p>
        </p:txBody>
      </p:sp>
      <p:sp>
        <p:nvSpPr>
          <p:cNvPr id="37" name="Rectangle 36">
            <a:extLst>
              <a:ext uri="{FF2B5EF4-FFF2-40B4-BE49-F238E27FC236}">
                <a16:creationId xmlns:a16="http://schemas.microsoft.com/office/drawing/2014/main" id="{5DD79DB5-4EFC-05DE-B05A-4E4B1D9E3E01}"/>
              </a:ext>
            </a:extLst>
          </p:cNvPr>
          <p:cNvSpPr/>
          <p:nvPr/>
        </p:nvSpPr>
        <p:spPr>
          <a:xfrm>
            <a:off x="5641430" y="6153800"/>
            <a:ext cx="1524000" cy="45719"/>
          </a:xfrm>
          <a:prstGeom prst="rect">
            <a:avLst/>
          </a:prstGeom>
          <a:solidFill>
            <a:srgbClr val="4B88E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8" name="TextBox 37">
            <a:extLst>
              <a:ext uri="{FF2B5EF4-FFF2-40B4-BE49-F238E27FC236}">
                <a16:creationId xmlns:a16="http://schemas.microsoft.com/office/drawing/2014/main" id="{73B6705D-E6C2-446C-A169-B5B08E471CCC}"/>
              </a:ext>
            </a:extLst>
          </p:cNvPr>
          <p:cNvSpPr txBox="1"/>
          <p:nvPr/>
        </p:nvSpPr>
        <p:spPr>
          <a:xfrm>
            <a:off x="7620000" y="4096400"/>
            <a:ext cx="1676400" cy="369332"/>
          </a:xfrm>
          <a:prstGeom prst="rect">
            <a:avLst/>
          </a:prstGeom>
          <a:noFill/>
        </p:spPr>
        <p:txBody>
          <a:bodyPr wrap="square" rtlCol="0">
            <a:spAutoFit/>
          </a:bodyPr>
          <a:lstStyle/>
          <a:p>
            <a:pPr algn="ctr"/>
            <a:r>
              <a:rPr lang="en-GB" dirty="0">
                <a:solidFill>
                  <a:schemeClr val="bg1">
                    <a:lumMod val="75000"/>
                    <a:lumOff val="25000"/>
                  </a:schemeClr>
                </a:solidFill>
                <a:latin typeface="+mn-lt"/>
              </a:rPr>
              <a:t>April 2025</a:t>
            </a:r>
          </a:p>
        </p:txBody>
      </p:sp>
      <p:sp>
        <p:nvSpPr>
          <p:cNvPr id="39" name="TextBox 38">
            <a:extLst>
              <a:ext uri="{FF2B5EF4-FFF2-40B4-BE49-F238E27FC236}">
                <a16:creationId xmlns:a16="http://schemas.microsoft.com/office/drawing/2014/main" id="{6AC02950-2848-A214-99ED-53B13340BEC1}"/>
              </a:ext>
            </a:extLst>
          </p:cNvPr>
          <p:cNvSpPr txBox="1"/>
          <p:nvPr/>
        </p:nvSpPr>
        <p:spPr>
          <a:xfrm>
            <a:off x="7183821" y="1368966"/>
            <a:ext cx="2601310" cy="1077218"/>
          </a:xfrm>
          <a:prstGeom prst="rect">
            <a:avLst/>
          </a:prstGeom>
          <a:noFill/>
        </p:spPr>
        <p:txBody>
          <a:bodyPr wrap="square" rtlCol="0">
            <a:spAutoFit/>
          </a:bodyPr>
          <a:lstStyle/>
          <a:p>
            <a:pPr algn="ctr"/>
            <a:r>
              <a:rPr lang="en-GB" sz="1600" b="1" dirty="0">
                <a:solidFill>
                  <a:schemeClr val="bg1">
                    <a:lumMod val="75000"/>
                    <a:lumOff val="25000"/>
                  </a:schemeClr>
                </a:solidFill>
                <a:latin typeface="+mn-lt"/>
              </a:rPr>
              <a:t>Documentation</a:t>
            </a:r>
          </a:p>
          <a:p>
            <a:endParaRPr lang="en-GB" sz="1200" dirty="0">
              <a:latin typeface="+mn-lt"/>
            </a:endParaRPr>
          </a:p>
          <a:p>
            <a:pPr algn="ctr"/>
            <a:r>
              <a:rPr lang="en-GB" sz="1200" dirty="0">
                <a:latin typeface="+mn-lt"/>
              </a:rPr>
              <a:t>DART and Campaign Tagging and Tracking SharePoint documentation updated</a:t>
            </a:r>
          </a:p>
        </p:txBody>
      </p:sp>
      <p:sp>
        <p:nvSpPr>
          <p:cNvPr id="40" name="Rectangle 39">
            <a:extLst>
              <a:ext uri="{FF2B5EF4-FFF2-40B4-BE49-F238E27FC236}">
                <a16:creationId xmlns:a16="http://schemas.microsoft.com/office/drawing/2014/main" id="{A47B3E20-47EF-5975-BEE8-08992D5816C9}"/>
              </a:ext>
            </a:extLst>
          </p:cNvPr>
          <p:cNvSpPr/>
          <p:nvPr/>
        </p:nvSpPr>
        <p:spPr>
          <a:xfrm>
            <a:off x="7696200" y="1349519"/>
            <a:ext cx="1524000" cy="45719"/>
          </a:xfrm>
          <a:prstGeom prst="rect">
            <a:avLst/>
          </a:prstGeom>
          <a:solidFill>
            <a:srgbClr val="1C55A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nvGrpSpPr>
          <p:cNvPr id="41" name="Group 40">
            <a:extLst>
              <a:ext uri="{FF2B5EF4-FFF2-40B4-BE49-F238E27FC236}">
                <a16:creationId xmlns:a16="http://schemas.microsoft.com/office/drawing/2014/main" id="{A62C9731-44E3-B5BB-AA3F-639F621A7032}"/>
              </a:ext>
            </a:extLst>
          </p:cNvPr>
          <p:cNvGrpSpPr/>
          <p:nvPr/>
        </p:nvGrpSpPr>
        <p:grpSpPr>
          <a:xfrm>
            <a:off x="8031217" y="2506713"/>
            <a:ext cx="807983" cy="1437287"/>
            <a:chOff x="3840217" y="2296513"/>
            <a:chExt cx="807983" cy="1437287"/>
          </a:xfrm>
        </p:grpSpPr>
        <p:cxnSp>
          <p:nvCxnSpPr>
            <p:cNvPr id="42" name="Straight Connector 41">
              <a:extLst>
                <a:ext uri="{FF2B5EF4-FFF2-40B4-BE49-F238E27FC236}">
                  <a16:creationId xmlns:a16="http://schemas.microsoft.com/office/drawing/2014/main" id="{73C7B3B6-17D6-4A82-6373-9846CF80D64F}"/>
                </a:ext>
              </a:extLst>
            </p:cNvPr>
            <p:cNvCxnSpPr>
              <a:cxnSpLocks/>
            </p:cNvCxnSpPr>
            <p:nvPr/>
          </p:nvCxnSpPr>
          <p:spPr>
            <a:xfrm rot="16200000" flipV="1">
              <a:off x="3785400" y="2854513"/>
              <a:ext cx="1116000" cy="0"/>
            </a:xfrm>
            <a:prstGeom prst="line">
              <a:avLst/>
            </a:prstGeom>
            <a:ln w="19050">
              <a:solidFill>
                <a:schemeClr val="bg1">
                  <a:lumMod val="90000"/>
                  <a:lumOff val="10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5FDE5881-980D-AC10-14BD-7487564E373F}"/>
                </a:ext>
              </a:extLst>
            </p:cNvPr>
            <p:cNvSpPr/>
            <p:nvPr/>
          </p:nvSpPr>
          <p:spPr>
            <a:xfrm>
              <a:off x="4191000" y="3276600"/>
              <a:ext cx="304800" cy="304800"/>
            </a:xfrm>
            <a:prstGeom prst="ellipse">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44" name="Circle: Hollow 43">
              <a:extLst>
                <a:ext uri="{FF2B5EF4-FFF2-40B4-BE49-F238E27FC236}">
                  <a16:creationId xmlns:a16="http://schemas.microsoft.com/office/drawing/2014/main" id="{D4FC13AA-560D-C2FF-8FFC-CEBFE4714E94}"/>
                </a:ext>
              </a:extLst>
            </p:cNvPr>
            <p:cNvSpPr/>
            <p:nvPr/>
          </p:nvSpPr>
          <p:spPr>
            <a:xfrm>
              <a:off x="4038600" y="3124200"/>
              <a:ext cx="609600" cy="609600"/>
            </a:xfrm>
            <a:prstGeom prst="donut">
              <a:avLst>
                <a:gd name="adj" fmla="val 7106"/>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sp>
          <p:nvSpPr>
            <p:cNvPr id="45" name="Freeform: Shape 44">
              <a:extLst>
                <a:ext uri="{FF2B5EF4-FFF2-40B4-BE49-F238E27FC236}">
                  <a16:creationId xmlns:a16="http://schemas.microsoft.com/office/drawing/2014/main" id="{202CCB98-5650-93B3-4875-52E3F071081F}"/>
                </a:ext>
              </a:extLst>
            </p:cNvPr>
            <p:cNvSpPr/>
            <p:nvPr/>
          </p:nvSpPr>
          <p:spPr>
            <a:xfrm flipV="1">
              <a:off x="3840217" y="2913996"/>
              <a:ext cx="517072" cy="506186"/>
            </a:xfrm>
            <a:custGeom>
              <a:avLst/>
              <a:gdLst>
                <a:gd name="connsiteX0" fmla="*/ 1098 w 517072"/>
                <a:gd name="connsiteY0" fmla="*/ 0 h 506186"/>
                <a:gd name="connsiteX1" fmla="*/ 57215 w 517072"/>
                <a:gd name="connsiteY1" fmla="*/ 0 h 506186"/>
                <a:gd name="connsiteX2" fmla="*/ 56117 w 517072"/>
                <a:gd name="connsiteY2" fmla="*/ 10886 h 506186"/>
                <a:gd name="connsiteX3" fmla="*/ 495300 w 517072"/>
                <a:gd name="connsiteY3" fmla="*/ 450069 h 506186"/>
                <a:gd name="connsiteX4" fmla="*/ 517072 w 517072"/>
                <a:gd name="connsiteY4" fmla="*/ 447874 h 506186"/>
                <a:gd name="connsiteX5" fmla="*/ 517072 w 517072"/>
                <a:gd name="connsiteY5" fmla="*/ 503991 h 506186"/>
                <a:gd name="connsiteX6" fmla="*/ 495300 w 517072"/>
                <a:gd name="connsiteY6" fmla="*/ 506186 h 506186"/>
                <a:gd name="connsiteX7" fmla="*/ 0 w 517072"/>
                <a:gd name="connsiteY7" fmla="*/ 10886 h 50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72" h="506186">
                  <a:moveTo>
                    <a:pt x="1098" y="0"/>
                  </a:moveTo>
                  <a:lnTo>
                    <a:pt x="57215" y="0"/>
                  </a:lnTo>
                  <a:lnTo>
                    <a:pt x="56117" y="10886"/>
                  </a:lnTo>
                  <a:cubicBezTo>
                    <a:pt x="56117" y="253440"/>
                    <a:pt x="252746" y="450069"/>
                    <a:pt x="495300" y="450069"/>
                  </a:cubicBezTo>
                  <a:lnTo>
                    <a:pt x="517072" y="447874"/>
                  </a:lnTo>
                  <a:lnTo>
                    <a:pt x="517072" y="503991"/>
                  </a:lnTo>
                  <a:lnTo>
                    <a:pt x="495300" y="506186"/>
                  </a:lnTo>
                  <a:cubicBezTo>
                    <a:pt x="221753" y="506186"/>
                    <a:pt x="0" y="284433"/>
                    <a:pt x="0" y="10886"/>
                  </a:cubicBezTo>
                  <a:close/>
                </a:path>
              </a:pathLst>
            </a:custGeom>
            <a:solidFill>
              <a:schemeClr val="bg2">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solidFill>
                  <a:schemeClr val="tx1"/>
                </a:solidFill>
              </a:endParaRPr>
            </a:p>
          </p:txBody>
        </p:sp>
      </p:grpSp>
      <p:sp>
        <p:nvSpPr>
          <p:cNvPr id="46" name="TextBox 45">
            <a:extLst>
              <a:ext uri="{FF2B5EF4-FFF2-40B4-BE49-F238E27FC236}">
                <a16:creationId xmlns:a16="http://schemas.microsoft.com/office/drawing/2014/main" id="{0ED13C92-FC28-232E-EACE-D8FB4F962AF0}"/>
              </a:ext>
            </a:extLst>
          </p:cNvPr>
          <p:cNvSpPr txBox="1"/>
          <p:nvPr/>
        </p:nvSpPr>
        <p:spPr>
          <a:xfrm>
            <a:off x="9680030" y="2877200"/>
            <a:ext cx="1676400" cy="369332"/>
          </a:xfrm>
          <a:prstGeom prst="rect">
            <a:avLst/>
          </a:prstGeom>
          <a:noFill/>
        </p:spPr>
        <p:txBody>
          <a:bodyPr wrap="square" rtlCol="0">
            <a:spAutoFit/>
          </a:bodyPr>
          <a:lstStyle/>
          <a:p>
            <a:pPr algn="ctr"/>
            <a:r>
              <a:rPr lang="en-GB" dirty="0">
                <a:solidFill>
                  <a:schemeClr val="bg1">
                    <a:lumMod val="90000"/>
                    <a:lumOff val="10000"/>
                  </a:schemeClr>
                </a:solidFill>
                <a:latin typeface="+mn-lt"/>
              </a:rPr>
              <a:t>May 2025</a:t>
            </a:r>
          </a:p>
        </p:txBody>
      </p:sp>
      <p:sp>
        <p:nvSpPr>
          <p:cNvPr id="47" name="TextBox 46">
            <a:extLst>
              <a:ext uri="{FF2B5EF4-FFF2-40B4-BE49-F238E27FC236}">
                <a16:creationId xmlns:a16="http://schemas.microsoft.com/office/drawing/2014/main" id="{6F88CCEC-408C-7D39-5824-652D221B2BB4}"/>
              </a:ext>
            </a:extLst>
          </p:cNvPr>
          <p:cNvSpPr txBox="1"/>
          <p:nvPr/>
        </p:nvSpPr>
        <p:spPr>
          <a:xfrm>
            <a:off x="9296403" y="4847890"/>
            <a:ext cx="2475184" cy="1077218"/>
          </a:xfrm>
          <a:prstGeom prst="rect">
            <a:avLst/>
          </a:prstGeom>
          <a:noFill/>
        </p:spPr>
        <p:txBody>
          <a:bodyPr wrap="square" rtlCol="0">
            <a:spAutoFit/>
          </a:bodyPr>
          <a:lstStyle/>
          <a:p>
            <a:pPr algn="ctr"/>
            <a:r>
              <a:rPr lang="en-GB" sz="1600" b="1" dirty="0">
                <a:solidFill>
                  <a:schemeClr val="bg1">
                    <a:lumMod val="90000"/>
                    <a:lumOff val="10000"/>
                  </a:schemeClr>
                </a:solidFill>
                <a:latin typeface="+mn-lt"/>
              </a:rPr>
              <a:t>Release</a:t>
            </a:r>
          </a:p>
          <a:p>
            <a:endParaRPr lang="en-GB" sz="1200" dirty="0">
              <a:latin typeface="+mn-lt"/>
            </a:endParaRPr>
          </a:p>
          <a:p>
            <a:pPr algn="ctr"/>
            <a:r>
              <a:rPr lang="en-GB" sz="1200" dirty="0">
                <a:latin typeface="+mn-lt"/>
              </a:rPr>
              <a:t>Removal of need for teams using Workfront to create their own Activity ID</a:t>
            </a:r>
          </a:p>
        </p:txBody>
      </p:sp>
      <p:sp>
        <p:nvSpPr>
          <p:cNvPr id="48" name="Rectangle 47">
            <a:extLst>
              <a:ext uri="{FF2B5EF4-FFF2-40B4-BE49-F238E27FC236}">
                <a16:creationId xmlns:a16="http://schemas.microsoft.com/office/drawing/2014/main" id="{51746D06-E501-F5FE-6D59-4DE8B590672E}"/>
              </a:ext>
            </a:extLst>
          </p:cNvPr>
          <p:cNvSpPr/>
          <p:nvPr/>
        </p:nvSpPr>
        <p:spPr>
          <a:xfrm>
            <a:off x="9756230" y="5925200"/>
            <a:ext cx="1524000" cy="45719"/>
          </a:xfrm>
          <a:prstGeom prst="rect">
            <a:avLst/>
          </a:prstGeom>
          <a:solidFill>
            <a:schemeClr val="bg1">
              <a:lumMod val="90000"/>
              <a:lumOff val="1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pic>
        <p:nvPicPr>
          <p:cNvPr id="50" name="Graphic 49" descr="Comment Like with solid fill">
            <a:extLst>
              <a:ext uri="{FF2B5EF4-FFF2-40B4-BE49-F238E27FC236}">
                <a16:creationId xmlns:a16="http://schemas.microsoft.com/office/drawing/2014/main" id="{27695F35-7E4D-2CCC-54A2-F56E1D0FEB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91710" y="6019793"/>
            <a:ext cx="548640" cy="548640"/>
          </a:xfrm>
          <a:prstGeom prst="rect">
            <a:avLst/>
          </a:prstGeom>
        </p:spPr>
      </p:pic>
      <p:pic>
        <p:nvPicPr>
          <p:cNvPr id="52" name="Graphic 51" descr="Ui Ux with solid fill">
            <a:extLst>
              <a:ext uri="{FF2B5EF4-FFF2-40B4-BE49-F238E27FC236}">
                <a16:creationId xmlns:a16="http://schemas.microsoft.com/office/drawing/2014/main" id="{A5929CFE-45E9-0489-6EA6-BA8A8310E4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93780" y="859214"/>
            <a:ext cx="548640" cy="548640"/>
          </a:xfrm>
          <a:prstGeom prst="rect">
            <a:avLst/>
          </a:prstGeom>
        </p:spPr>
      </p:pic>
      <p:pic>
        <p:nvPicPr>
          <p:cNvPr id="54" name="Graphic 53" descr="User network with solid fill">
            <a:extLst>
              <a:ext uri="{FF2B5EF4-FFF2-40B4-BE49-F238E27FC236}">
                <a16:creationId xmlns:a16="http://schemas.microsoft.com/office/drawing/2014/main" id="{BE3015E0-4736-EADE-C2D6-D293A87B8A4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32786" y="6227380"/>
            <a:ext cx="548640" cy="548640"/>
          </a:xfrm>
          <a:prstGeom prst="rect">
            <a:avLst/>
          </a:prstGeom>
        </p:spPr>
      </p:pic>
      <p:pic>
        <p:nvPicPr>
          <p:cNvPr id="56" name="Graphic 55" descr="Contract with solid fill">
            <a:extLst>
              <a:ext uri="{FF2B5EF4-FFF2-40B4-BE49-F238E27FC236}">
                <a16:creationId xmlns:a16="http://schemas.microsoft.com/office/drawing/2014/main" id="{DE74BCD7-CCE0-7714-D2EC-EEA83F9749D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03324" y="806669"/>
            <a:ext cx="548640" cy="548640"/>
          </a:xfrm>
          <a:prstGeom prst="rect">
            <a:avLst/>
          </a:prstGeom>
        </p:spPr>
      </p:pic>
      <p:pic>
        <p:nvPicPr>
          <p:cNvPr id="58" name="Graphic 57" descr="Good Inventory with solid fill">
            <a:extLst>
              <a:ext uri="{FF2B5EF4-FFF2-40B4-BE49-F238E27FC236}">
                <a16:creationId xmlns:a16="http://schemas.microsoft.com/office/drawing/2014/main" id="{99F172CB-F066-0D69-EBAE-0E86363EB83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84372" y="5998779"/>
            <a:ext cx="548640" cy="548640"/>
          </a:xfrm>
          <a:prstGeom prst="rect">
            <a:avLst/>
          </a:prstGeom>
        </p:spPr>
      </p:pic>
    </p:spTree>
    <p:extLst>
      <p:ext uri="{BB962C8B-B14F-4D97-AF65-F5344CB8AC3E}">
        <p14:creationId xmlns:p14="http://schemas.microsoft.com/office/powerpoint/2010/main" val="9245018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Rounded Corners 41">
            <a:extLst>
              <a:ext uri="{FF2B5EF4-FFF2-40B4-BE49-F238E27FC236}">
                <a16:creationId xmlns:a16="http://schemas.microsoft.com/office/drawing/2014/main" id="{D771AF2E-294D-E4F2-496E-3E2B9A569A62}"/>
              </a:ext>
            </a:extLst>
          </p:cNvPr>
          <p:cNvSpPr/>
          <p:nvPr/>
        </p:nvSpPr>
        <p:spPr>
          <a:xfrm>
            <a:off x="253389" y="4135917"/>
            <a:ext cx="11411638" cy="2055563"/>
          </a:xfrm>
          <a:prstGeom prst="roundRect">
            <a:avLst>
              <a:gd name="adj" fmla="val 9533"/>
            </a:avLst>
          </a:prstGeom>
          <a:solidFill>
            <a:schemeClr val="bg2">
              <a:lumMod val="95000"/>
            </a:schemeClr>
          </a:solidFill>
          <a:ln>
            <a:noFill/>
          </a:ln>
          <a:effectLst>
            <a:outerShdw blurRad="254000" dist="190500" dir="13500000" algn="tl" rotWithShape="0">
              <a:schemeClr val="bg2">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8" name="Rectangle: Rounded Corners 27">
            <a:extLst>
              <a:ext uri="{FF2B5EF4-FFF2-40B4-BE49-F238E27FC236}">
                <a16:creationId xmlns:a16="http://schemas.microsoft.com/office/drawing/2014/main" id="{553DCEBD-8CF5-CF36-DCA3-24574B9A5B35}"/>
              </a:ext>
            </a:extLst>
          </p:cNvPr>
          <p:cNvSpPr/>
          <p:nvPr/>
        </p:nvSpPr>
        <p:spPr>
          <a:xfrm>
            <a:off x="332343" y="226764"/>
            <a:ext cx="11411638" cy="3706258"/>
          </a:xfrm>
          <a:prstGeom prst="roundRect">
            <a:avLst>
              <a:gd name="adj" fmla="val 9533"/>
            </a:avLst>
          </a:prstGeom>
          <a:solidFill>
            <a:schemeClr val="bg2">
              <a:lumMod val="95000"/>
            </a:schemeClr>
          </a:solidFill>
          <a:ln>
            <a:noFill/>
          </a:ln>
          <a:effectLst>
            <a:outerShdw blurRad="254000" dist="190500" dir="13500000" algn="tl" rotWithShape="0">
              <a:schemeClr val="bg2">
                <a:alpha val="7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3" name="Flowchart: Predefined Process 2">
            <a:extLst>
              <a:ext uri="{FF2B5EF4-FFF2-40B4-BE49-F238E27FC236}">
                <a16:creationId xmlns:a16="http://schemas.microsoft.com/office/drawing/2014/main" id="{9B31A4DF-78D9-DD77-7EF6-A4C3731EF45A}"/>
              </a:ext>
            </a:extLst>
          </p:cNvPr>
          <p:cNvSpPr/>
          <p:nvPr/>
        </p:nvSpPr>
        <p:spPr>
          <a:xfrm>
            <a:off x="495759" y="1301825"/>
            <a:ext cx="1355473" cy="611436"/>
          </a:xfrm>
          <a:prstGeom prst="flowChartPredefinedProcess">
            <a:avLst/>
          </a:prstGeom>
          <a:solidFill>
            <a:schemeClr val="bg1">
              <a:lumMod val="25000"/>
              <a:lumOff val="75000"/>
            </a:schemeClr>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Marketing requests Activity ID</a:t>
            </a:r>
          </a:p>
        </p:txBody>
      </p:sp>
      <p:sp>
        <p:nvSpPr>
          <p:cNvPr id="4" name="Flowchart: Predefined Process 3">
            <a:extLst>
              <a:ext uri="{FF2B5EF4-FFF2-40B4-BE49-F238E27FC236}">
                <a16:creationId xmlns:a16="http://schemas.microsoft.com/office/drawing/2014/main" id="{E67AB59D-6194-B139-4395-7F809DC91E63}"/>
              </a:ext>
            </a:extLst>
          </p:cNvPr>
          <p:cNvSpPr/>
          <p:nvPr/>
        </p:nvSpPr>
        <p:spPr>
          <a:xfrm>
            <a:off x="2656182" y="1221035"/>
            <a:ext cx="1643349" cy="773017"/>
          </a:xfrm>
          <a:prstGeom prst="flowChartPredefinedProcess">
            <a:avLst/>
          </a:prstGeom>
          <a:solidFill>
            <a:schemeClr val="bg1">
              <a:lumMod val="25000"/>
              <a:lumOff val="75000"/>
            </a:schemeClr>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Request goes into Approval Process</a:t>
            </a:r>
          </a:p>
        </p:txBody>
      </p:sp>
      <p:sp>
        <p:nvSpPr>
          <p:cNvPr id="5" name="Flowchart: Decision 4">
            <a:extLst>
              <a:ext uri="{FF2B5EF4-FFF2-40B4-BE49-F238E27FC236}">
                <a16:creationId xmlns:a16="http://schemas.microsoft.com/office/drawing/2014/main" id="{0DC8A914-3771-B6D9-5E2F-FFDCB52F7012}"/>
              </a:ext>
            </a:extLst>
          </p:cNvPr>
          <p:cNvSpPr/>
          <p:nvPr/>
        </p:nvSpPr>
        <p:spPr>
          <a:xfrm>
            <a:off x="5096777" y="1155852"/>
            <a:ext cx="1674564" cy="903383"/>
          </a:xfrm>
          <a:prstGeom prst="flowChartDecision">
            <a:avLst/>
          </a:prstGeom>
          <a:solidFill>
            <a:schemeClr val="bg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dirty="0"/>
              <a:t>Approved</a:t>
            </a:r>
          </a:p>
        </p:txBody>
      </p:sp>
      <p:sp>
        <p:nvSpPr>
          <p:cNvPr id="6" name="Flowchart: Predefined Process 5">
            <a:extLst>
              <a:ext uri="{FF2B5EF4-FFF2-40B4-BE49-F238E27FC236}">
                <a16:creationId xmlns:a16="http://schemas.microsoft.com/office/drawing/2014/main" id="{CDEFFF0E-5A98-5475-4643-8C19CEDF7218}"/>
              </a:ext>
            </a:extLst>
          </p:cNvPr>
          <p:cNvSpPr/>
          <p:nvPr/>
        </p:nvSpPr>
        <p:spPr>
          <a:xfrm>
            <a:off x="7583995" y="1301825"/>
            <a:ext cx="1355473" cy="611436"/>
          </a:xfrm>
          <a:prstGeom prst="flowChartPredefinedProcess">
            <a:avLst/>
          </a:prstGeom>
          <a:solidFill>
            <a:schemeClr val="bg1">
              <a:lumMod val="25000"/>
              <a:lumOff val="75000"/>
            </a:schemeClr>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Activity ID created in CTT Tool</a:t>
            </a:r>
          </a:p>
        </p:txBody>
      </p:sp>
      <p:sp>
        <p:nvSpPr>
          <p:cNvPr id="7" name="Flowchart: Predefined Process 6">
            <a:extLst>
              <a:ext uri="{FF2B5EF4-FFF2-40B4-BE49-F238E27FC236}">
                <a16:creationId xmlns:a16="http://schemas.microsoft.com/office/drawing/2014/main" id="{248A3413-66F1-2B55-6DF6-E51EEB5F7FB6}"/>
              </a:ext>
            </a:extLst>
          </p:cNvPr>
          <p:cNvSpPr/>
          <p:nvPr/>
        </p:nvSpPr>
        <p:spPr>
          <a:xfrm>
            <a:off x="9744419" y="1241233"/>
            <a:ext cx="1580921" cy="732621"/>
          </a:xfrm>
          <a:prstGeom prst="flowChartPredefinedProcess">
            <a:avLst/>
          </a:prstGeom>
          <a:solidFill>
            <a:schemeClr val="bg1">
              <a:lumMod val="25000"/>
              <a:lumOff val="75000"/>
            </a:schemeClr>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Marketing continues with DART Process</a:t>
            </a:r>
          </a:p>
        </p:txBody>
      </p:sp>
      <p:cxnSp>
        <p:nvCxnSpPr>
          <p:cNvPr id="9" name="Straight Arrow Connector 8">
            <a:extLst>
              <a:ext uri="{FF2B5EF4-FFF2-40B4-BE49-F238E27FC236}">
                <a16:creationId xmlns:a16="http://schemas.microsoft.com/office/drawing/2014/main" id="{77787B1B-4F55-F347-94EA-486DECB7FDCB}"/>
              </a:ext>
            </a:extLst>
          </p:cNvPr>
          <p:cNvCxnSpPr>
            <a:stCxn id="3" idx="3"/>
            <a:endCxn id="4" idx="1"/>
          </p:cNvCxnSpPr>
          <p:nvPr/>
        </p:nvCxnSpPr>
        <p:spPr>
          <a:xfrm>
            <a:off x="1851232" y="1607543"/>
            <a:ext cx="80495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Connector: Elbow 12">
            <a:extLst>
              <a:ext uri="{FF2B5EF4-FFF2-40B4-BE49-F238E27FC236}">
                <a16:creationId xmlns:a16="http://schemas.microsoft.com/office/drawing/2014/main" id="{040464F8-C1D0-D6E6-953C-7CB4583AD468}"/>
              </a:ext>
            </a:extLst>
          </p:cNvPr>
          <p:cNvCxnSpPr>
            <a:stCxn id="5" idx="3"/>
            <a:endCxn id="6" idx="1"/>
          </p:cNvCxnSpPr>
          <p:nvPr/>
        </p:nvCxnSpPr>
        <p:spPr>
          <a:xfrm flipV="1">
            <a:off x="6771341" y="1607543"/>
            <a:ext cx="812654" cy="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5" name="Connector: Elbow 14">
            <a:extLst>
              <a:ext uri="{FF2B5EF4-FFF2-40B4-BE49-F238E27FC236}">
                <a16:creationId xmlns:a16="http://schemas.microsoft.com/office/drawing/2014/main" id="{70E005BD-70A0-7D03-C783-D649837CC272}"/>
              </a:ext>
            </a:extLst>
          </p:cNvPr>
          <p:cNvCxnSpPr>
            <a:cxnSpLocks/>
            <a:stCxn id="6" idx="3"/>
            <a:endCxn id="7" idx="1"/>
          </p:cNvCxnSpPr>
          <p:nvPr/>
        </p:nvCxnSpPr>
        <p:spPr>
          <a:xfrm>
            <a:off x="8939468" y="1607543"/>
            <a:ext cx="804951" cy="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ED4CFE65-F550-A929-08D1-C69F1B223024}"/>
              </a:ext>
            </a:extLst>
          </p:cNvPr>
          <p:cNvCxnSpPr>
            <a:stCxn id="4" idx="3"/>
            <a:endCxn id="5" idx="1"/>
          </p:cNvCxnSpPr>
          <p:nvPr/>
        </p:nvCxnSpPr>
        <p:spPr>
          <a:xfrm>
            <a:off x="4299531" y="1607544"/>
            <a:ext cx="79724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92D17A55-B162-9EAE-E292-5BC9F7879DE4}"/>
              </a:ext>
            </a:extLst>
          </p:cNvPr>
          <p:cNvSpPr txBox="1"/>
          <p:nvPr/>
        </p:nvSpPr>
        <p:spPr>
          <a:xfrm>
            <a:off x="6709273" y="1311008"/>
            <a:ext cx="760163" cy="246221"/>
          </a:xfrm>
          <a:prstGeom prst="rect">
            <a:avLst/>
          </a:prstGeom>
          <a:noFill/>
        </p:spPr>
        <p:txBody>
          <a:bodyPr wrap="square" rtlCol="0">
            <a:spAutoFit/>
          </a:bodyPr>
          <a:lstStyle/>
          <a:p>
            <a:pPr algn="ctr"/>
            <a:r>
              <a:rPr lang="en-GB" sz="1000" dirty="0">
                <a:latin typeface="+mn-lt"/>
              </a:rPr>
              <a:t>Yes</a:t>
            </a:r>
          </a:p>
        </p:txBody>
      </p:sp>
      <p:sp>
        <p:nvSpPr>
          <p:cNvPr id="22" name="Flowchart: Predefined Process 21">
            <a:extLst>
              <a:ext uri="{FF2B5EF4-FFF2-40B4-BE49-F238E27FC236}">
                <a16:creationId xmlns:a16="http://schemas.microsoft.com/office/drawing/2014/main" id="{8925D168-DFD1-E2C3-AE56-8ED992A44D22}"/>
              </a:ext>
            </a:extLst>
          </p:cNvPr>
          <p:cNvSpPr/>
          <p:nvPr/>
        </p:nvSpPr>
        <p:spPr>
          <a:xfrm>
            <a:off x="5112385" y="2882745"/>
            <a:ext cx="1643349" cy="773017"/>
          </a:xfrm>
          <a:prstGeom prst="flowChartPredefinedProcess">
            <a:avLst/>
          </a:prstGeom>
          <a:solidFill>
            <a:schemeClr val="bg1">
              <a:lumMod val="25000"/>
              <a:lumOff val="75000"/>
            </a:schemeClr>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Amendments made as necessary</a:t>
            </a:r>
          </a:p>
        </p:txBody>
      </p:sp>
      <p:cxnSp>
        <p:nvCxnSpPr>
          <p:cNvPr id="24" name="Straight Arrow Connector 23">
            <a:extLst>
              <a:ext uri="{FF2B5EF4-FFF2-40B4-BE49-F238E27FC236}">
                <a16:creationId xmlns:a16="http://schemas.microsoft.com/office/drawing/2014/main" id="{8D230D76-AAA6-F9FE-9C88-95408BCB826A}"/>
              </a:ext>
            </a:extLst>
          </p:cNvPr>
          <p:cNvCxnSpPr>
            <a:cxnSpLocks/>
            <a:stCxn id="5" idx="2"/>
            <a:endCxn id="22" idx="0"/>
          </p:cNvCxnSpPr>
          <p:nvPr/>
        </p:nvCxnSpPr>
        <p:spPr>
          <a:xfrm>
            <a:off x="5934059" y="2059235"/>
            <a:ext cx="1" cy="8235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Connector: Elbow 26">
            <a:extLst>
              <a:ext uri="{FF2B5EF4-FFF2-40B4-BE49-F238E27FC236}">
                <a16:creationId xmlns:a16="http://schemas.microsoft.com/office/drawing/2014/main" id="{5928AF78-43D4-064B-F025-8A4F8F4113EA}"/>
              </a:ext>
            </a:extLst>
          </p:cNvPr>
          <p:cNvCxnSpPr>
            <a:stCxn id="22" idx="1"/>
            <a:endCxn id="4" idx="2"/>
          </p:cNvCxnSpPr>
          <p:nvPr/>
        </p:nvCxnSpPr>
        <p:spPr>
          <a:xfrm rot="10800000">
            <a:off x="3477857" y="1994052"/>
            <a:ext cx="1634528" cy="127520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nvGrpSpPr>
          <p:cNvPr id="43" name="Group 42">
            <a:extLst>
              <a:ext uri="{FF2B5EF4-FFF2-40B4-BE49-F238E27FC236}">
                <a16:creationId xmlns:a16="http://schemas.microsoft.com/office/drawing/2014/main" id="{F10224FC-B295-54D0-BF20-67887F77A72C}"/>
              </a:ext>
            </a:extLst>
          </p:cNvPr>
          <p:cNvGrpSpPr/>
          <p:nvPr/>
        </p:nvGrpSpPr>
        <p:grpSpPr>
          <a:xfrm>
            <a:off x="771542" y="4761582"/>
            <a:ext cx="10375333" cy="804233"/>
            <a:chOff x="394771" y="4977785"/>
            <a:chExt cx="10375333" cy="804233"/>
          </a:xfrm>
        </p:grpSpPr>
        <p:sp>
          <p:nvSpPr>
            <p:cNvPr id="29" name="Flowchart: Predefined Process 28">
              <a:extLst>
                <a:ext uri="{FF2B5EF4-FFF2-40B4-BE49-F238E27FC236}">
                  <a16:creationId xmlns:a16="http://schemas.microsoft.com/office/drawing/2014/main" id="{569A2068-666A-9580-7D0E-775FFD8ED960}"/>
                </a:ext>
              </a:extLst>
            </p:cNvPr>
            <p:cNvSpPr/>
            <p:nvPr/>
          </p:nvSpPr>
          <p:spPr>
            <a:xfrm>
              <a:off x="394771" y="4977785"/>
              <a:ext cx="1709451" cy="804233"/>
            </a:xfrm>
            <a:prstGeom prst="flowChartPredefinedProcess">
              <a:avLst/>
            </a:prstGeom>
            <a:solidFill>
              <a:schemeClr val="bg1">
                <a:lumMod val="25000"/>
                <a:lumOff val="75000"/>
              </a:schemeClr>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Marketing Initiates Dart Request</a:t>
              </a:r>
            </a:p>
          </p:txBody>
        </p:sp>
        <p:sp>
          <p:nvSpPr>
            <p:cNvPr id="30" name="Flowchart: Predefined Process 29">
              <a:extLst>
                <a:ext uri="{FF2B5EF4-FFF2-40B4-BE49-F238E27FC236}">
                  <a16:creationId xmlns:a16="http://schemas.microsoft.com/office/drawing/2014/main" id="{0AF35190-A0C6-2BC7-1651-747D14E2B5DF}"/>
                </a:ext>
              </a:extLst>
            </p:cNvPr>
            <p:cNvSpPr/>
            <p:nvPr/>
          </p:nvSpPr>
          <p:spPr>
            <a:xfrm>
              <a:off x="2643329" y="4993393"/>
              <a:ext cx="1643349" cy="773017"/>
            </a:xfrm>
            <a:prstGeom prst="flowChartPredefinedProcess">
              <a:avLst/>
            </a:prstGeom>
            <a:solidFill>
              <a:schemeClr val="bg1">
                <a:lumMod val="25000"/>
                <a:lumOff val="75000"/>
              </a:schemeClr>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All Data Attributes Captured</a:t>
              </a:r>
            </a:p>
          </p:txBody>
        </p:sp>
        <p:sp>
          <p:nvSpPr>
            <p:cNvPr id="31" name="Flowchart: Predefined Process 30">
              <a:extLst>
                <a:ext uri="{FF2B5EF4-FFF2-40B4-BE49-F238E27FC236}">
                  <a16:creationId xmlns:a16="http://schemas.microsoft.com/office/drawing/2014/main" id="{58E925EC-D26B-C936-1797-4373ED39FA4E}"/>
                </a:ext>
              </a:extLst>
            </p:cNvPr>
            <p:cNvSpPr/>
            <p:nvPr/>
          </p:nvSpPr>
          <p:spPr>
            <a:xfrm>
              <a:off x="4822832" y="4993393"/>
              <a:ext cx="1643349" cy="773017"/>
            </a:xfrm>
            <a:prstGeom prst="flowChartPredefinedProcess">
              <a:avLst/>
            </a:prstGeom>
            <a:solidFill>
              <a:schemeClr val="bg1">
                <a:lumMod val="25000"/>
                <a:lumOff val="75000"/>
              </a:schemeClr>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DART PMM creates ID</a:t>
              </a:r>
            </a:p>
          </p:txBody>
        </p:sp>
        <p:sp>
          <p:nvSpPr>
            <p:cNvPr id="32" name="Flowchart: Predefined Process 31">
              <a:extLst>
                <a:ext uri="{FF2B5EF4-FFF2-40B4-BE49-F238E27FC236}">
                  <a16:creationId xmlns:a16="http://schemas.microsoft.com/office/drawing/2014/main" id="{A2999C9D-936E-DB51-4C42-D5458AFEB60A}"/>
                </a:ext>
              </a:extLst>
            </p:cNvPr>
            <p:cNvSpPr/>
            <p:nvPr/>
          </p:nvSpPr>
          <p:spPr>
            <a:xfrm>
              <a:off x="6947251" y="4993393"/>
              <a:ext cx="1643349" cy="773017"/>
            </a:xfrm>
            <a:prstGeom prst="flowChartPredefinedProcess">
              <a:avLst/>
            </a:prstGeom>
            <a:solidFill>
              <a:schemeClr val="bg1">
                <a:lumMod val="25000"/>
                <a:lumOff val="75000"/>
              </a:schemeClr>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DART PMM creates URL Parameters</a:t>
              </a:r>
            </a:p>
          </p:txBody>
        </p:sp>
        <p:sp>
          <p:nvSpPr>
            <p:cNvPr id="33" name="Flowchart: Predefined Process 32">
              <a:extLst>
                <a:ext uri="{FF2B5EF4-FFF2-40B4-BE49-F238E27FC236}">
                  <a16:creationId xmlns:a16="http://schemas.microsoft.com/office/drawing/2014/main" id="{1F2C03BF-D2AE-CEDC-7846-D897EF99A45D}"/>
                </a:ext>
              </a:extLst>
            </p:cNvPr>
            <p:cNvSpPr/>
            <p:nvPr/>
          </p:nvSpPr>
          <p:spPr>
            <a:xfrm>
              <a:off x="9126755" y="4993393"/>
              <a:ext cx="1643349" cy="773017"/>
            </a:xfrm>
            <a:prstGeom prst="flowChartPredefinedProcess">
              <a:avLst/>
            </a:prstGeom>
            <a:solidFill>
              <a:schemeClr val="bg1">
                <a:lumMod val="25000"/>
                <a:lumOff val="75000"/>
              </a:schemeClr>
            </a:solidFill>
            <a:ln>
              <a:solidFill>
                <a:schemeClr val="bg1">
                  <a:lumMod val="75000"/>
                  <a:lumOff val="2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DART Process Continues</a:t>
              </a:r>
            </a:p>
          </p:txBody>
        </p:sp>
        <p:cxnSp>
          <p:nvCxnSpPr>
            <p:cNvPr id="35" name="Straight Arrow Connector 34">
              <a:extLst>
                <a:ext uri="{FF2B5EF4-FFF2-40B4-BE49-F238E27FC236}">
                  <a16:creationId xmlns:a16="http://schemas.microsoft.com/office/drawing/2014/main" id="{D0929AFA-C652-FF58-8662-91FF525017B8}"/>
                </a:ext>
              </a:extLst>
            </p:cNvPr>
            <p:cNvCxnSpPr>
              <a:cxnSpLocks/>
            </p:cNvCxnSpPr>
            <p:nvPr/>
          </p:nvCxnSpPr>
          <p:spPr>
            <a:xfrm>
              <a:off x="2104222" y="5373016"/>
              <a:ext cx="5391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C6772ABE-41C9-D2F3-CF8C-FF9B6A68E086}"/>
                </a:ext>
              </a:extLst>
            </p:cNvPr>
            <p:cNvCxnSpPr>
              <a:cxnSpLocks/>
            </p:cNvCxnSpPr>
            <p:nvPr/>
          </p:nvCxnSpPr>
          <p:spPr>
            <a:xfrm>
              <a:off x="4286678" y="5369803"/>
              <a:ext cx="53615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7016304D-21C8-05F9-97B8-6F75B053316E}"/>
                </a:ext>
              </a:extLst>
            </p:cNvPr>
            <p:cNvCxnSpPr>
              <a:cxnSpLocks/>
            </p:cNvCxnSpPr>
            <p:nvPr/>
          </p:nvCxnSpPr>
          <p:spPr>
            <a:xfrm>
              <a:off x="6466181" y="5378983"/>
              <a:ext cx="4810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3425CE3F-31A1-4A93-469F-AB6A6F6ADFB7}"/>
                </a:ext>
              </a:extLst>
            </p:cNvPr>
            <p:cNvCxnSpPr>
              <a:cxnSpLocks/>
            </p:cNvCxnSpPr>
            <p:nvPr/>
          </p:nvCxnSpPr>
          <p:spPr>
            <a:xfrm>
              <a:off x="8590600" y="5367966"/>
              <a:ext cx="53615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4935170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Marketing Starburst Light">
  <a:themeElements>
    <a:clrScheme name="Cisco Color Palette">
      <a:dk1>
        <a:srgbClr val="0D274D"/>
      </a:dk1>
      <a:lt1>
        <a:srgbClr val="414244"/>
      </a:lt1>
      <a:dk2>
        <a:srgbClr val="FFFFFF"/>
      </a:dk2>
      <a:lt2>
        <a:srgbClr val="0051AF"/>
      </a:lt2>
      <a:accent1>
        <a:srgbClr val="00BCEB"/>
      </a:accent1>
      <a:accent2>
        <a:srgbClr val="74BF4B"/>
      </a:accent2>
      <a:accent3>
        <a:srgbClr val="0051AF"/>
      </a:accent3>
      <a:accent4>
        <a:srgbClr val="E2E2E2"/>
      </a:accent4>
      <a:accent5>
        <a:srgbClr val="FBAB2C"/>
      </a:accent5>
      <a:accent6>
        <a:srgbClr val="E3241B"/>
      </a:accent6>
      <a:hlink>
        <a:srgbClr val="0050AE"/>
      </a:hlink>
      <a:folHlink>
        <a:srgbClr val="00BCEB"/>
      </a:folHlink>
    </a:clrScheme>
    <a:fontScheme name="Test">
      <a:majorFont>
        <a:latin typeface="CiscoSansTT Extra Light"/>
        <a:ea typeface=""/>
        <a:cs typeface=""/>
      </a:majorFont>
      <a:minorFont>
        <a:latin typeface="CiscoSansT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smtClean="0">
            <a:latin typeface="+mn-lt"/>
          </a:defRPr>
        </a:defPPr>
      </a:lstStyle>
    </a:txDef>
  </a:objectDefaults>
  <a:extraClrSchemeLst/>
  <a:extLst>
    <a:ext uri="{05A4C25C-085E-4340-85A3-A5531E510DB2}">
      <thm15:themeFamily xmlns:thm15="http://schemas.microsoft.com/office/thememl/2012/main" name="Marketing Starburst Light" id="{43395D67-A67F-4CBE-ACC1-D5B320DBCBB4}" vid="{CAAC7B24-C118-4E58-B5F0-260CCAE4BC5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39D6B2EE83DB14EAE4D4E887B3F81DB" ma:contentTypeVersion="11" ma:contentTypeDescription="Create a new document." ma:contentTypeScope="" ma:versionID="7cfedeb2a821f50de8ec69fdca3c6975">
  <xsd:schema xmlns:xsd="http://www.w3.org/2001/XMLSchema" xmlns:xs="http://www.w3.org/2001/XMLSchema" xmlns:p="http://schemas.microsoft.com/office/2006/metadata/properties" xmlns:ns2="6223803d-db04-4a26-90f0-03146355f1f7" xmlns:ns3="4870b60d-91a9-42aa-92e9-819e01b9fe5e" targetNamespace="http://schemas.microsoft.com/office/2006/metadata/properties" ma:root="true" ma:fieldsID="c55c233f9708fa5900bc8b0973ab318a" ns2:_="" ns3:_="">
    <xsd:import namespace="6223803d-db04-4a26-90f0-03146355f1f7"/>
    <xsd:import namespace="4870b60d-91a9-42aa-92e9-819e01b9fe5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23803d-db04-4a26-90f0-03146355f1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70b60d-91a9-42aa-92e9-819e01b9fe5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E17750-A218-4379-832E-7B709DBD080A}">
  <ds:schemaRefs>
    <ds:schemaRef ds:uri="http://purl.org/dc/terms/"/>
    <ds:schemaRef ds:uri="http://schemas.microsoft.com/office/infopath/2007/PartnerControls"/>
    <ds:schemaRef ds:uri="http://purl.org/dc/elements/1.1/"/>
    <ds:schemaRef ds:uri="http://schemas.microsoft.com/office/2006/metadata/properties"/>
    <ds:schemaRef ds:uri="http://purl.org/dc/dcmitype/"/>
    <ds:schemaRef ds:uri="http://www.w3.org/XML/1998/namespace"/>
    <ds:schemaRef ds:uri="4870b60d-91a9-42aa-92e9-819e01b9fe5e"/>
    <ds:schemaRef ds:uri="http://schemas.microsoft.com/office/2006/documentManagement/types"/>
    <ds:schemaRef ds:uri="http://schemas.openxmlformats.org/package/2006/metadata/core-properties"/>
    <ds:schemaRef ds:uri="6223803d-db04-4a26-90f0-03146355f1f7"/>
  </ds:schemaRefs>
</ds:datastoreItem>
</file>

<file path=customXml/itemProps2.xml><?xml version="1.0" encoding="utf-8"?>
<ds:datastoreItem xmlns:ds="http://schemas.openxmlformats.org/officeDocument/2006/customXml" ds:itemID="{B87658A4-4C05-487C-A28B-6004F475C5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223803d-db04-4a26-90f0-03146355f1f7"/>
    <ds:schemaRef ds:uri="4870b60d-91a9-42aa-92e9-819e01b9fe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98AAF4-3813-4B6A-9B4E-73B02CC48EAB}">
  <ds:schemaRefs>
    <ds:schemaRef ds:uri="http://schemas.microsoft.com/sharepoint/v3/contenttype/forms"/>
  </ds:schemaRefs>
</ds:datastoreItem>
</file>

<file path=docMetadata/LabelInfo.xml><?xml version="1.0" encoding="utf-8"?>
<clbl:labelList xmlns:clbl="http://schemas.microsoft.com/office/2020/mipLabelMetadata">
  <clbl:label id="{c8f49a32-fde3-48a5-9266-b5b0972a22dc}" enabled="1" method="Standard" siteId="{5ae1af62-9505-4097-a69a-c1553ef7840e}" removed="0"/>
</clbl:labelList>
</file>

<file path=docProps/app.xml><?xml version="1.0" encoding="utf-8"?>
<Properties xmlns="http://schemas.openxmlformats.org/officeDocument/2006/extended-properties" xmlns:vt="http://schemas.openxmlformats.org/officeDocument/2006/docPropsVTypes">
  <Template>Default Theme</Template>
  <TotalTime>1671</TotalTime>
  <Words>2250</Words>
  <Application>Microsoft Office PowerPoint</Application>
  <PresentationFormat>Widescreen</PresentationFormat>
  <Paragraphs>262</Paragraphs>
  <Slides>13</Slides>
  <Notes>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CiscoSansTT ExtraLight</vt:lpstr>
      <vt:lpstr>CiscoSansTT Light</vt:lpstr>
      <vt:lpstr>Arial</vt:lpstr>
      <vt:lpstr>CiscoSansTT</vt:lpstr>
      <vt:lpstr>CiscoSansCHT Bold</vt:lpstr>
      <vt:lpstr>CiscoSansTT Medium</vt:lpstr>
      <vt:lpstr>Aptos</vt:lpstr>
      <vt:lpstr>Calibri</vt:lpstr>
      <vt:lpstr>CiscoSansTT Heavy</vt:lpstr>
      <vt:lpstr>Marketing Starburst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Chenery (achenery)</dc:creator>
  <cp:lastModifiedBy>Amanda Chenery (achenery)</cp:lastModifiedBy>
  <cp:revision>3</cp:revision>
  <dcterms:created xsi:type="dcterms:W3CDTF">2025-03-11T12:44:18Z</dcterms:created>
  <dcterms:modified xsi:type="dcterms:W3CDTF">2026-06-25T10:05:11Z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2025-03-11T12:53:52Z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8756c7ab-d112-4f34-be6f-bc6935dabb2d</vt:lpwstr>
  </property>
  <property fmtid="{D5CDD505-2E9C-101B-9397-08002B2CF9AE}" pid="8" name="MSIP_Label_c8f49a32-fde3-48a5-9266-b5b0972a22dc_ContentBits">
    <vt:lpwstr>2</vt:lpwstr>
  </property>
  <property fmtid="{D5CDD505-2E9C-101B-9397-08002B2CF9AE}" pid="9" name="MSIP_Label_c8f49a32-fde3-48a5-9266-b5b0972a22dc_Tag">
    <vt:lpwstr>10, 3, 0, 1</vt:lpwstr>
  </property>
  <property fmtid="{D5CDD505-2E9C-101B-9397-08002B2CF9AE}" pid="10" name="ClassificationContentMarkingFooterLocations">
    <vt:lpwstr>Marketing Starburst Light:3</vt:lpwstr>
  </property>
  <property fmtid="{D5CDD505-2E9C-101B-9397-08002B2CF9AE}" pid="11" name="ClassificationContentMarkingFooterText">
    <vt:lpwstr>Cisco Confidential</vt:lpwstr>
  </property>
  <property fmtid="{D5CDD505-2E9C-101B-9397-08002B2CF9AE}" pid="12" name="ContentTypeId">
    <vt:lpwstr>0x010100A39D6B2EE83DB14EAE4D4E887B3F81DB</vt:lpwstr>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xd_Signature">
    <vt:bool>false</vt:bool>
  </property>
</Properties>
</file>