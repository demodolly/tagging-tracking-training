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0" r:id="rId4"/>
  </p:sldMasterIdLst>
  <p:notesMasterIdLst>
    <p:notesMasterId r:id="rId20"/>
  </p:notesMasterIdLst>
  <p:sldIdLst>
    <p:sldId id="2147477992" r:id="rId5"/>
    <p:sldId id="2147478008" r:id="rId6"/>
    <p:sldId id="2147477765" r:id="rId7"/>
    <p:sldId id="2147478006" r:id="rId8"/>
    <p:sldId id="2147478009" r:id="rId9"/>
    <p:sldId id="2147477997" r:id="rId10"/>
    <p:sldId id="2147477998" r:id="rId11"/>
    <p:sldId id="2147478013" r:id="rId12"/>
    <p:sldId id="2147477999" r:id="rId13"/>
    <p:sldId id="2147478012" r:id="rId14"/>
    <p:sldId id="2147477889" r:id="rId15"/>
    <p:sldId id="2147477892" r:id="rId16"/>
    <p:sldId id="2147477869" r:id="rId17"/>
    <p:sldId id="2147478011" r:id="rId18"/>
    <p:sldId id="2147477995" r:id="rId19"/>
  </p:sldIdLst>
  <p:sldSz cx="12192000" cy="6858000"/>
  <p:notesSz cx="6858000" cy="9144000"/>
  <p:embeddedFontLst>
    <p:embeddedFont>
      <p:font typeface="CiscoSansCHT Bold" panose="020B0604020202020204" charset="-120"/>
      <p:bold r:id="rId21"/>
    </p:embeddedFont>
    <p:embeddedFont>
      <p:font typeface="CiscoSansTT" panose="020B0503020201020303" pitchFamily="34" charset="0"/>
      <p:regular r:id="rId22"/>
      <p:bold r:id="rId23"/>
      <p:italic r:id="rId24"/>
      <p:boldItalic r:id="rId25"/>
    </p:embeddedFont>
    <p:embeddedFont>
      <p:font typeface="CiscoSansTT ExtraLight" panose="020B0303020201020303" charset="0"/>
      <p:regular r:id="rId26"/>
      <p:italic r:id="rId27"/>
    </p:embeddedFont>
    <p:embeddedFont>
      <p:font typeface="CiscoSansTT Heavy" panose="020B0903020201020303" charset="0"/>
      <p:bold r:id="rId28"/>
      <p:boldItalic r:id="rId29"/>
    </p:embeddedFont>
    <p:embeddedFont>
      <p:font typeface="CiscoSansTT Light" panose="020B0503020201020303" charset="0"/>
      <p:regular r:id="rId30"/>
      <p:italic r:id="rId31"/>
    </p:embeddedFont>
    <p:embeddedFont>
      <p:font typeface="CiscoSansTT Medium" panose="020B0903020201020303" pitchFamily="34" charset="0"/>
      <p:regular r:id="rId32"/>
      <p:italic r:id="rId33"/>
    </p:embeddedFont>
  </p:embeddedFontLst>
  <p:defaultTextStyle>
    <a:defPPr>
      <a:defRPr lang="en-US"/>
    </a:defPPr>
    <a:lvl1pPr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609559"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1219119"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828678"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2438238" algn="l" defTabSz="609559"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3047797" algn="l" defTabSz="609559" rtl="0" eaLnBrk="1" latinLnBrk="0" hangingPunct="1">
      <a:defRPr kern="1200">
        <a:solidFill>
          <a:schemeClr val="tx1"/>
        </a:solidFill>
        <a:latin typeface="Arial" charset="0"/>
        <a:ea typeface="ＭＳ Ｐゴシック" charset="0"/>
        <a:cs typeface="ＭＳ Ｐゴシック" charset="0"/>
      </a:defRPr>
    </a:lvl6pPr>
    <a:lvl7pPr marL="3657357" algn="l" defTabSz="609559" rtl="0" eaLnBrk="1" latinLnBrk="0" hangingPunct="1">
      <a:defRPr kern="1200">
        <a:solidFill>
          <a:schemeClr val="tx1"/>
        </a:solidFill>
        <a:latin typeface="Arial" charset="0"/>
        <a:ea typeface="ＭＳ Ｐゴシック" charset="0"/>
        <a:cs typeface="ＭＳ Ｐゴシック" charset="0"/>
      </a:defRPr>
    </a:lvl7pPr>
    <a:lvl8pPr marL="4266915" algn="l" defTabSz="609559" rtl="0" eaLnBrk="1" latinLnBrk="0" hangingPunct="1">
      <a:defRPr kern="1200">
        <a:solidFill>
          <a:schemeClr val="tx1"/>
        </a:solidFill>
        <a:latin typeface="Arial" charset="0"/>
        <a:ea typeface="ＭＳ Ｐゴシック" charset="0"/>
        <a:cs typeface="ＭＳ Ｐゴシック" charset="0"/>
      </a:defRPr>
    </a:lvl8pPr>
    <a:lvl9pPr marL="4876475" algn="l" defTabSz="609559" rtl="0" eaLnBrk="1" latinLnBrk="0" hangingPunct="1">
      <a:defRPr kern="1200">
        <a:solidFill>
          <a:schemeClr val="tx1"/>
        </a:solidFill>
        <a:latin typeface="Arial" charset="0"/>
        <a:ea typeface="ＭＳ Ｐゴシック" charset="0"/>
        <a:cs typeface="ＭＳ Ｐゴシック" charset="0"/>
      </a:defRPr>
    </a:lvl9pPr>
  </p:defaultTextStyle>
  <p:extLst>
    <p:ext uri="{521415D9-36F7-43E2-AB2F-B90AF26B5E84}">
      <p14:sectionLst xmlns:p14="http://schemas.microsoft.com/office/powerpoint/2010/main">
        <p14:section name="Summary Section" id="{07E270D1-3B7F-4668-93FB-15F72DE530B9}">
          <p14:sldIdLst/>
        </p14:section>
        <p14:section name="Default Section" id="{0B3969B8-E24E-4E1D-800D-6B735EF9190A}">
          <p14:sldIdLst/>
        </p14:section>
        <p14:section name="Precedence &amp; Persistence" id="{77471988-FE69-4C41-B429-5DEC1569F6CE}">
          <p14:sldIdLst>
            <p14:sldId id="2147477992"/>
          </p14:sldIdLst>
        </p14:section>
        <p14:section name="Summary Section" id="{3122A63B-AB64-4AAB-AB16-9531E393E77E}">
          <p14:sldIdLst>
            <p14:sldId id="2147478008"/>
          </p14:sldIdLst>
        </p14:section>
        <p14:section name="Understand the Logic" id="{6039E665-091C-40CB-BD3E-CA0179EE1782}">
          <p14:sldIdLst>
            <p14:sldId id="2147477765"/>
            <p14:sldId id="2147478006"/>
          </p14:sldIdLst>
        </p14:section>
        <p14:section name="Data Capture Examples" id="{F503DD1B-8654-4F65-9320-CEA4EF711EFB}">
          <p14:sldIdLst>
            <p14:sldId id="2147478009"/>
            <p14:sldId id="2147477997"/>
            <p14:sldId id="2147477998"/>
            <p14:sldId id="2147478013"/>
            <p14:sldId id="2147477999"/>
          </p14:sldIdLst>
        </p14:section>
        <p14:section name="When to use IDs" id="{BC69D4F2-127A-4EF3-BD31-1030D4C9FCB1}">
          <p14:sldIdLst>
            <p14:sldId id="2147478012"/>
            <p14:sldId id="2147477889"/>
            <p14:sldId id="2147477892"/>
            <p14:sldId id="2147477869"/>
          </p14:sldIdLst>
        </p14:section>
        <p14:section name="Resources &amp; Summary" id="{4B625091-2419-4DF5-80F9-20EE46346DBF}">
          <p14:sldIdLst>
            <p14:sldId id="2147478011"/>
            <p14:sldId id="21474779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4990"/>
    <a:srgbClr val="82ACEA"/>
    <a:srgbClr val="72A2E8"/>
    <a:srgbClr val="3076DC"/>
    <a:srgbClr val="4B88E1"/>
    <a:srgbClr val="93B7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2CDA9F-04EF-4712-BCE2-7B1D90843B06}" v="8" dt="2026-03-18T15:41:55.6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944" autoAdjust="0"/>
  </p:normalViewPr>
  <p:slideViewPr>
    <p:cSldViewPr showGuides="1">
      <p:cViewPr varScale="1">
        <p:scale>
          <a:sx n="77" d="100"/>
          <a:sy n="77" d="100"/>
        </p:scale>
        <p:origin x="36" y="27"/>
      </p:cViewPr>
      <p:guideLst/>
    </p:cSldViewPr>
  </p:slideViewPr>
  <p:notesTextViewPr>
    <p:cViewPr>
      <p:scale>
        <a:sx n="1" d="1"/>
        <a:sy n="1" d="1"/>
      </p:scale>
      <p:origin x="0" y="0"/>
    </p:cViewPr>
  </p:notesTextViewPr>
  <p:notesViewPr>
    <p:cSldViewPr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schemas.openxmlformats.org/officeDocument/2006/relationships/font" Target="fonts/font13.fntdata"/><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57AABD-FAD5-483B-BB60-F59910884228}" type="datetimeFigureOut">
              <a:rPr lang="en-GB" smtClean="0"/>
              <a:t>25/06/2026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0B49EC-A97F-4C54-AB44-010F6F75E39D}" type="slidenum">
              <a:rPr lang="en-GB" smtClean="0"/>
              <a:t>‹#›</a:t>
            </a:fld>
            <a:endParaRPr lang="en-GB"/>
          </a:p>
        </p:txBody>
      </p:sp>
    </p:spTree>
    <p:extLst>
      <p:ext uri="{BB962C8B-B14F-4D97-AF65-F5344CB8AC3E}">
        <p14:creationId xmlns:p14="http://schemas.microsoft.com/office/powerpoint/2010/main" val="1901124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0B49EC-A97F-4C54-AB44-010F6F75E39D}" type="slidenum">
              <a:rPr lang="en-GB" smtClean="0"/>
              <a:t>1</a:t>
            </a:fld>
            <a:endParaRPr lang="en-GB"/>
          </a:p>
        </p:txBody>
      </p:sp>
    </p:spTree>
    <p:extLst>
      <p:ext uri="{BB962C8B-B14F-4D97-AF65-F5344CB8AC3E}">
        <p14:creationId xmlns:p14="http://schemas.microsoft.com/office/powerpoint/2010/main" val="211272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220CA-4DD8-D9A5-2C90-72CB07F00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F1469-BF43-3C80-6B28-2AA0C5662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86DD0E-F67A-EBBD-2A24-3F6FDAD6E6B1}"/>
              </a:ext>
            </a:extLst>
          </p:cNvPr>
          <p:cNvSpPr>
            <a:spLocks noGrp="1"/>
          </p:cNvSpPr>
          <p:nvPr>
            <p:ph type="body" idx="1"/>
          </p:nvPr>
        </p:nvSpPr>
        <p:spPr/>
        <p:txBody>
          <a:bodyPr/>
          <a:lstStyle/>
          <a:p>
            <a:pPr marL="0" marR="0" algn="ctr">
              <a:lnSpc>
                <a:spcPct val="107000"/>
              </a:lnSpc>
              <a:spcAft>
                <a:spcPts val="800"/>
              </a:spcAft>
            </a:pPr>
            <a:r>
              <a:rPr lang="en-US" sz="1200" kern="100" dirty="0">
                <a:solidFill>
                  <a:srgbClr val="001D35"/>
                </a:solidFill>
                <a:latin typeface="+mj-lt"/>
                <a:cs typeface="Times New Roman" panose="02020603050405020304" pitchFamily="18" charset="0"/>
              </a:rPr>
              <a:t>Persistence logic is responsible for saving, retrieving, updating, and deleting data from storage.  Its primary goal is to manage the flow of data between the application and the database, focusing on ensuring data is stored and retrieved efficiently.</a:t>
            </a:r>
          </a:p>
          <a:p>
            <a:pPr marL="0" marR="0" algn="ctr">
              <a:lnSpc>
                <a:spcPct val="107000"/>
              </a:lnSpc>
              <a:spcAft>
                <a:spcPts val="800"/>
              </a:spcAft>
            </a:pPr>
            <a:r>
              <a:rPr lang="en-GB" sz="1200" kern="100" dirty="0">
                <a:solidFill>
                  <a:srgbClr val="001D35"/>
                </a:solidFill>
                <a:latin typeface="+mj-lt"/>
                <a:cs typeface="Times New Roman" panose="02020603050405020304" pitchFamily="18" charset="0"/>
              </a:rPr>
              <a:t>Precedence logic is the pre-defined order of ID capture that was defined to support data capture without the use of google or adobe analytics</a:t>
            </a:r>
            <a:endParaRPr lang="en-US" sz="1200" kern="100" dirty="0">
              <a:solidFill>
                <a:srgbClr val="001D35"/>
              </a:solidFill>
              <a:latin typeface="+mj-lt"/>
              <a:cs typeface="Times New Roman" panose="02020603050405020304" pitchFamily="18" charset="0"/>
            </a:endParaRPr>
          </a:p>
          <a:p>
            <a:endParaRPr lang="en-GB" dirty="0"/>
          </a:p>
        </p:txBody>
      </p:sp>
      <p:sp>
        <p:nvSpPr>
          <p:cNvPr id="4" name="Slide Number Placeholder 3">
            <a:extLst>
              <a:ext uri="{FF2B5EF4-FFF2-40B4-BE49-F238E27FC236}">
                <a16:creationId xmlns:a16="http://schemas.microsoft.com/office/drawing/2014/main" id="{BFE90F95-71DE-BCFF-5F65-0F2BEA0F97BD}"/>
              </a:ext>
            </a:extLst>
          </p:cNvPr>
          <p:cNvSpPr>
            <a:spLocks noGrp="1"/>
          </p:cNvSpPr>
          <p:nvPr>
            <p:ph type="sldNum" sz="quarter" idx="5"/>
          </p:nvPr>
        </p:nvSpPr>
        <p:spPr/>
        <p:txBody>
          <a:bodyPr/>
          <a:lstStyle/>
          <a:p>
            <a:fld id="{A53F6C9A-ED32-4D42-9C42-F34A960BAB9F}" type="slidenum">
              <a:rPr lang="en-GB" smtClean="0"/>
              <a:t>3</a:t>
            </a:fld>
            <a:endParaRPr lang="en-GB"/>
          </a:p>
        </p:txBody>
      </p:sp>
    </p:spTree>
    <p:extLst>
      <p:ext uri="{BB962C8B-B14F-4D97-AF65-F5344CB8AC3E}">
        <p14:creationId xmlns:p14="http://schemas.microsoft.com/office/powerpoint/2010/main" val="1896124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buNone/>
            </a:pPr>
            <a:r>
              <a:rPr lang="en-GB" sz="1800" dirty="0">
                <a:effectLst/>
                <a:latin typeface="Times New Roman" panose="02020603050405020304" pitchFamily="18" charset="0"/>
                <a:ea typeface="Times New Roman" panose="02020603050405020304" pitchFamily="18" charset="0"/>
              </a:rPr>
              <a:t>When a customer arrives on cisco.com, we determine whether they came directly from a marketing initiative—such as email, paid search, or paid social—or from a direct or organic search.</a:t>
            </a:r>
          </a:p>
          <a:p>
            <a:pPr marL="0" marR="0">
              <a:buNone/>
            </a:pPr>
            <a:endParaRPr lang="en-GB" sz="1800" dirty="0">
              <a:effectLst/>
              <a:latin typeface="Times New Roman" panose="02020603050405020304" pitchFamily="18" charset="0"/>
              <a:ea typeface="Times New Roman" panose="02020603050405020304" pitchFamily="18" charset="0"/>
            </a:endParaRPr>
          </a:p>
          <a:p>
            <a:pPr marL="0" marR="0">
              <a:buNone/>
            </a:pPr>
            <a:r>
              <a:rPr lang="en-GB" sz="1800" dirty="0">
                <a:effectLst/>
                <a:latin typeface="Times New Roman" panose="02020603050405020304" pitchFamily="18" charset="0"/>
                <a:ea typeface="Times New Roman" panose="02020603050405020304" pitchFamily="18" charset="0"/>
              </a:rPr>
              <a:t>If the customer clicks a link from an email call to action and has accepted cookies, the </a:t>
            </a:r>
            <a:r>
              <a:rPr lang="en-GB" sz="1800" dirty="0" err="1">
                <a:effectLst/>
                <a:latin typeface="Times New Roman" panose="02020603050405020304" pitchFamily="18" charset="0"/>
                <a:ea typeface="Times New Roman" panose="02020603050405020304" pitchFamily="18" charset="0"/>
              </a:rPr>
              <a:t>ccid</a:t>
            </a:r>
            <a:r>
              <a:rPr lang="en-GB" sz="1800" dirty="0">
                <a:effectLst/>
                <a:latin typeface="Times New Roman" panose="02020603050405020304" pitchFamily="18" charset="0"/>
                <a:ea typeface="Times New Roman" panose="02020603050405020304" pitchFamily="18" charset="0"/>
              </a:rPr>
              <a:t> and dtid are stored in the customer’s local storage for 24 hours and logged in our Snowflake weblog tables. </a:t>
            </a:r>
          </a:p>
          <a:p>
            <a:pPr marL="0" marR="0">
              <a:buNone/>
            </a:pPr>
            <a:endParaRPr lang="en-GB" sz="1800" dirty="0">
              <a:effectLst/>
              <a:latin typeface="Times New Roman" panose="02020603050405020304" pitchFamily="18" charset="0"/>
              <a:ea typeface="Times New Roman" panose="02020603050405020304" pitchFamily="18" charset="0"/>
            </a:endParaRPr>
          </a:p>
          <a:p>
            <a:pPr marL="0" marR="0">
              <a:buNone/>
            </a:pPr>
            <a:r>
              <a:rPr lang="en-GB" sz="1800" dirty="0">
                <a:effectLst/>
                <a:latin typeface="Times New Roman" panose="02020603050405020304" pitchFamily="18" charset="0"/>
                <a:ea typeface="Times New Roman" panose="02020603050405020304" pitchFamily="18" charset="0"/>
              </a:rPr>
              <a:t>As the customer navigates the website, the URLs they visit, including any additional parameters, are captured in the weblogs, though these are not saved to local storage.</a:t>
            </a:r>
          </a:p>
          <a:p>
            <a:pPr marL="0" marR="0">
              <a:buNone/>
            </a:pPr>
            <a:endParaRPr lang="en-GB" sz="1800" dirty="0">
              <a:effectLst/>
              <a:latin typeface="Times New Roman" panose="02020603050405020304" pitchFamily="18" charset="0"/>
              <a:ea typeface="Times New Roman" panose="02020603050405020304" pitchFamily="18" charset="0"/>
            </a:endParaRPr>
          </a:p>
          <a:p>
            <a:pPr marL="0" marR="0">
              <a:buNone/>
            </a:pPr>
            <a:r>
              <a:rPr lang="en-GB" sz="1800" dirty="0">
                <a:effectLst/>
                <a:latin typeface="Times New Roman" panose="02020603050405020304" pitchFamily="18" charset="0"/>
                <a:ea typeface="Times New Roman" panose="02020603050405020304" pitchFamily="18" charset="0"/>
              </a:rPr>
              <a:t>If the customer then exits cisco.com, the Activity ID and Drive To ID remain in their local storage for 24 hours. Should the customer submit a gated offer form, the Activity and Drive To IDs from local storage are written to Eloqua, and the Offer ID is captured from a hidden tag on the gated offer landing page.</a:t>
            </a:r>
          </a:p>
          <a:p>
            <a:pPr marL="0" marR="0">
              <a:buNone/>
            </a:pPr>
            <a:endParaRPr lang="en-GB" sz="1800" dirty="0">
              <a:effectLst/>
              <a:latin typeface="Times New Roman" panose="02020603050405020304" pitchFamily="18" charset="0"/>
              <a:ea typeface="Times New Roman" panose="02020603050405020304" pitchFamily="18" charset="0"/>
            </a:endParaRPr>
          </a:p>
          <a:p>
            <a:pPr marL="0" marR="0">
              <a:buNone/>
            </a:pPr>
            <a:r>
              <a:rPr lang="en-GB" sz="1800" dirty="0">
                <a:effectLst/>
                <a:latin typeface="Times New Roman" panose="02020603050405020304" pitchFamily="18" charset="0"/>
                <a:ea typeface="Times New Roman" panose="02020603050405020304" pitchFamily="18" charset="0"/>
              </a:rPr>
              <a:t>If, instead, the customer arrives via a direct or organic search, we check for any IDs in local storage from a previous visit within the last 24 hours. If present, those IDs persist throughout the customer’s journey. If there are no IDs in local storage, a keyword search is performed to align the URL with a default Activity ID that corresponds to a campaign and program.</a:t>
            </a:r>
          </a:p>
          <a:p>
            <a:pPr marL="0" marR="0"/>
            <a:endParaRPr lang="en-GB" sz="1800" dirty="0">
              <a:effectLst/>
              <a:latin typeface="Times New Roman" panose="02020603050405020304" pitchFamily="18" charset="0"/>
              <a:ea typeface="Times New Roman" panose="02020603050405020304" pitchFamily="18" charset="0"/>
            </a:endParaRPr>
          </a:p>
          <a:p>
            <a:pPr marL="0" marR="0"/>
            <a:r>
              <a:rPr lang="en-GB" sz="1800" dirty="0">
                <a:effectLst/>
                <a:latin typeface="Times New Roman" panose="02020603050405020304" pitchFamily="18" charset="0"/>
                <a:ea typeface="Times New Roman" panose="02020603050405020304" pitchFamily="18" charset="0"/>
              </a:rPr>
              <a:t>For example, if a customer lands on cisco.com, they may be assigned the ID cc001784, which is aligned with Campaign Independent, since the homepage can’t be matched to a specific campaign. However, if the customer navigates to a page with “routers” in the URL, a new ID—cc001772—aligned with the Transform Infrastructure Campaign is assigned.</a:t>
            </a:r>
          </a:p>
          <a:p>
            <a:pPr marL="0" marR="0"/>
            <a:endParaRPr lang="en-GB" sz="1800" dirty="0">
              <a:effectLst/>
              <a:latin typeface="Times New Roman" panose="02020603050405020304" pitchFamily="18" charset="0"/>
              <a:ea typeface="Times New Roman" panose="02020603050405020304" pitchFamily="18" charset="0"/>
            </a:endParaRPr>
          </a:p>
          <a:p>
            <a:pPr>
              <a:buNone/>
            </a:pPr>
            <a:r>
              <a:rPr lang="en-US" sz="2800" dirty="0"/>
              <a:t>If the customer clicks a call to action or page link with IDs appended, those IDs are written to the weblogs but ignored in local storage. If an organic or direct search leads to a gated offer form submission, the most recent Activity ID associated with a page is sent to Eloqua, along with the Offer ID from the landing page’s HTML.</a:t>
            </a:r>
          </a:p>
          <a:p>
            <a:pPr>
              <a:buNone/>
            </a:pPr>
            <a:endParaRPr lang="en-US" sz="2800" dirty="0"/>
          </a:p>
          <a:p>
            <a:r>
              <a:rPr lang="en-US" sz="2800" dirty="0"/>
              <a:t>Currently, the mapping of page URLs to IDs is under review and doesn’t include alignment with any FY25 campaigns.</a:t>
            </a:r>
          </a:p>
          <a:p>
            <a:pPr marL="0" marR="0"/>
            <a:endParaRPr lang="en-GB" sz="1800" dirty="0">
              <a:effectLst/>
              <a:latin typeface="Times New Roman" panose="02020603050405020304" pitchFamily="18" charset="0"/>
              <a:ea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870B49EC-A97F-4C54-AB44-010F6F75E39D}" type="slidenum">
              <a:rPr lang="en-GB" smtClean="0"/>
              <a:t>4</a:t>
            </a:fld>
            <a:endParaRPr lang="en-GB"/>
          </a:p>
        </p:txBody>
      </p:sp>
    </p:spTree>
    <p:extLst>
      <p:ext uri="{BB962C8B-B14F-4D97-AF65-F5344CB8AC3E}">
        <p14:creationId xmlns:p14="http://schemas.microsoft.com/office/powerpoint/2010/main" val="2687930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E83B9-60A5-AC73-324C-EFC6E015A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2154F-4BC9-D80C-2EE0-F3C34EE9A4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12A129-2CAB-D7BB-D1F5-A36CF628389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5526096-3677-D719-DDFC-9D73F326C4F2}"/>
              </a:ext>
            </a:extLst>
          </p:cNvPr>
          <p:cNvSpPr>
            <a:spLocks noGrp="1"/>
          </p:cNvSpPr>
          <p:nvPr>
            <p:ph type="sldNum" sz="quarter" idx="5"/>
          </p:nvPr>
        </p:nvSpPr>
        <p:spPr/>
        <p:txBody>
          <a:bodyPr/>
          <a:lstStyle/>
          <a:p>
            <a:fld id="{A53F6C9A-ED32-4D42-9C42-F34A960BAB9F}" type="slidenum">
              <a:rPr lang="en-GB" smtClean="0"/>
              <a:t>5</a:t>
            </a:fld>
            <a:endParaRPr lang="en-GB"/>
          </a:p>
        </p:txBody>
      </p:sp>
    </p:spTree>
    <p:extLst>
      <p:ext uri="{BB962C8B-B14F-4D97-AF65-F5344CB8AC3E}">
        <p14:creationId xmlns:p14="http://schemas.microsoft.com/office/powerpoint/2010/main" val="2894881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5E11C-9D41-FCF9-FA67-73F0E9E9F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097ADB-27EA-4C83-4797-0BD3FACED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8AC86-83FB-D92D-72DC-6E5410BACEDC}"/>
              </a:ext>
            </a:extLst>
          </p:cNvPr>
          <p:cNvSpPr>
            <a:spLocks noGrp="1"/>
          </p:cNvSpPr>
          <p:nvPr>
            <p:ph type="body" idx="1"/>
          </p:nvPr>
        </p:nvSpPr>
        <p:spPr/>
        <p:txBody>
          <a:bodyPr/>
          <a:lstStyle/>
          <a:p>
            <a:pPr marL="0" marR="0">
              <a:lnSpc>
                <a:spcPct val="107000"/>
              </a:lnSpc>
              <a:spcAft>
                <a:spcPts val="800"/>
              </a:spcAft>
              <a:buNone/>
            </a:pPr>
            <a:r>
              <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In this situation, a customer accesses cisco.com via a marketing email and subsequently completes a gated offer for a free trial of a firewall. </a:t>
            </a: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endPar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The customer clicks on a link in the marketing email that directs them to a cloud operation model page, which includes additional parameters to track an activity related to Transform Infrastructure and a Cross Buying Centre, along with a Drive To ID associated with an Eloqua Email and an invalid Offer ID. </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If the customer consents to cookies, the Activity ID and Drive To ID will be stored in the customer's local storage, while the Offer ID will be disregarded. </a:t>
            </a: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endPar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All three IDs will be recorded in the Weblogs. </a:t>
            </a: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endPar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The customer then visits an industrial security page to read a blog, where the URL is modified to include an Activity ID linked to the IoT program and a Drive To ID corresponding to the vehicle cisco.com, as well as a product overview offer. </a:t>
            </a: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endPar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This appended information is logged in the Weblogs but not stored locally. </a:t>
            </a: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endPar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As the customer continues to explore the security pages, they click on a link to 'See Try or Buy a Firewall,' where the call to action includes an Activity ID and Drive To ID in the URL. </a:t>
            </a: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endPar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Again, this data is logged in the Weblogs but not saved in local storage. When the customer submits their form to request a free trial of the firewall, the Activity ID and Drive To ID that have persisted throughout the visit will be recorded in Eloqua and forwarded to the VDC to inform the seller of the customer's initial motivation for visiting cisco.com. </a:t>
            </a: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endPar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A hidden tag for the Offer ID will be present in the HTML of the landing page, and the value in this field will also be captured in Eloqua upon form submission and sent to the VDC to provide the seller with information regarding the specific offer the customer engaged with. </a:t>
            </a: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pPr>
            <a:endPar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endParaRPr>
          </a:p>
          <a:p>
            <a:pPr marL="0" marR="0">
              <a:lnSpc>
                <a:spcPct val="107000"/>
              </a:lnSpc>
              <a:spcAft>
                <a:spcPts val="800"/>
              </a:spcAft>
            </a:pPr>
            <a:r>
              <a:rPr lang="en-GB" sz="1800" kern="100" dirty="0">
                <a:solidFill>
                  <a:srgbClr val="000000"/>
                </a:solidFill>
                <a:effectLst/>
                <a:latin typeface="Arial" panose="020B0604020202020204" pitchFamily="34" charset="0"/>
                <a:ea typeface="Aptos" panose="020B0004020202020204" pitchFamily="34" charset="0"/>
                <a:cs typeface="Times New Roman" panose="02020603050405020304" pitchFamily="18" charset="0"/>
              </a:rPr>
              <a:t>The Activity ID and Drive To ID will remain in local storage for the next 24 hours.</a:t>
            </a: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endParaRPr lang="en-GB" dirty="0"/>
          </a:p>
        </p:txBody>
      </p:sp>
      <p:sp>
        <p:nvSpPr>
          <p:cNvPr id="4" name="Slide Number Placeholder 3">
            <a:extLst>
              <a:ext uri="{FF2B5EF4-FFF2-40B4-BE49-F238E27FC236}">
                <a16:creationId xmlns:a16="http://schemas.microsoft.com/office/drawing/2014/main" id="{0C01D5C0-4A8D-A054-99F0-E446747EDF63}"/>
              </a:ext>
            </a:extLst>
          </p:cNvPr>
          <p:cNvSpPr>
            <a:spLocks noGrp="1"/>
          </p:cNvSpPr>
          <p:nvPr>
            <p:ph type="sldNum" sz="quarter" idx="5"/>
          </p:nvPr>
        </p:nvSpPr>
        <p:spPr/>
        <p:txBody>
          <a:bodyPr/>
          <a:lstStyle/>
          <a:p>
            <a:fld id="{0D2F72AB-52A5-4EA1-916F-12D965A7B979}" type="slidenum">
              <a:rPr lang="en-GB" smtClean="0"/>
              <a:t>6</a:t>
            </a:fld>
            <a:endParaRPr lang="en-GB"/>
          </a:p>
        </p:txBody>
      </p:sp>
    </p:spTree>
    <p:extLst>
      <p:ext uri="{BB962C8B-B14F-4D97-AF65-F5344CB8AC3E}">
        <p14:creationId xmlns:p14="http://schemas.microsoft.com/office/powerpoint/2010/main" val="11813382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In our second scenario we will be looking at a customer returning directly to .com after clicking on an email yesterday that contained an Activity and Drive to ID who wants to follow up with someone on the sales team</a:t>
            </a: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Customer opens browser and enters the cisco.com URL, as we have an Activity ID and Drive to ID in local storage that information is used for the rest of the customer journey.</a:t>
            </a: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As the customer moves around .com any URLS that are touched with IDs appended will be ignored in local storage, but will be written to the weblogs</a:t>
            </a:r>
          </a:p>
          <a:p>
            <a:pPr marL="0" marR="0">
              <a:lnSpc>
                <a:spcPct val="107000"/>
              </a:lnSpc>
              <a:spcAft>
                <a:spcPts val="800"/>
              </a:spcAft>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When the customer selects the option to “Contact Cisco” the Activity ID and the Drive To ID that was captured in local storage will be passed with the lead to the VDC.  No Offer ID will be passed with the lead </a:t>
            </a:r>
          </a:p>
          <a:p>
            <a:endParaRPr lang="en-GB" dirty="0"/>
          </a:p>
        </p:txBody>
      </p:sp>
      <p:sp>
        <p:nvSpPr>
          <p:cNvPr id="4" name="Slide Number Placeholder 3"/>
          <p:cNvSpPr>
            <a:spLocks noGrp="1"/>
          </p:cNvSpPr>
          <p:nvPr>
            <p:ph type="sldNum" sz="quarter" idx="5"/>
          </p:nvPr>
        </p:nvSpPr>
        <p:spPr/>
        <p:txBody>
          <a:bodyPr/>
          <a:lstStyle/>
          <a:p>
            <a:fld id="{870B49EC-A97F-4C54-AB44-010F6F75E39D}" type="slidenum">
              <a:rPr lang="en-GB" smtClean="0"/>
              <a:t>7</a:t>
            </a:fld>
            <a:endParaRPr lang="en-GB"/>
          </a:p>
        </p:txBody>
      </p:sp>
    </p:spTree>
    <p:extLst>
      <p:ext uri="{BB962C8B-B14F-4D97-AF65-F5344CB8AC3E}">
        <p14:creationId xmlns:p14="http://schemas.microsoft.com/office/powerpoint/2010/main" val="891522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66C8F-3969-5038-E0E9-08BA17D429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F79C86-625A-C0C8-5254-F20C24116A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C39DD-695E-815D-8153-C553B812933A}"/>
              </a:ext>
            </a:extLst>
          </p:cNvPr>
          <p:cNvSpPr>
            <a:spLocks noGrp="1"/>
          </p:cNvSpPr>
          <p:nvPr>
            <p:ph type="body" idx="1"/>
          </p:nvPr>
        </p:nvSpPr>
        <p:spPr/>
        <p:txBody>
          <a:bodyPr/>
          <a:lstStyle/>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In our final example, the customer was sent and email over a week ago, he clicked on the link but has taken the week to research DNA centre in a bit more detail.  He finally returns to Cisco.com to take advantage of a free trial, by selecting cisco.com.</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As there are no IDs in the URL parameter and no IDs stored in local storage, page logic will be applied.  </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The URL of the page will be matched to a keyword search in a </a:t>
            </a:r>
            <a:r>
              <a:rPr lang="en-GB" sz="1800" kern="100" dirty="0" err="1">
                <a:effectLst/>
                <a:latin typeface="CiscoSansTT" panose="020B0503020201020303" pitchFamily="34" charset="0"/>
                <a:ea typeface="Aptos" panose="020B0004020202020204" pitchFamily="34" charset="0"/>
                <a:cs typeface="Times New Roman" panose="02020603050405020304" pitchFamily="18" charset="0"/>
              </a:rPr>
              <a:t>json</a:t>
            </a: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 file and align a default Activity ID that relates to the campaign the page is aligned to.</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As the first page is </a:t>
            </a:r>
            <a:r>
              <a:rPr lang="en-GB" sz="1800" kern="100" dirty="0" err="1">
                <a:effectLst/>
                <a:latin typeface="CiscoSansTT" panose="020B0503020201020303" pitchFamily="34" charset="0"/>
                <a:ea typeface="Aptos" panose="020B0004020202020204" pitchFamily="34" charset="0"/>
                <a:cs typeface="Times New Roman" panose="02020603050405020304" pitchFamily="18" charset="0"/>
              </a:rPr>
              <a:t>Cisco.Com</a:t>
            </a: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 there is no alignment to a campaign, so an ID is captured in local storage that aligns to Campaign Independent</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As the customer navigates to the Products and services page and selects Networking Routers, there is a keyword match of “Routers” in the URL name, so the Default ID is updated to align to the Campaign Transform Infrastructure.</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The next page has IDs appended to the URL, but these are ignored in local storage (but are written to weblogs), and another keyword search takes place on the new URL.  As the keyword “routers” is again in the URL the default ID remains the same in local storage as the page is still aligned to transform infrastructure</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When the customer arrives at the DNA Centre free trial the default ID is updated to a new ID (1771) that is matched on the keyword “</a:t>
            </a:r>
            <a:r>
              <a:rPr lang="en-GB" sz="1800" kern="100" dirty="0" err="1">
                <a:effectLst/>
                <a:latin typeface="CiscoSansTT" panose="020B0503020201020303" pitchFamily="34" charset="0"/>
                <a:ea typeface="Aptos" panose="020B0004020202020204" pitchFamily="34" charset="0"/>
                <a:cs typeface="Times New Roman" panose="02020603050405020304" pitchFamily="18" charset="0"/>
              </a:rPr>
              <a:t>dna</a:t>
            </a: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-centre”</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As the free trial is a gated offer the last ID in local storage cc001771 will be attached to the lead and be sent to the VDC</a:t>
            </a: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 </a:t>
            </a:r>
          </a:p>
          <a:p>
            <a:pPr marL="0" marR="0">
              <a:lnSpc>
                <a:spcPct val="107000"/>
              </a:lnSpc>
              <a:spcAft>
                <a:spcPts val="800"/>
              </a:spcAft>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No Drive to ID will be aligned to the lead as this was a direct search and the Offer ID will be taken from the HTML of the landing page of the Gated Offer</a:t>
            </a:r>
          </a:p>
          <a:p>
            <a:endParaRPr lang="en-GB" dirty="0"/>
          </a:p>
        </p:txBody>
      </p:sp>
      <p:sp>
        <p:nvSpPr>
          <p:cNvPr id="4" name="Slide Number Placeholder 3">
            <a:extLst>
              <a:ext uri="{FF2B5EF4-FFF2-40B4-BE49-F238E27FC236}">
                <a16:creationId xmlns:a16="http://schemas.microsoft.com/office/drawing/2014/main" id="{96500EE3-3774-3552-BC8A-79FEFE080F5C}"/>
              </a:ext>
            </a:extLst>
          </p:cNvPr>
          <p:cNvSpPr>
            <a:spLocks noGrp="1"/>
          </p:cNvSpPr>
          <p:nvPr>
            <p:ph type="sldNum" sz="quarter" idx="5"/>
          </p:nvPr>
        </p:nvSpPr>
        <p:spPr/>
        <p:txBody>
          <a:bodyPr/>
          <a:lstStyle/>
          <a:p>
            <a:fld id="{870B49EC-A97F-4C54-AB44-010F6F75E39D}" type="slidenum">
              <a:rPr lang="en-GB" smtClean="0"/>
              <a:t>8</a:t>
            </a:fld>
            <a:endParaRPr lang="en-GB"/>
          </a:p>
        </p:txBody>
      </p:sp>
    </p:spTree>
    <p:extLst>
      <p:ext uri="{BB962C8B-B14F-4D97-AF65-F5344CB8AC3E}">
        <p14:creationId xmlns:p14="http://schemas.microsoft.com/office/powerpoint/2010/main" val="2230545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In our final example, the customer was sent and email over a week ago, he clicked on the link but has taken the week to research DNA centre in a bit more detail.  He finally returns to Cisco.com to take advantage of a free trial, by selecting cisco.com.</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As there are no IDs in the URL parameter and no IDs stored in local storage, page logic will be applied.  </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The URL of the page will be matched to a keyword search in a </a:t>
            </a:r>
            <a:r>
              <a:rPr lang="en-GB" sz="1800" kern="100" dirty="0" err="1">
                <a:effectLst/>
                <a:latin typeface="CiscoSansTT" panose="020B0503020201020303" pitchFamily="34" charset="0"/>
                <a:ea typeface="Aptos" panose="020B0004020202020204" pitchFamily="34" charset="0"/>
                <a:cs typeface="Times New Roman" panose="02020603050405020304" pitchFamily="18" charset="0"/>
              </a:rPr>
              <a:t>json</a:t>
            </a: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 file and align a default Activity ID that relates to the campaign the page is aligned to.</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As the first page is </a:t>
            </a:r>
            <a:r>
              <a:rPr lang="en-GB" sz="1800" kern="100" dirty="0" err="1">
                <a:effectLst/>
                <a:latin typeface="CiscoSansTT" panose="020B0503020201020303" pitchFamily="34" charset="0"/>
                <a:ea typeface="Aptos" panose="020B0004020202020204" pitchFamily="34" charset="0"/>
                <a:cs typeface="Times New Roman" panose="02020603050405020304" pitchFamily="18" charset="0"/>
              </a:rPr>
              <a:t>Cisco.Com</a:t>
            </a: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 there is no alignment to a campaign, so an ID is captured in local storage that aligns to Campaign Independent</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As the customer navigates to the Products and services page and selects Networking Routers, there is a keyword match of “Routers” in the URL name, so the Default ID is updated to align to the Campaign Transform Infrastructure.</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The next page has IDs appended to the URL, but these are ignored in local storage (but are written to weblogs), and another keyword search takes place on the new URL.  As the keyword “routers” is again in the URL the default ID remains the same in local storage as the page is still aligned to transform infrastructure</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When the customer arrives at the DNA Centre free trial the default ID is updated to a new ID (1771) that is matched on the keyword “</a:t>
            </a:r>
            <a:r>
              <a:rPr lang="en-GB" sz="1800" kern="100" dirty="0" err="1">
                <a:effectLst/>
                <a:latin typeface="CiscoSansTT" panose="020B0503020201020303" pitchFamily="34" charset="0"/>
                <a:ea typeface="Aptos" panose="020B0004020202020204" pitchFamily="34" charset="0"/>
                <a:cs typeface="Times New Roman" panose="02020603050405020304" pitchFamily="18" charset="0"/>
              </a:rPr>
              <a:t>dna</a:t>
            </a: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-centre”</a:t>
            </a:r>
          </a:p>
          <a:p>
            <a:pPr marL="0" marR="0">
              <a:lnSpc>
                <a:spcPct val="107000"/>
              </a:lnSpc>
              <a:spcAft>
                <a:spcPts val="800"/>
              </a:spcAft>
              <a:buNone/>
            </a:pPr>
            <a:endParaRPr lang="en-GB" sz="1800" kern="100" dirty="0">
              <a:effectLst/>
              <a:latin typeface="CiscoSansTT" panose="020B0503020201020303" pitchFamily="34" charset="0"/>
              <a:ea typeface="Aptos" panose="020B000402020202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As the free trial is a gated offer the last ID in local storage cc001771 will be attached to the lead and be sent to the VDC</a:t>
            </a:r>
          </a:p>
          <a:p>
            <a:pPr marL="0" marR="0">
              <a:lnSpc>
                <a:spcPct val="107000"/>
              </a:lnSpc>
              <a:spcAft>
                <a:spcPts val="800"/>
              </a:spcAft>
              <a:buNone/>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 </a:t>
            </a:r>
          </a:p>
          <a:p>
            <a:pPr marL="0" marR="0">
              <a:lnSpc>
                <a:spcPct val="107000"/>
              </a:lnSpc>
              <a:spcAft>
                <a:spcPts val="800"/>
              </a:spcAft>
            </a:pPr>
            <a:r>
              <a:rPr lang="en-GB" sz="1800" kern="100" dirty="0">
                <a:effectLst/>
                <a:latin typeface="CiscoSansTT" panose="020B0503020201020303" pitchFamily="34" charset="0"/>
                <a:ea typeface="Aptos" panose="020B0004020202020204" pitchFamily="34" charset="0"/>
                <a:cs typeface="Times New Roman" panose="02020603050405020304" pitchFamily="18" charset="0"/>
              </a:rPr>
              <a:t>No Drive to ID will be aligned to the lead as this was a direct search and the Offer ID will be taken from the HTML of the landing page of the Gated Offer</a:t>
            </a:r>
          </a:p>
          <a:p>
            <a:endParaRPr lang="en-GB" dirty="0"/>
          </a:p>
        </p:txBody>
      </p:sp>
      <p:sp>
        <p:nvSpPr>
          <p:cNvPr id="4" name="Slide Number Placeholder 3"/>
          <p:cNvSpPr>
            <a:spLocks noGrp="1"/>
          </p:cNvSpPr>
          <p:nvPr>
            <p:ph type="sldNum" sz="quarter" idx="5"/>
          </p:nvPr>
        </p:nvSpPr>
        <p:spPr/>
        <p:txBody>
          <a:bodyPr/>
          <a:lstStyle/>
          <a:p>
            <a:fld id="{870B49EC-A97F-4C54-AB44-010F6F75E39D}" type="slidenum">
              <a:rPr lang="en-GB" smtClean="0"/>
              <a:t>9</a:t>
            </a:fld>
            <a:endParaRPr lang="en-GB"/>
          </a:p>
        </p:txBody>
      </p:sp>
    </p:spTree>
    <p:extLst>
      <p:ext uri="{BB962C8B-B14F-4D97-AF65-F5344CB8AC3E}">
        <p14:creationId xmlns:p14="http://schemas.microsoft.com/office/powerpoint/2010/main" val="627782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summary IDs can be captured in 3 main places</a:t>
            </a:r>
          </a:p>
          <a:p>
            <a:r>
              <a:rPr lang="en-GB" dirty="0"/>
              <a:t>   Appended to URL</a:t>
            </a:r>
          </a:p>
          <a:p>
            <a:r>
              <a:rPr lang="en-GB" dirty="0"/>
              <a:t>   HTML of Landing Pages</a:t>
            </a:r>
          </a:p>
          <a:p>
            <a:r>
              <a:rPr lang="en-GB" dirty="0"/>
              <a:t>   Static Transactions such as Manual Uploads, Global Event &amp; Content Syndication Integrations</a:t>
            </a:r>
          </a:p>
          <a:p>
            <a:endParaRPr lang="en-GB" dirty="0"/>
          </a:p>
          <a:p>
            <a:r>
              <a:rPr lang="en-GB" dirty="0"/>
              <a:t>URLS</a:t>
            </a:r>
          </a:p>
          <a:p>
            <a:r>
              <a:rPr lang="en-GB" dirty="0"/>
              <a:t>	The Activity ID, Drive To ID and Event ID will only be written to local storage on the first interaction with Cisco.com for this visit</a:t>
            </a:r>
          </a:p>
          <a:p>
            <a:r>
              <a:rPr lang="en-GB" dirty="0"/>
              <a:t>	Any ID appended to internal pages or call to actions will be ignored and not written to Local Storage but will be written to Weblogs</a:t>
            </a:r>
          </a:p>
          <a:p>
            <a:endParaRPr lang="en-GB" dirty="0"/>
          </a:p>
          <a:p>
            <a:r>
              <a:rPr lang="en-GB" dirty="0"/>
              <a:t>Landing Page</a:t>
            </a:r>
          </a:p>
          <a:p>
            <a:r>
              <a:rPr lang="en-GB" dirty="0"/>
              <a:t>	The Offer ID will be taken from the HTML of the Landing Page of a Gated Offer</a:t>
            </a:r>
          </a:p>
          <a:p>
            <a:r>
              <a:rPr lang="en-GB" dirty="0"/>
              <a:t>	The Activity ID and EID will be taken from the HTML of the Landing Page – ONLY if the customer rejected cookies and we have no information in Page Logic</a:t>
            </a:r>
          </a:p>
          <a:p>
            <a:r>
              <a:rPr lang="en-GB" dirty="0"/>
              <a:t>	Automatically aligned – however, the mapping has not been updated in over a year and doesn’t align with the FY25 Campaigns</a:t>
            </a:r>
          </a:p>
        </p:txBody>
      </p:sp>
      <p:sp>
        <p:nvSpPr>
          <p:cNvPr id="4" name="Slide Number Placeholder 3"/>
          <p:cNvSpPr>
            <a:spLocks noGrp="1"/>
          </p:cNvSpPr>
          <p:nvPr>
            <p:ph type="sldNum" sz="quarter" idx="5"/>
          </p:nvPr>
        </p:nvSpPr>
        <p:spPr/>
        <p:txBody>
          <a:bodyPr/>
          <a:lstStyle/>
          <a:p>
            <a:fld id="{870B49EC-A97F-4C54-AB44-010F6F75E39D}" type="slidenum">
              <a:rPr lang="en-GB" smtClean="0"/>
              <a:t>11</a:t>
            </a:fld>
            <a:endParaRPr lang="en-GB"/>
          </a:p>
        </p:txBody>
      </p:sp>
    </p:spTree>
    <p:extLst>
      <p:ext uri="{BB962C8B-B14F-4D97-AF65-F5344CB8AC3E}">
        <p14:creationId xmlns:p14="http://schemas.microsoft.com/office/powerpoint/2010/main" val="2316427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70B49EC-A97F-4C54-AB44-010F6F75E39D}" type="slidenum">
              <a:rPr lang="en-GB" smtClean="0"/>
              <a:t>15</a:t>
            </a:fld>
            <a:endParaRPr lang="en-GB"/>
          </a:p>
        </p:txBody>
      </p:sp>
    </p:spTree>
    <p:extLst>
      <p:ext uri="{BB962C8B-B14F-4D97-AF65-F5344CB8AC3E}">
        <p14:creationId xmlns:p14="http://schemas.microsoft.com/office/powerpoint/2010/main" val="31379969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Midnight">
    <p:spTree>
      <p:nvGrpSpPr>
        <p:cNvPr id="1" name=""/>
        <p:cNvGrpSpPr/>
        <p:nvPr/>
      </p:nvGrpSpPr>
      <p:grpSpPr>
        <a:xfrm>
          <a:off x="0" y="0"/>
          <a:ext cx="0" cy="0"/>
          <a:chOff x="0" y="0"/>
          <a:chExt cx="0" cy="0"/>
        </a:xfrm>
      </p:grpSpPr>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7" name="Title 1">
            <a:extLst>
              <a:ext uri="{FF2B5EF4-FFF2-40B4-BE49-F238E27FC236}">
                <a16:creationId xmlns:a16="http://schemas.microsoft.com/office/drawing/2014/main" id="{FB1806B9-59E1-8EE1-4B4C-90B4D0E1F8B6}"/>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1" name="Subtitle">
            <a:extLst>
              <a:ext uri="{FF2B5EF4-FFF2-40B4-BE49-F238E27FC236}">
                <a16:creationId xmlns:a16="http://schemas.microsoft.com/office/drawing/2014/main" id="{0752FE33-C659-2420-3AB6-DE44957C4B0C}"/>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peaker Name">
            <a:extLst>
              <a:ext uri="{FF2B5EF4-FFF2-40B4-BE49-F238E27FC236}">
                <a16:creationId xmlns:a16="http://schemas.microsoft.com/office/drawing/2014/main" id="{41F71C68-0397-BAD0-2DDC-F934B0E3B24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4" name="Picture 13" descr="A close up of a bicycle wheel&#10;&#10;Description automatically generated with medium confidence">
            <a:extLst>
              <a:ext uri="{FF2B5EF4-FFF2-40B4-BE49-F238E27FC236}">
                <a16:creationId xmlns:a16="http://schemas.microsoft.com/office/drawing/2014/main" id="{5AE25C7A-1249-BCF4-6A15-0E65F3B81FA1}"/>
              </a:ext>
            </a:extLst>
          </p:cNvPr>
          <p:cNvPicPr>
            <a:picLocks noChangeAspect="1"/>
          </p:cNvPicPr>
          <p:nvPr/>
        </p:nvPicPr>
        <p:blipFill rotWithShape="1">
          <a:blip r:embed="rId3"/>
          <a:srcRect l="36612" t="37880"/>
          <a:stretch/>
        </p:blipFill>
        <p:spPr>
          <a:xfrm>
            <a:off x="0" y="0"/>
            <a:ext cx="3302296" cy="3186368"/>
          </a:xfrm>
          <a:prstGeom prst="rect">
            <a:avLst/>
          </a:prstGeom>
        </p:spPr>
      </p:pic>
    </p:spTree>
    <p:extLst>
      <p:ext uri="{BB962C8B-B14F-4D97-AF65-F5344CB8AC3E}">
        <p14:creationId xmlns:p14="http://schemas.microsoft.com/office/powerpoint/2010/main" val="20642514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Midnight 2">
    <p:spTree>
      <p:nvGrpSpPr>
        <p:cNvPr id="1" name=""/>
        <p:cNvGrpSpPr/>
        <p:nvPr/>
      </p:nvGrpSpPr>
      <p:grpSpPr>
        <a:xfrm>
          <a:off x="0" y="0"/>
          <a:ext cx="0" cy="0"/>
          <a:chOff x="0" y="0"/>
          <a:chExt cx="0" cy="0"/>
        </a:xfrm>
      </p:grpSpPr>
      <p:pic>
        <p:nvPicPr>
          <p:cNvPr id="11" name="Picture 7">
            <a:extLst>
              <a:ext uri="{FF2B5EF4-FFF2-40B4-BE49-F238E27FC236}">
                <a16:creationId xmlns:a16="http://schemas.microsoft.com/office/drawing/2014/main" id="{3E07EA67-4FBD-37ED-ACE3-23D90A302FC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868042" y="431800"/>
            <a:ext cx="714359" cy="375341"/>
          </a:xfrm>
          <a:prstGeom prst="rect">
            <a:avLst/>
          </a:prstGeom>
        </p:spPr>
      </p:pic>
      <p:sp>
        <p:nvSpPr>
          <p:cNvPr id="12" name="Title 1">
            <a:extLst>
              <a:ext uri="{FF2B5EF4-FFF2-40B4-BE49-F238E27FC236}">
                <a16:creationId xmlns:a16="http://schemas.microsoft.com/office/drawing/2014/main" id="{6C8A8D07-FD7D-5E31-8AB8-9278D8751FF2}"/>
              </a:ext>
            </a:extLst>
          </p:cNvPr>
          <p:cNvSpPr>
            <a:spLocks noGrp="1"/>
          </p:cNvSpPr>
          <p:nvPr>
            <p:ph type="ctrTitle" hasCustomPrompt="1"/>
          </p:nvPr>
        </p:nvSpPr>
        <p:spPr>
          <a:xfrm>
            <a:off x="609600" y="3200817"/>
            <a:ext cx="10972800" cy="1504200"/>
          </a:xfrm>
          <a:prstGeom prst="rect">
            <a:avLst/>
          </a:prstGeom>
        </p:spPr>
        <p:txBody>
          <a:bodyPr lIns="0" tIns="0" rIns="0" bIns="0" anchor="b" anchorCtr="0"/>
          <a:lstStyle>
            <a:lvl1pPr marL="0" indent="0" algn="r">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3" name="Subtitle">
            <a:extLst>
              <a:ext uri="{FF2B5EF4-FFF2-40B4-BE49-F238E27FC236}">
                <a16:creationId xmlns:a16="http://schemas.microsoft.com/office/drawing/2014/main" id="{66F1F590-BFCB-FED9-A671-92A04C309DC6}"/>
              </a:ext>
            </a:extLst>
          </p:cNvPr>
          <p:cNvSpPr>
            <a:spLocks noGrp="1"/>
          </p:cNvSpPr>
          <p:nvPr>
            <p:ph type="body" sz="quarter" idx="13" hasCustomPrompt="1"/>
          </p:nvPr>
        </p:nvSpPr>
        <p:spPr>
          <a:xfrm>
            <a:off x="609600" y="4807254"/>
            <a:ext cx="10972800" cy="398668"/>
          </a:xfrm>
          <a:prstGeom prst="rect">
            <a:avLst/>
          </a:prstGeom>
        </p:spPr>
        <p:txBody>
          <a:bodyPr lIns="0" tIns="0" rIns="0" bIns="0"/>
          <a:lstStyle>
            <a:lvl1pPr marL="0" indent="0" algn="r">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4" name="Speaker Name">
            <a:extLst>
              <a:ext uri="{FF2B5EF4-FFF2-40B4-BE49-F238E27FC236}">
                <a16:creationId xmlns:a16="http://schemas.microsoft.com/office/drawing/2014/main" id="{8A19B5E2-7CFA-E5A2-3774-526865A55811}"/>
              </a:ext>
            </a:extLst>
          </p:cNvPr>
          <p:cNvSpPr>
            <a:spLocks noGrp="1"/>
          </p:cNvSpPr>
          <p:nvPr>
            <p:ph type="subTitle" idx="1" hasCustomPrompt="1"/>
          </p:nvPr>
        </p:nvSpPr>
        <p:spPr>
          <a:xfrm>
            <a:off x="609600" y="5314225"/>
            <a:ext cx="10972800" cy="807177"/>
          </a:xfrm>
          <a:prstGeom prst="rect">
            <a:avLst/>
          </a:prstGeom>
        </p:spPr>
        <p:txBody>
          <a:bodyPr lIns="0" tIns="0" rIns="0" bIns="0" anchor="t" anchorCtr="0">
            <a:noAutofit/>
          </a:bodyPr>
          <a:lstStyle>
            <a:lvl1pPr marL="0" indent="0" algn="r">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7" name="Graphic 16">
            <a:extLst>
              <a:ext uri="{FF2B5EF4-FFF2-40B4-BE49-F238E27FC236}">
                <a16:creationId xmlns:a16="http://schemas.microsoft.com/office/drawing/2014/main" id="{B1556834-75D2-108A-B33C-79765E2C9CFB}"/>
              </a:ext>
            </a:extLst>
          </p:cNvPr>
          <p:cNvPicPr>
            <a:picLocks noChangeAspect="1"/>
          </p:cNvPicPr>
          <p:nvPr/>
        </p:nvPicPr>
        <p:blipFill rotWithShape="1">
          <a:blip>
            <a:extLst>
              <a:ext uri="{96DAC541-7B7A-43D3-8B79-37D633B846F1}">
                <asvg:svgBlip xmlns:asvg="http://schemas.microsoft.com/office/drawing/2016/SVG/main" r:embed="rId3"/>
              </a:ext>
            </a:extLst>
          </a:blip>
          <a:srcRect l="40057" t="41915" b="1534"/>
          <a:stretch/>
        </p:blipFill>
        <p:spPr>
          <a:xfrm>
            <a:off x="22034" y="-2219"/>
            <a:ext cx="7116956" cy="6720012"/>
          </a:xfrm>
          <a:prstGeom prst="rect">
            <a:avLst/>
          </a:prstGeom>
        </p:spPr>
      </p:pic>
    </p:spTree>
    <p:extLst>
      <p:ext uri="{BB962C8B-B14F-4D97-AF65-F5344CB8AC3E}">
        <p14:creationId xmlns:p14="http://schemas.microsoft.com/office/powerpoint/2010/main" val="3637808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ky Title Midnight Left">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bg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pic>
        <p:nvPicPr>
          <p:cNvPr id="7" name="Graphic 6">
            <a:extLst>
              <a:ext uri="{FF2B5EF4-FFF2-40B4-BE49-F238E27FC236}">
                <a16:creationId xmlns:a16="http://schemas.microsoft.com/office/drawing/2014/main" id="{45E08A58-48AA-5A77-69A6-922023305F1F}"/>
              </a:ext>
            </a:extLst>
          </p:cNvPr>
          <p:cNvPicPr>
            <a:picLocks noChangeAspect="1"/>
          </p:cNvPicPr>
          <p:nvPr/>
        </p:nvPicPr>
        <p:blipFill rotWithShape="1">
          <a:blip>
            <a:extLst>
              <a:ext uri="{96DAC541-7B7A-43D3-8B79-37D633B846F1}">
                <asvg:svgBlip xmlns:asvg="http://schemas.microsoft.com/office/drawing/2016/SVG/main" r:embed="rId3"/>
              </a:ext>
            </a:extLst>
          </a:blip>
          <a:srcRect t="37725" r="36794"/>
          <a:stretch/>
        </p:blipFill>
        <p:spPr>
          <a:xfrm>
            <a:off x="8995972" y="0"/>
            <a:ext cx="3196029" cy="3148965"/>
          </a:xfrm>
          <a:prstGeom prst="rect">
            <a:avLst/>
          </a:prstGeom>
        </p:spPr>
      </p:pic>
    </p:spTree>
    <p:extLst>
      <p:ext uri="{BB962C8B-B14F-4D97-AF65-F5344CB8AC3E}">
        <p14:creationId xmlns:p14="http://schemas.microsoft.com/office/powerpoint/2010/main" val="31633598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Midnight Lef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C42D79D-196D-79B2-C9D9-9E420F6F7382}"/>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8" name="Subtitle">
            <a:extLst>
              <a:ext uri="{FF2B5EF4-FFF2-40B4-BE49-F238E27FC236}">
                <a16:creationId xmlns:a16="http://schemas.microsoft.com/office/drawing/2014/main" id="{8D946DB3-26D2-2EE1-728C-7D32C4930F2E}"/>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2" name="Subtitle 2">
            <a:extLst>
              <a:ext uri="{FF2B5EF4-FFF2-40B4-BE49-F238E27FC236}">
                <a16:creationId xmlns:a16="http://schemas.microsoft.com/office/drawing/2014/main" id="{E07CA8F8-C47B-50F4-9C65-C46111F86B86}"/>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25" name="Picture 7">
            <a:extLst>
              <a:ext uri="{FF2B5EF4-FFF2-40B4-BE49-F238E27FC236}">
                <a16:creationId xmlns:a16="http://schemas.microsoft.com/office/drawing/2014/main" id="{C5A29C15-48D7-6644-9164-6F819B3D7D8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431800"/>
            <a:ext cx="714359" cy="375341"/>
          </a:xfrm>
          <a:prstGeom prst="rect">
            <a:avLst/>
          </a:prstGeom>
        </p:spPr>
      </p:pic>
      <p:pic>
        <p:nvPicPr>
          <p:cNvPr id="10" name="Graphic 9">
            <a:extLst>
              <a:ext uri="{FF2B5EF4-FFF2-40B4-BE49-F238E27FC236}">
                <a16:creationId xmlns:a16="http://schemas.microsoft.com/office/drawing/2014/main" id="{85B84F8A-4CB4-590D-0A8D-E932FEA97B8B}"/>
              </a:ext>
            </a:extLst>
          </p:cNvPr>
          <p:cNvPicPr>
            <a:picLocks noChangeAspect="1"/>
          </p:cNvPicPr>
          <p:nvPr/>
        </p:nvPicPr>
        <p:blipFill rotWithShape="1">
          <a:blip>
            <a:extLst>
              <a:ext uri="{96DAC541-7B7A-43D3-8B79-37D633B846F1}">
                <asvg:svgBlip xmlns:asvg="http://schemas.microsoft.com/office/drawing/2016/SVG/main" r:embed="rId3"/>
              </a:ext>
            </a:extLst>
          </a:blip>
          <a:srcRect t="37924" r="37399"/>
          <a:stretch/>
        </p:blipFill>
        <p:spPr>
          <a:xfrm>
            <a:off x="8934553" y="-1"/>
            <a:ext cx="3257447" cy="3230108"/>
          </a:xfrm>
          <a:prstGeom prst="rect">
            <a:avLst/>
          </a:prstGeom>
        </p:spPr>
      </p:pic>
    </p:spTree>
    <p:extLst>
      <p:ext uri="{BB962C8B-B14F-4D97-AF65-F5344CB8AC3E}">
        <p14:creationId xmlns:p14="http://schemas.microsoft.com/office/powerpoint/2010/main" val="20819709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Midnight Left Image">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8B79449B-D8FD-934A-BDBF-CDDC969F0C21}"/>
              </a:ext>
            </a:extLst>
          </p:cNvPr>
          <p:cNvSpPr>
            <a:spLocks noGrp="1"/>
          </p:cNvSpPr>
          <p:nvPr>
            <p:ph type="pic" sz="quarter" idx="10" hasCustomPrompt="1"/>
          </p:nvPr>
        </p:nvSpPr>
        <p:spPr>
          <a:xfrm>
            <a:off x="8186059" y="0"/>
            <a:ext cx="4005943" cy="6858000"/>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pic>
        <p:nvPicPr>
          <p:cNvPr id="8" name="Picture 7">
            <a:extLst>
              <a:ext uri="{FF2B5EF4-FFF2-40B4-BE49-F238E27FC236}">
                <a16:creationId xmlns:a16="http://schemas.microsoft.com/office/drawing/2014/main" id="{D9C35F59-840A-4949-98EF-405713B32F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829427" y="431800"/>
            <a:ext cx="714359" cy="375341"/>
          </a:xfrm>
          <a:prstGeom prst="rect">
            <a:avLst/>
          </a:prstGeom>
        </p:spPr>
      </p:pic>
      <p:sp>
        <p:nvSpPr>
          <p:cNvPr id="16" name="Title 1">
            <a:extLst>
              <a:ext uri="{FF2B5EF4-FFF2-40B4-BE49-F238E27FC236}">
                <a16:creationId xmlns:a16="http://schemas.microsoft.com/office/drawing/2014/main" id="{295FAFAD-F810-39BD-3A75-77D90AC7B4C4}"/>
              </a:ext>
            </a:extLst>
          </p:cNvPr>
          <p:cNvSpPr>
            <a:spLocks noGrp="1"/>
          </p:cNvSpPr>
          <p:nvPr>
            <p:ph type="ctrTitle" hasCustomPrompt="1"/>
          </p:nvPr>
        </p:nvSpPr>
        <p:spPr>
          <a:xfrm>
            <a:off x="628011" y="3200817"/>
            <a:ext cx="10962553" cy="1504200"/>
          </a:xfrm>
          <a:prstGeom prst="rect">
            <a:avLst/>
          </a:prstGeom>
          <a:noFill/>
        </p:spPr>
        <p:txBody>
          <a:bodyPr lIns="0" tIns="0" rIns="0" bIns="0" anchor="b" anchorCtr="0"/>
          <a:lstStyle>
            <a:lvl1pPr marL="0" indent="0" algn="l">
              <a:lnSpc>
                <a:spcPct val="90000"/>
              </a:lnSpc>
              <a:buFont typeface="Arial" panose="020B0604020202020204" pitchFamily="34" charset="0"/>
              <a:buNone/>
              <a:defRPr sz="5400" b="0" i="0" spc="0" baseline="0">
                <a:solidFill>
                  <a:schemeClr val="bg1"/>
                </a:solidFill>
                <a:latin typeface="CiscoSansTT ExtraLight" panose="020B0303020201020303" pitchFamily="34" charset="0"/>
                <a:cs typeface="CiscoSansTT ExtraLight"/>
              </a:defRPr>
            </a:lvl1pPr>
          </a:lstStyle>
          <a:p>
            <a:r>
              <a:rPr lang="en-GB" dirty="0"/>
              <a:t>Presentation title </a:t>
            </a:r>
            <a:br>
              <a:rPr lang="en-GB" dirty="0"/>
            </a:br>
            <a:r>
              <a:rPr lang="en-GB" dirty="0"/>
              <a:t>goes here</a:t>
            </a:r>
            <a:endParaRPr lang="en-US" dirty="0"/>
          </a:p>
        </p:txBody>
      </p:sp>
      <p:sp>
        <p:nvSpPr>
          <p:cNvPr id="17" name="Subtitle">
            <a:extLst>
              <a:ext uri="{FF2B5EF4-FFF2-40B4-BE49-F238E27FC236}">
                <a16:creationId xmlns:a16="http://schemas.microsoft.com/office/drawing/2014/main" id="{8C37E0F8-C5E2-7BED-8AAC-897D792BB038}"/>
              </a:ext>
            </a:extLst>
          </p:cNvPr>
          <p:cNvSpPr>
            <a:spLocks noGrp="1"/>
          </p:cNvSpPr>
          <p:nvPr>
            <p:ph type="body" sz="quarter" idx="13" hasCustomPrompt="1"/>
          </p:nvPr>
        </p:nvSpPr>
        <p:spPr>
          <a:xfrm>
            <a:off x="628011" y="4807254"/>
            <a:ext cx="10962553" cy="398668"/>
          </a:xfrm>
          <a:prstGeom prst="rect">
            <a:avLst/>
          </a:prstGeom>
          <a:noFill/>
        </p:spPr>
        <p:txBody>
          <a:bodyPr lIns="0" tIns="0" rIns="0" bIns="0"/>
          <a:lstStyle>
            <a:lvl1pPr marL="0" indent="0" algn="l">
              <a:buFont typeface="Arial" panose="020B0604020202020204" pitchFamily="34" charset="0"/>
              <a:buNone/>
              <a:defRPr sz="20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 goes here</a:t>
            </a:r>
          </a:p>
        </p:txBody>
      </p:sp>
      <p:sp>
        <p:nvSpPr>
          <p:cNvPr id="18" name="Subtitle 2">
            <a:extLst>
              <a:ext uri="{FF2B5EF4-FFF2-40B4-BE49-F238E27FC236}">
                <a16:creationId xmlns:a16="http://schemas.microsoft.com/office/drawing/2014/main" id="{CD577481-303C-6B3D-080C-D901A9CC28E2}"/>
              </a:ext>
            </a:extLst>
          </p:cNvPr>
          <p:cNvSpPr>
            <a:spLocks noGrp="1"/>
          </p:cNvSpPr>
          <p:nvPr>
            <p:ph type="subTitle" idx="1" hasCustomPrompt="1"/>
          </p:nvPr>
        </p:nvSpPr>
        <p:spPr>
          <a:xfrm>
            <a:off x="628011" y="5314225"/>
            <a:ext cx="10962553" cy="807177"/>
          </a:xfrm>
          <a:prstGeom prst="rect">
            <a:avLst/>
          </a:prstGeom>
          <a:noFill/>
        </p:spPr>
        <p:txBody>
          <a:bodyPr lIns="0" tIns="0" rIns="0" bIns="0" anchor="t" anchorCtr="0">
            <a:noAutofit/>
          </a:bodyPr>
          <a:lstStyle>
            <a:lvl1pPr marL="0" indent="0" algn="l">
              <a:lnSpc>
                <a:spcPct val="100000"/>
              </a:lnSpc>
              <a:spcBef>
                <a:spcPts val="0"/>
              </a:spcBef>
              <a:spcAft>
                <a:spcPts val="1600"/>
              </a:spcAft>
              <a:buNone/>
              <a:defRPr sz="1300" b="0" i="0">
                <a:solidFill>
                  <a:schemeClr val="tx1"/>
                </a:solidFill>
                <a:latin typeface="CiscoSansTT Light" panose="020B0503020201020303" pitchFamily="34" charset="0"/>
                <a:cs typeface="CiscoSansTT Ligh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name, Speaker title </a:t>
            </a:r>
            <a:br>
              <a:rPr lang="en-GB" dirty="0"/>
            </a:br>
            <a:r>
              <a:rPr lang="en-GB" dirty="0"/>
              <a:t>Department</a:t>
            </a:r>
          </a:p>
          <a:p>
            <a:r>
              <a:rPr lang="en-GB" dirty="0"/>
              <a:t>Date</a:t>
            </a:r>
            <a:endParaRPr lang="en-US" dirty="0"/>
          </a:p>
        </p:txBody>
      </p:sp>
      <p:pic>
        <p:nvPicPr>
          <p:cNvPr id="19" name="Picture 18" descr="A close up of a bicycle wheel&#10;&#10;Description automatically generated with medium confidence">
            <a:extLst>
              <a:ext uri="{FF2B5EF4-FFF2-40B4-BE49-F238E27FC236}">
                <a16:creationId xmlns:a16="http://schemas.microsoft.com/office/drawing/2014/main" id="{3E944F94-13BC-6112-DD6F-F3014229F406}"/>
              </a:ext>
            </a:extLst>
          </p:cNvPr>
          <p:cNvPicPr>
            <a:picLocks noChangeAspect="1"/>
          </p:cNvPicPr>
          <p:nvPr/>
        </p:nvPicPr>
        <p:blipFill rotWithShape="1">
          <a:blip r:embed="rId3"/>
          <a:srcRect l="36612" t="37880"/>
          <a:stretch/>
        </p:blipFill>
        <p:spPr>
          <a:xfrm>
            <a:off x="0" y="0"/>
            <a:ext cx="3302296" cy="3186368"/>
          </a:xfrm>
          <a:prstGeom prst="rect">
            <a:avLst/>
          </a:prstGeom>
        </p:spPr>
      </p:pic>
    </p:spTree>
    <p:extLst>
      <p:ext uri="{BB962C8B-B14F-4D97-AF65-F5344CB8AC3E}">
        <p14:creationId xmlns:p14="http://schemas.microsoft.com/office/powerpoint/2010/main" val="1524695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Righ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Transition slide goes here</a:t>
            </a:r>
            <a:endParaRPr lang="en-US" dirty="0"/>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pic>
        <p:nvPicPr>
          <p:cNvPr id="11" name="Graphic 10">
            <a:extLst>
              <a:ext uri="{FF2B5EF4-FFF2-40B4-BE49-F238E27FC236}">
                <a16:creationId xmlns:a16="http://schemas.microsoft.com/office/drawing/2014/main" id="{51FF43AA-FA61-3439-F600-7BB34C936572}"/>
              </a:ext>
            </a:extLst>
          </p:cNvPr>
          <p:cNvPicPr>
            <a:picLocks noChangeAspect="1"/>
          </p:cNvPicPr>
          <p:nvPr/>
        </p:nvPicPr>
        <p:blipFill rotWithShape="1">
          <a:blip>
            <a:extLst>
              <a:ext uri="{96DAC541-7B7A-43D3-8B79-37D633B846F1}">
                <asvg:svgBlip xmlns:asvg="http://schemas.microsoft.com/office/drawing/2016/SVG/main" r:embed="rId2"/>
              </a:ext>
            </a:extLst>
          </a:blip>
          <a:srcRect l="45429" t="46981"/>
          <a:stretch/>
        </p:blipFill>
        <p:spPr>
          <a:xfrm>
            <a:off x="-12192" y="0"/>
            <a:ext cx="6388608" cy="6212306"/>
          </a:xfrm>
          <a:prstGeom prst="rect">
            <a:avLst/>
          </a:prstGeom>
        </p:spPr>
      </p:pic>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dirty="0">
              <a:latin typeface="+mn-lt"/>
            </a:endParaRPr>
          </a:p>
        </p:txBody>
      </p:sp>
    </p:spTree>
    <p:extLst>
      <p:ext uri="{BB962C8B-B14F-4D97-AF65-F5344CB8AC3E}">
        <p14:creationId xmlns:p14="http://schemas.microsoft.com/office/powerpoint/2010/main" val="391677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ky Transition Righ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4A31272-7678-5F4F-BF05-F087FA2FC8E9}"/>
              </a:ext>
            </a:extLst>
          </p:cNvPr>
          <p:cNvSpPr>
            <a:spLocks noGrp="1"/>
          </p:cNvSpPr>
          <p:nvPr>
            <p:ph type="ctrTitle" hasCustomPrompt="1"/>
          </p:nvPr>
        </p:nvSpPr>
        <p:spPr>
          <a:xfrm>
            <a:off x="609601" y="3101870"/>
            <a:ext cx="10972801" cy="1262529"/>
          </a:xfrm>
          <a:prstGeom prst="rect">
            <a:avLst/>
          </a:prstGeom>
        </p:spPr>
        <p:txBody>
          <a:bodyPr anchor="ctr"/>
          <a:lstStyle>
            <a:lvl1pPr marL="0" indent="0" algn="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Transition slide goes here</a:t>
            </a:r>
            <a:endParaRPr lang="en-US" dirty="0"/>
          </a:p>
        </p:txBody>
      </p:sp>
      <p:sp>
        <p:nvSpPr>
          <p:cNvPr id="9" name="Text Placeholder 2">
            <a:extLst>
              <a:ext uri="{FF2B5EF4-FFF2-40B4-BE49-F238E27FC236}">
                <a16:creationId xmlns:a16="http://schemas.microsoft.com/office/drawing/2014/main" id="{DECC8AF0-3BE8-4648-B8CF-BE366F78ABFC}"/>
              </a:ext>
            </a:extLst>
          </p:cNvPr>
          <p:cNvSpPr>
            <a:spLocks noGrp="1"/>
          </p:cNvSpPr>
          <p:nvPr>
            <p:ph type="body" sz="quarter" idx="14" hasCustomPrompt="1"/>
          </p:nvPr>
        </p:nvSpPr>
        <p:spPr>
          <a:xfrm>
            <a:off x="609603" y="431802"/>
            <a:ext cx="10972800" cy="398668"/>
          </a:xfrm>
          <a:prstGeom prst="rect">
            <a:avLst/>
          </a:prstGeom>
        </p:spPr>
        <p:txBody>
          <a:bodyPr lIns="0" tIns="0" rIns="0" bIns="0"/>
          <a:lstStyle>
            <a:lvl1pPr marL="0" indent="0" algn="r">
              <a:buFont typeface="Arial" panose="020B0604020202020204" pitchFamily="34" charset="0"/>
              <a:buNone/>
              <a:defRPr sz="1333"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Box 12">
            <a:extLst>
              <a:ext uri="{FF2B5EF4-FFF2-40B4-BE49-F238E27FC236}">
                <a16:creationId xmlns:a16="http://schemas.microsoft.com/office/drawing/2014/main" id="{C4D79563-9547-9B5C-F7F4-A016B119A7E7}"/>
              </a:ext>
            </a:extLst>
          </p:cNvPr>
          <p:cNvSpPr txBox="1"/>
          <p:nvPr/>
        </p:nvSpPr>
        <p:spPr>
          <a:xfrm>
            <a:off x="4358642" y="-548640"/>
            <a:ext cx="184731" cy="369332"/>
          </a:xfrm>
          <a:prstGeom prst="rect">
            <a:avLst/>
          </a:prstGeom>
          <a:noFill/>
        </p:spPr>
        <p:txBody>
          <a:bodyPr wrap="none" rtlCol="0">
            <a:spAutoFit/>
          </a:bodyPr>
          <a:lstStyle/>
          <a:p>
            <a:endParaRPr lang="en-US" dirty="0">
              <a:latin typeface="+mn-lt"/>
            </a:endParaRPr>
          </a:p>
        </p:txBody>
      </p:sp>
      <p:pic>
        <p:nvPicPr>
          <p:cNvPr id="7" name="Graphic 6">
            <a:extLst>
              <a:ext uri="{FF2B5EF4-FFF2-40B4-BE49-F238E27FC236}">
                <a16:creationId xmlns:a16="http://schemas.microsoft.com/office/drawing/2014/main" id="{CD16E0A2-8320-C766-5D9E-53EC4EE09E2D}"/>
              </a:ext>
            </a:extLst>
          </p:cNvPr>
          <p:cNvPicPr>
            <a:picLocks noChangeAspect="1"/>
          </p:cNvPicPr>
          <p:nvPr/>
        </p:nvPicPr>
        <p:blipFill rotWithShape="1">
          <a:blip>
            <a:extLst>
              <a:ext uri="{96DAC541-7B7A-43D3-8B79-37D633B846F1}">
                <asvg:svgBlip xmlns:asvg="http://schemas.microsoft.com/office/drawing/2016/SVG/main" r:embed="rId2"/>
              </a:ext>
            </a:extLst>
          </a:blip>
          <a:srcRect l="45455" t="47214"/>
          <a:stretch/>
        </p:blipFill>
        <p:spPr>
          <a:xfrm>
            <a:off x="0" y="1"/>
            <a:ext cx="5374832" cy="5205984"/>
          </a:xfrm>
          <a:prstGeom prst="rect">
            <a:avLst/>
          </a:prstGeom>
        </p:spPr>
      </p:pic>
    </p:spTree>
    <p:extLst>
      <p:ext uri="{BB962C8B-B14F-4D97-AF65-F5344CB8AC3E}">
        <p14:creationId xmlns:p14="http://schemas.microsoft.com/office/powerpoint/2010/main" val="1534041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tx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role</a:t>
            </a:r>
            <a:endParaRPr lang="en-US" dirty="0"/>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Speaker name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As the adoption of multi-cloud strategy grows, Ulla </a:t>
            </a:r>
            <a:r>
              <a:rPr lang="en-GB" dirty="0" err="1"/>
              <a:t>sitiora</a:t>
            </a:r>
            <a:r>
              <a:rPr lang="en-GB" dirty="0"/>
              <a:t> </a:t>
            </a:r>
            <a:r>
              <a:rPr lang="en-GB" dirty="0" err="1"/>
              <a:t>turest</a:t>
            </a:r>
            <a:r>
              <a:rPr lang="en-GB" dirty="0"/>
              <a:t> </a:t>
            </a:r>
            <a:r>
              <a:rPr lang="en-GB" dirty="0" err="1"/>
              <a:t>experibus</a:t>
            </a:r>
            <a:r>
              <a:rPr lang="en-GB" dirty="0"/>
              <a:t> </a:t>
            </a:r>
            <a:r>
              <a:rPr lang="en-GB" dirty="0" err="1"/>
              <a:t>ut</a:t>
            </a:r>
            <a:r>
              <a:rPr lang="en-GB" dirty="0"/>
              <a:t> pa </a:t>
            </a:r>
            <a:r>
              <a:rPr lang="en-GB" dirty="0" err="1"/>
              <a:t>dolor</a:t>
            </a:r>
            <a:r>
              <a:rPr lang="en-GB" dirty="0"/>
              <a:t> a </a:t>
            </a:r>
            <a:r>
              <a:rPr lang="en-GB" dirty="0" err="1"/>
              <a:t>conestia</a:t>
            </a:r>
            <a:r>
              <a:rPr lang="en-GB" dirty="0"/>
              <a:t> vent </a:t>
            </a:r>
            <a:r>
              <a:rPr lang="en-GB" dirty="0" err="1"/>
              <a:t>eosse</a:t>
            </a:r>
            <a:r>
              <a:rPr lang="en-GB" dirty="0"/>
              <a:t> non </a:t>
            </a:r>
            <a:r>
              <a:rPr lang="en-GB" dirty="0" err="1"/>
              <a:t>consequ</a:t>
            </a:r>
            <a:r>
              <a:rPr lang="en-GB" dirty="0"/>
              <a:t> </a:t>
            </a:r>
            <a:r>
              <a:rPr lang="en-GB" dirty="0" err="1"/>
              <a:t>aturit</a:t>
            </a:r>
            <a:r>
              <a:rPr lang="en-GB" dirty="0"/>
              <a:t> </a:t>
            </a:r>
            <a:r>
              <a:rPr lang="en-GB" dirty="0" err="1"/>
              <a:t>faccum</a:t>
            </a:r>
            <a:r>
              <a:rPr lang="en-GB" dirty="0"/>
              <a:t> qui </a:t>
            </a:r>
            <a:r>
              <a:rPr lang="en-GB" dirty="0" err="1"/>
              <a:t>dolor</a:t>
            </a:r>
            <a:r>
              <a:rPr lang="en-GB" dirty="0"/>
              <a:t> a </a:t>
            </a:r>
            <a:r>
              <a:rPr lang="en-GB" dirty="0" err="1"/>
              <a:t>num</a:t>
            </a:r>
            <a:endParaRPr lang="en-GB" dirty="0"/>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C971E1A-FF32-8218-BAD9-002E42B9E7A8}"/>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4806" t="46981" r="50235"/>
          <a:stretch/>
        </p:blipFill>
        <p:spPr>
          <a:xfrm>
            <a:off x="8981440" y="0"/>
            <a:ext cx="3210560" cy="3121961"/>
          </a:xfrm>
          <a:prstGeom prst="rect">
            <a:avLst/>
          </a:prstGeom>
        </p:spPr>
      </p:pic>
    </p:spTree>
    <p:extLst>
      <p:ext uri="{BB962C8B-B14F-4D97-AF65-F5344CB8AC3E}">
        <p14:creationId xmlns:p14="http://schemas.microsoft.com/office/powerpoint/2010/main" val="1754613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ky Quote">
    <p:bg>
      <p:bgPr>
        <a:solidFill>
          <a:schemeClr val="accent1"/>
        </a:solidFill>
        <a:effectLst/>
      </p:bgPr>
    </p:bg>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055E4C37-FAD6-B449-9189-A035C0C9E88B}"/>
              </a:ext>
            </a:extLst>
          </p:cNvPr>
          <p:cNvSpPr>
            <a:spLocks noGrp="1"/>
          </p:cNvSpPr>
          <p:nvPr>
            <p:ph type="subTitle" idx="1" hasCustomPrompt="1"/>
          </p:nvPr>
        </p:nvSpPr>
        <p:spPr>
          <a:xfrm>
            <a:off x="609601" y="5658220"/>
            <a:ext cx="10972800" cy="465891"/>
          </a:xfrm>
          <a:prstGeom prst="rect">
            <a:avLst/>
          </a:prstGeom>
        </p:spPr>
        <p:txBody>
          <a:bodyPr lIns="91420" tIns="45710" rIns="91420" bIns="45710" anchor="t" anchorCtr="0">
            <a:noAutofit/>
          </a:bodyPr>
          <a:lstStyle>
            <a:lvl1pPr marL="0" indent="0" algn="ctr">
              <a:lnSpc>
                <a:spcPct val="150000"/>
              </a:lnSpc>
              <a:spcBef>
                <a:spcPts val="0"/>
              </a:spcBef>
              <a:spcAft>
                <a:spcPts val="0"/>
              </a:spcAft>
              <a:buNone/>
              <a:defRPr sz="1500" b="0" i="0">
                <a:solidFill>
                  <a:schemeClr val="bg1"/>
                </a:solidFill>
                <a:latin typeface="CiscoSansTT" panose="020B0503020201020303" pitchFamily="34" charset="0"/>
                <a:cs typeface="CiscoSansTT" panose="020B0503020201020303" pitchFamily="34" charset="0"/>
              </a:defRPr>
            </a:lvl1pPr>
            <a:lvl2pPr marL="457138" indent="0" algn="ctr">
              <a:buNone/>
              <a:defRPr>
                <a:solidFill>
                  <a:schemeClr val="tx1">
                    <a:tint val="75000"/>
                  </a:schemeClr>
                </a:solidFill>
              </a:defRPr>
            </a:lvl2pPr>
            <a:lvl3pPr marL="914286" indent="0" algn="ctr">
              <a:buNone/>
              <a:defRPr>
                <a:solidFill>
                  <a:schemeClr val="tx1">
                    <a:tint val="75000"/>
                  </a:schemeClr>
                </a:solidFill>
              </a:defRPr>
            </a:lvl3pPr>
            <a:lvl4pPr marL="1371427" indent="0" algn="ctr">
              <a:buNone/>
              <a:defRPr>
                <a:solidFill>
                  <a:schemeClr val="tx1">
                    <a:tint val="75000"/>
                  </a:schemeClr>
                </a:solidFill>
              </a:defRPr>
            </a:lvl4pPr>
            <a:lvl5pPr marL="1828573" indent="0" algn="ctr">
              <a:buNone/>
              <a:defRPr>
                <a:solidFill>
                  <a:schemeClr val="tx1">
                    <a:tint val="75000"/>
                  </a:schemeClr>
                </a:solidFill>
              </a:defRPr>
            </a:lvl5pPr>
            <a:lvl6pPr marL="2285711" indent="0" algn="ctr">
              <a:buNone/>
              <a:defRPr>
                <a:solidFill>
                  <a:schemeClr val="tx1">
                    <a:tint val="75000"/>
                  </a:schemeClr>
                </a:solidFill>
              </a:defRPr>
            </a:lvl6pPr>
            <a:lvl7pPr marL="2742858" indent="0" algn="ctr">
              <a:buNone/>
              <a:defRPr>
                <a:solidFill>
                  <a:schemeClr val="tx1">
                    <a:tint val="75000"/>
                  </a:schemeClr>
                </a:solidFill>
              </a:defRPr>
            </a:lvl7pPr>
            <a:lvl8pPr marL="3200000" indent="0" algn="ctr">
              <a:buNone/>
              <a:defRPr>
                <a:solidFill>
                  <a:schemeClr val="tx1">
                    <a:tint val="75000"/>
                  </a:schemeClr>
                </a:solidFill>
              </a:defRPr>
            </a:lvl8pPr>
            <a:lvl9pPr marL="3657146" indent="0" algn="ctr">
              <a:buNone/>
              <a:defRPr>
                <a:solidFill>
                  <a:schemeClr val="tx1">
                    <a:tint val="75000"/>
                  </a:schemeClr>
                </a:solidFill>
              </a:defRPr>
            </a:lvl9pPr>
          </a:lstStyle>
          <a:p>
            <a:r>
              <a:rPr lang="en-GB" dirty="0"/>
              <a:t>Speaker role</a:t>
            </a:r>
            <a:endParaRPr lang="en-US" dirty="0"/>
          </a:p>
        </p:txBody>
      </p:sp>
      <p:sp>
        <p:nvSpPr>
          <p:cNvPr id="15" name="Text Placeholder 2">
            <a:extLst>
              <a:ext uri="{FF2B5EF4-FFF2-40B4-BE49-F238E27FC236}">
                <a16:creationId xmlns:a16="http://schemas.microsoft.com/office/drawing/2014/main" id="{FEADEB85-EFB9-A048-BE6B-F1473C49995D}"/>
              </a:ext>
            </a:extLst>
          </p:cNvPr>
          <p:cNvSpPr>
            <a:spLocks noGrp="1"/>
          </p:cNvSpPr>
          <p:nvPr>
            <p:ph type="body" sz="quarter" idx="13" hasCustomPrompt="1"/>
          </p:nvPr>
        </p:nvSpPr>
        <p:spPr>
          <a:xfrm>
            <a:off x="609600" y="5233078"/>
            <a:ext cx="10972800" cy="398668"/>
          </a:xfrm>
          <a:prstGeom prst="rect">
            <a:avLst/>
          </a:prstGeom>
        </p:spPr>
        <p:txBody>
          <a:bodyPr lIns="91420" tIns="45710" rIns="91420" bIns="45710"/>
          <a:lstStyle>
            <a:lvl1pPr marL="0" indent="0" algn="ctr">
              <a:buFont typeface="Arial" panose="020B0604020202020204" pitchFamily="34" charset="0"/>
              <a:buNone/>
              <a:defRPr sz="24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Speaker role</a:t>
            </a:r>
          </a:p>
        </p:txBody>
      </p:sp>
      <p:sp>
        <p:nvSpPr>
          <p:cNvPr id="17" name="Title 1">
            <a:extLst>
              <a:ext uri="{FF2B5EF4-FFF2-40B4-BE49-F238E27FC236}">
                <a16:creationId xmlns:a16="http://schemas.microsoft.com/office/drawing/2014/main" id="{86E3EA5B-6C70-8F4D-9385-EC53B25066C1}"/>
              </a:ext>
            </a:extLst>
          </p:cNvPr>
          <p:cNvSpPr>
            <a:spLocks noGrp="1"/>
          </p:cNvSpPr>
          <p:nvPr>
            <p:ph type="ctrTitle" hasCustomPrompt="1"/>
          </p:nvPr>
        </p:nvSpPr>
        <p:spPr>
          <a:xfrm>
            <a:off x="899521" y="1398874"/>
            <a:ext cx="10376024" cy="3311089"/>
          </a:xfrm>
          <a:prstGeom prst="rect">
            <a:avLst/>
          </a:prstGeom>
        </p:spPr>
        <p:txBody>
          <a:bodyPr anchor="ctr"/>
          <a:lstStyle>
            <a:lvl1pPr marL="0" indent="0" algn="ctr">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As the adoption of multi-cloud strategy grows, Ulla </a:t>
            </a:r>
            <a:r>
              <a:rPr lang="en-GB" dirty="0" err="1"/>
              <a:t>sitiora</a:t>
            </a:r>
            <a:r>
              <a:rPr lang="en-GB" dirty="0"/>
              <a:t> </a:t>
            </a:r>
            <a:r>
              <a:rPr lang="en-GB" dirty="0" err="1"/>
              <a:t>turest</a:t>
            </a:r>
            <a:r>
              <a:rPr lang="en-GB" dirty="0"/>
              <a:t> </a:t>
            </a:r>
            <a:r>
              <a:rPr lang="en-GB" dirty="0" err="1"/>
              <a:t>experibus</a:t>
            </a:r>
            <a:r>
              <a:rPr lang="en-GB" dirty="0"/>
              <a:t> </a:t>
            </a:r>
            <a:r>
              <a:rPr lang="en-GB" dirty="0" err="1"/>
              <a:t>ut</a:t>
            </a:r>
            <a:r>
              <a:rPr lang="en-GB" dirty="0"/>
              <a:t> pa </a:t>
            </a:r>
            <a:r>
              <a:rPr lang="en-GB" dirty="0" err="1"/>
              <a:t>dolor</a:t>
            </a:r>
            <a:r>
              <a:rPr lang="en-GB" dirty="0"/>
              <a:t> a </a:t>
            </a:r>
            <a:r>
              <a:rPr lang="en-GB" dirty="0" err="1"/>
              <a:t>conestia</a:t>
            </a:r>
            <a:r>
              <a:rPr lang="en-GB" dirty="0"/>
              <a:t> vent </a:t>
            </a:r>
            <a:r>
              <a:rPr lang="en-GB" dirty="0" err="1"/>
              <a:t>eosse</a:t>
            </a:r>
            <a:r>
              <a:rPr lang="en-GB" dirty="0"/>
              <a:t> non </a:t>
            </a:r>
            <a:r>
              <a:rPr lang="en-GB" dirty="0" err="1"/>
              <a:t>consequ</a:t>
            </a:r>
            <a:r>
              <a:rPr lang="en-GB" dirty="0"/>
              <a:t> </a:t>
            </a:r>
            <a:r>
              <a:rPr lang="en-GB" dirty="0" err="1"/>
              <a:t>aturit</a:t>
            </a:r>
            <a:r>
              <a:rPr lang="en-GB" dirty="0"/>
              <a:t> </a:t>
            </a:r>
            <a:r>
              <a:rPr lang="en-GB" dirty="0" err="1"/>
              <a:t>faccum</a:t>
            </a:r>
            <a:r>
              <a:rPr lang="en-GB" dirty="0"/>
              <a:t> qui </a:t>
            </a:r>
            <a:r>
              <a:rPr lang="en-GB" dirty="0" err="1"/>
              <a:t>dolor</a:t>
            </a:r>
            <a:r>
              <a:rPr lang="en-GB" dirty="0"/>
              <a:t> a </a:t>
            </a:r>
            <a:r>
              <a:rPr lang="en-GB" dirty="0" err="1"/>
              <a:t>num</a:t>
            </a:r>
            <a:endParaRPr lang="en-GB" dirty="0"/>
          </a:p>
        </p:txBody>
      </p:sp>
      <p:pic>
        <p:nvPicPr>
          <p:cNvPr id="8" name="Graphic 7">
            <a:extLst>
              <a:ext uri="{FF2B5EF4-FFF2-40B4-BE49-F238E27FC236}">
                <a16:creationId xmlns:a16="http://schemas.microsoft.com/office/drawing/2014/main" id="{8E18B2BC-5B8F-6442-A3B3-AB5D063112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41976" y="733891"/>
            <a:ext cx="1508048" cy="836396"/>
          </a:xfrm>
          <a:prstGeom prst="rect">
            <a:avLst/>
          </a:prstGeom>
        </p:spPr>
      </p:pic>
      <p:pic>
        <p:nvPicPr>
          <p:cNvPr id="16" name="Graphic 15">
            <a:extLst>
              <a:ext uri="{FF2B5EF4-FFF2-40B4-BE49-F238E27FC236}">
                <a16:creationId xmlns:a16="http://schemas.microsoft.com/office/drawing/2014/main" id="{DF934E4D-2E37-A7A2-A96B-A43A1A9B1543}"/>
              </a:ext>
            </a:extLst>
          </p:cNvPr>
          <p:cNvPicPr>
            <a:picLocks noChangeAspect="1"/>
          </p:cNvPicPr>
          <p:nvPr/>
        </p:nvPicPr>
        <p:blipFill rotWithShape="1">
          <a:blip>
            <a:alphaModFix/>
            <a:extLst>
              <a:ext uri="{96DAC541-7B7A-43D3-8B79-37D633B846F1}">
                <asvg:svgBlip xmlns:asvg="http://schemas.microsoft.com/office/drawing/2016/SVG/main" r:embed="rId3"/>
              </a:ext>
            </a:extLst>
          </a:blip>
          <a:srcRect l="-6339" t="50000" r="47438" b="-7103"/>
          <a:stretch/>
        </p:blipFill>
        <p:spPr>
          <a:xfrm>
            <a:off x="8778240" y="-1"/>
            <a:ext cx="3413760" cy="3312384"/>
          </a:xfrm>
          <a:prstGeom prst="rect">
            <a:avLst/>
          </a:prstGeom>
        </p:spPr>
      </p:pic>
      <p:cxnSp>
        <p:nvCxnSpPr>
          <p:cNvPr id="3" name="Straight Connector 2">
            <a:extLst>
              <a:ext uri="{FF2B5EF4-FFF2-40B4-BE49-F238E27FC236}">
                <a16:creationId xmlns:a16="http://schemas.microsoft.com/office/drawing/2014/main" id="{7191B82D-853E-F074-193C-5B7F13F89D29}"/>
              </a:ext>
            </a:extLst>
          </p:cNvPr>
          <p:cNvCxnSpPr>
            <a:cxnSpLocks/>
          </p:cNvCxnSpPr>
          <p:nvPr/>
        </p:nvCxnSpPr>
        <p:spPr>
          <a:xfrm>
            <a:off x="4545877" y="4934857"/>
            <a:ext cx="3100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6720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que Left">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EFE63EB2-AC2A-7CCF-67A5-94304A46048C}"/>
              </a:ext>
            </a:extLst>
          </p:cNvPr>
          <p:cNvPicPr>
            <a:picLocks noChangeAspect="1"/>
          </p:cNvPicPr>
          <p:nvPr/>
        </p:nvPicPr>
        <p:blipFill rotWithShape="1">
          <a:blip>
            <a:extLst>
              <a:ext uri="{96DAC541-7B7A-43D3-8B79-37D633B846F1}">
                <asvg:svgBlip xmlns:asvg="http://schemas.microsoft.com/office/drawing/2016/SVG/main" r:embed="rId2"/>
              </a:ext>
            </a:extLst>
          </a:blip>
          <a:srcRect l="-4806" t="-1734" r="50235" b="48715"/>
          <a:stretch/>
        </p:blipFill>
        <p:spPr>
          <a:xfrm>
            <a:off x="4925568" y="-207905"/>
            <a:ext cx="7266432" cy="7065906"/>
          </a:xfrm>
          <a:prstGeom prst="rect">
            <a:avLst/>
          </a:prstGeom>
        </p:spPr>
      </p:pic>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Segue slide copy goes here</a:t>
            </a:r>
            <a:endParaRPr lang="en-US" dirty="0"/>
          </a:p>
        </p:txBody>
      </p:sp>
    </p:spTree>
    <p:extLst>
      <p:ext uri="{BB962C8B-B14F-4D97-AF65-F5344CB8AC3E}">
        <p14:creationId xmlns:p14="http://schemas.microsoft.com/office/powerpoint/2010/main" val="1619484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ky Seque Left">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A1FD7D-7C93-E645-B2E9-AD2B9329C1E8}"/>
              </a:ext>
            </a:extLst>
          </p:cNvPr>
          <p:cNvSpPr>
            <a:spLocks noGrp="1"/>
          </p:cNvSpPr>
          <p:nvPr>
            <p:ph type="ctrTitle" hasCustomPrompt="1"/>
          </p:nvPr>
        </p:nvSpPr>
        <p:spPr>
          <a:xfrm>
            <a:off x="625930" y="2565402"/>
            <a:ext cx="10232589" cy="637377"/>
          </a:xfrm>
          <a:prstGeom prst="rect">
            <a:avLst/>
          </a:prstGeom>
        </p:spPr>
        <p:txBody>
          <a:bodyPr lIns="0" tIns="0" rIns="0" bIns="0" anchor="ctr"/>
          <a:lstStyle>
            <a:lvl1pPr marL="0" indent="0" algn="l">
              <a:lnSpc>
                <a:spcPts val="4800"/>
              </a:lnSpc>
              <a:buFont typeface="Arial" panose="020B0604020202020204" pitchFamily="34" charset="0"/>
              <a:buNone/>
              <a:defRPr sz="4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Segue slide copy goes here</a:t>
            </a:r>
            <a:endParaRPr lang="en-US" dirty="0"/>
          </a:p>
        </p:txBody>
      </p:sp>
      <p:pic>
        <p:nvPicPr>
          <p:cNvPr id="4" name="Graphic 3">
            <a:extLst>
              <a:ext uri="{FF2B5EF4-FFF2-40B4-BE49-F238E27FC236}">
                <a16:creationId xmlns:a16="http://schemas.microsoft.com/office/drawing/2014/main" id="{6BC94FF4-6CDA-6176-11AC-4CEBD21C85D6}"/>
              </a:ext>
            </a:extLst>
          </p:cNvPr>
          <p:cNvPicPr>
            <a:picLocks noChangeAspect="1"/>
          </p:cNvPicPr>
          <p:nvPr/>
        </p:nvPicPr>
        <p:blipFill rotWithShape="1">
          <a:blip>
            <a:extLst>
              <a:ext uri="{96DAC541-7B7A-43D3-8B79-37D633B846F1}">
                <asvg:svgBlip xmlns:asvg="http://schemas.microsoft.com/office/drawing/2016/SVG/main" r:embed="rId2"/>
              </a:ext>
            </a:extLst>
          </a:blip>
          <a:srcRect l="-3398" t="350" r="48853" b="46864"/>
          <a:stretch/>
        </p:blipFill>
        <p:spPr>
          <a:xfrm>
            <a:off x="6835927" y="1652016"/>
            <a:ext cx="5374832" cy="5205984"/>
          </a:xfrm>
          <a:prstGeom prst="rect">
            <a:avLst/>
          </a:prstGeom>
        </p:spPr>
      </p:pic>
    </p:spTree>
    <p:extLst>
      <p:ext uri="{BB962C8B-B14F-4D97-AF65-F5344CB8AC3E}">
        <p14:creationId xmlns:p14="http://schemas.microsoft.com/office/powerpoint/2010/main" val="39149058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Lef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3164433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ky Text Left">
    <p:bg>
      <p:bgPr>
        <a:solidFill>
          <a:schemeClr val="accent1"/>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288E9818-CDB2-294C-86DC-E17877CD33A8}"/>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9" name="Text Placeholder 2">
            <a:extLst>
              <a:ext uri="{FF2B5EF4-FFF2-40B4-BE49-F238E27FC236}">
                <a16:creationId xmlns:a16="http://schemas.microsoft.com/office/drawing/2014/main" id="{355C6030-64DC-1C43-BC53-97F66AC982AB}"/>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8" name="Title 1">
            <a:extLst>
              <a:ext uri="{FF2B5EF4-FFF2-40B4-BE49-F238E27FC236}">
                <a16:creationId xmlns:a16="http://schemas.microsoft.com/office/drawing/2014/main" id="{5FB0ED95-38E7-2A5D-7BFA-218DE01901E4}"/>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1" name="Text Placeholder 2">
            <a:extLst>
              <a:ext uri="{FF2B5EF4-FFF2-40B4-BE49-F238E27FC236}">
                <a16:creationId xmlns:a16="http://schemas.microsoft.com/office/drawing/2014/main" id="{4D01B711-3A91-6FAB-F154-53DD712B5B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1899153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xt Left 2">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Tree>
    <p:extLst>
      <p:ext uri="{BB962C8B-B14F-4D97-AF65-F5344CB8AC3E}">
        <p14:creationId xmlns:p14="http://schemas.microsoft.com/office/powerpoint/2010/main" val="40995714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ky Text Left 2">
    <p:bg>
      <p:bgPr>
        <a:solidFill>
          <a:schemeClr val="accent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D74462BA-6EBC-1140-992B-557518B13645}"/>
              </a:ext>
            </a:extLst>
          </p:cNvPr>
          <p:cNvSpPr>
            <a:spLocks noGrp="1"/>
          </p:cNvSpPr>
          <p:nvPr>
            <p:ph type="body" sz="quarter" idx="20" hasCustomPrompt="1"/>
          </p:nvPr>
        </p:nvSpPr>
        <p:spPr>
          <a:xfrm>
            <a:off x="621965" y="422695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1" name="Text Placeholder 2">
            <a:extLst>
              <a:ext uri="{FF2B5EF4-FFF2-40B4-BE49-F238E27FC236}">
                <a16:creationId xmlns:a16="http://schemas.microsoft.com/office/drawing/2014/main" id="{80F1C889-3D11-B94B-8DC7-F979FE6EE152}"/>
              </a:ext>
            </a:extLst>
          </p:cNvPr>
          <p:cNvSpPr>
            <a:spLocks noGrp="1"/>
          </p:cNvSpPr>
          <p:nvPr>
            <p:ph type="body" sz="quarter" idx="21" hasCustomPrompt="1"/>
          </p:nvPr>
        </p:nvSpPr>
        <p:spPr>
          <a:xfrm>
            <a:off x="621965" y="4630179"/>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2" name="Text Placeholder 2">
            <a:extLst>
              <a:ext uri="{FF2B5EF4-FFF2-40B4-BE49-F238E27FC236}">
                <a16:creationId xmlns:a16="http://schemas.microsoft.com/office/drawing/2014/main" id="{ED42BE5F-6F6F-F37B-C64E-3CA0471064D5}"/>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5" name="Text Placeholder 2">
            <a:extLst>
              <a:ext uri="{FF2B5EF4-FFF2-40B4-BE49-F238E27FC236}">
                <a16:creationId xmlns:a16="http://schemas.microsoft.com/office/drawing/2014/main" id="{07CC7059-5853-40FD-F640-AA28414874BB}"/>
              </a:ext>
            </a:extLst>
          </p:cNvPr>
          <p:cNvSpPr>
            <a:spLocks noGrp="1"/>
          </p:cNvSpPr>
          <p:nvPr>
            <p:ph type="body" sz="quarter" idx="15" hasCustomPrompt="1"/>
          </p:nvPr>
        </p:nvSpPr>
        <p:spPr>
          <a:xfrm>
            <a:off x="6219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6" name="Text Placeholder 2">
            <a:extLst>
              <a:ext uri="{FF2B5EF4-FFF2-40B4-BE49-F238E27FC236}">
                <a16:creationId xmlns:a16="http://schemas.microsoft.com/office/drawing/2014/main" id="{D5C82917-3C59-E329-4092-6FE5AC7EED56}"/>
              </a:ext>
            </a:extLst>
          </p:cNvPr>
          <p:cNvSpPr>
            <a:spLocks noGrp="1"/>
          </p:cNvSpPr>
          <p:nvPr>
            <p:ph type="body" sz="quarter" idx="16" hasCustomPrompt="1"/>
          </p:nvPr>
        </p:nvSpPr>
        <p:spPr>
          <a:xfrm>
            <a:off x="6219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itle 1">
            <a:extLst>
              <a:ext uri="{FF2B5EF4-FFF2-40B4-BE49-F238E27FC236}">
                <a16:creationId xmlns:a16="http://schemas.microsoft.com/office/drawing/2014/main" id="{2D1E7E73-3E89-BA10-DC01-7E300E996439}"/>
              </a:ext>
            </a:extLst>
          </p:cNvPr>
          <p:cNvSpPr>
            <a:spLocks noGrp="1"/>
          </p:cNvSpPr>
          <p:nvPr>
            <p:ph type="ctrTitle" hasCustomPrompt="1"/>
          </p:nvPr>
        </p:nvSpPr>
        <p:spPr>
          <a:xfrm>
            <a:off x="62196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Tree>
    <p:extLst>
      <p:ext uri="{BB962C8B-B14F-4D97-AF65-F5344CB8AC3E}">
        <p14:creationId xmlns:p14="http://schemas.microsoft.com/office/powerpoint/2010/main" val="9812358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Two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2E8BD34-9749-B741-B93E-2D7E0CB595D9}"/>
              </a:ext>
            </a:extLst>
          </p:cNvPr>
          <p:cNvSpPr>
            <a:spLocks noGrp="1"/>
          </p:cNvSpPr>
          <p:nvPr>
            <p:ph type="body" sz="quarter" idx="19" hasCustomPrompt="1"/>
          </p:nvPr>
        </p:nvSpPr>
        <p:spPr>
          <a:xfrm>
            <a:off x="6407661" y="1766048"/>
            <a:ext cx="5165819" cy="443754"/>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6" name="Text Placeholder 2">
            <a:extLst>
              <a:ext uri="{FF2B5EF4-FFF2-40B4-BE49-F238E27FC236}">
                <a16:creationId xmlns:a16="http://schemas.microsoft.com/office/drawing/2014/main" id="{35059BF6-2F19-7F49-9CBE-82197BDDFC8C}"/>
              </a:ext>
            </a:extLst>
          </p:cNvPr>
          <p:cNvSpPr>
            <a:spLocks noGrp="1"/>
          </p:cNvSpPr>
          <p:nvPr>
            <p:ph type="body" sz="quarter" idx="24" hasCustomPrompt="1"/>
          </p:nvPr>
        </p:nvSpPr>
        <p:spPr>
          <a:xfrm>
            <a:off x="6410937"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65873738-C849-95A4-C52A-CD496785A3AA}"/>
              </a:ext>
            </a:extLst>
          </p:cNvPr>
          <p:cNvSpPr>
            <a:spLocks noGrp="1"/>
          </p:cNvSpPr>
          <p:nvPr>
            <p:ph type="body" sz="quarter" idx="27" hasCustomPrompt="1"/>
          </p:nvPr>
        </p:nvSpPr>
        <p:spPr>
          <a:xfrm>
            <a:off x="6410937"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1" name="Title 1">
            <a:extLst>
              <a:ext uri="{FF2B5EF4-FFF2-40B4-BE49-F238E27FC236}">
                <a16:creationId xmlns:a16="http://schemas.microsoft.com/office/drawing/2014/main" id="{96FF2EC3-7B94-61AD-89EE-6563C3D30D5B}"/>
              </a:ext>
            </a:extLst>
          </p:cNvPr>
          <p:cNvSpPr>
            <a:spLocks noGrp="1"/>
          </p:cNvSpPr>
          <p:nvPr>
            <p:ph type="ctrTitle" hasCustomPrompt="1"/>
          </p:nvPr>
        </p:nvSpPr>
        <p:spPr>
          <a:xfrm>
            <a:off x="621966" y="1766048"/>
            <a:ext cx="5169260"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22" name="Text Placeholder 2">
            <a:extLst>
              <a:ext uri="{FF2B5EF4-FFF2-40B4-BE49-F238E27FC236}">
                <a16:creationId xmlns:a16="http://schemas.microsoft.com/office/drawing/2014/main" id="{D19CCA2B-1CE2-77CF-F749-DC772E2A717C}"/>
              </a:ext>
            </a:extLst>
          </p:cNvPr>
          <p:cNvSpPr>
            <a:spLocks noGrp="1"/>
          </p:cNvSpPr>
          <p:nvPr>
            <p:ph type="body" sz="quarter" idx="15" hasCustomPrompt="1"/>
          </p:nvPr>
        </p:nvSpPr>
        <p:spPr>
          <a:xfrm>
            <a:off x="621966" y="2812142"/>
            <a:ext cx="5169260" cy="129218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3" name="Text Placeholder 2">
            <a:extLst>
              <a:ext uri="{FF2B5EF4-FFF2-40B4-BE49-F238E27FC236}">
                <a16:creationId xmlns:a16="http://schemas.microsoft.com/office/drawing/2014/main" id="{A8B70A03-DFE5-BAFE-E792-E9F9971D5DDA}"/>
              </a:ext>
            </a:extLst>
          </p:cNvPr>
          <p:cNvSpPr>
            <a:spLocks noGrp="1"/>
          </p:cNvSpPr>
          <p:nvPr>
            <p:ph type="body" sz="quarter" idx="28" hasCustomPrompt="1"/>
          </p:nvPr>
        </p:nvSpPr>
        <p:spPr>
          <a:xfrm>
            <a:off x="621965" y="2382521"/>
            <a:ext cx="5169260" cy="182881"/>
          </a:xfrm>
          <a:prstGeom prst="rect">
            <a:avLst/>
          </a:prstGeom>
        </p:spPr>
        <p:txBody>
          <a:bodyPr lIns="0" tIns="0" rIns="0" bIns="0"/>
          <a:lstStyle>
            <a:lvl1pPr marL="0" indent="0">
              <a:spcBef>
                <a:spcPts val="0"/>
              </a:spcBef>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0" name="Text Placeholder 2">
            <a:extLst>
              <a:ext uri="{FF2B5EF4-FFF2-40B4-BE49-F238E27FC236}">
                <a16:creationId xmlns:a16="http://schemas.microsoft.com/office/drawing/2014/main" id="{492B656F-A7D0-42FB-D9A5-80362B0197F2}"/>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510367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Three Column">
    <p:spTree>
      <p:nvGrpSpPr>
        <p:cNvPr id="1" name=""/>
        <p:cNvGrpSpPr/>
        <p:nvPr/>
      </p:nvGrpSpPr>
      <p:grpSpPr>
        <a:xfrm>
          <a:off x="0" y="0"/>
          <a:ext cx="0" cy="0"/>
          <a:chOff x="0" y="0"/>
          <a:chExt cx="0" cy="0"/>
        </a:xfrm>
      </p:grpSpPr>
      <p:sp>
        <p:nvSpPr>
          <p:cNvPr id="17" name="Text Placeholder 2">
            <a:extLst>
              <a:ext uri="{FF2B5EF4-FFF2-40B4-BE49-F238E27FC236}">
                <a16:creationId xmlns:a16="http://schemas.microsoft.com/office/drawing/2014/main" id="{B27A1D91-B0C5-82DE-7D46-53E481769CC7}"/>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56024974-A0B0-7C6B-9AD0-E630E95DA949}"/>
              </a:ext>
            </a:extLst>
          </p:cNvPr>
          <p:cNvSpPr>
            <a:spLocks noGrp="1"/>
          </p:cNvSpPr>
          <p:nvPr>
            <p:ph type="body" sz="quarter" idx="15" hasCustomPrompt="1"/>
          </p:nvPr>
        </p:nvSpPr>
        <p:spPr>
          <a:xfrm>
            <a:off x="63212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1" name="Text Placeholder 2">
            <a:extLst>
              <a:ext uri="{FF2B5EF4-FFF2-40B4-BE49-F238E27FC236}">
                <a16:creationId xmlns:a16="http://schemas.microsoft.com/office/drawing/2014/main" id="{45F39481-2908-3822-701D-5FF87E1F03A5}"/>
              </a:ext>
            </a:extLst>
          </p:cNvPr>
          <p:cNvSpPr>
            <a:spLocks noGrp="1"/>
          </p:cNvSpPr>
          <p:nvPr>
            <p:ph type="body" sz="quarter" idx="17" hasCustomPrompt="1"/>
          </p:nvPr>
        </p:nvSpPr>
        <p:spPr>
          <a:xfrm>
            <a:off x="809316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2" name="Text Placeholder 2">
            <a:extLst>
              <a:ext uri="{FF2B5EF4-FFF2-40B4-BE49-F238E27FC236}">
                <a16:creationId xmlns:a16="http://schemas.microsoft.com/office/drawing/2014/main" id="{8390454E-C6EF-BF2D-F598-5D31E91A5C5B}"/>
              </a:ext>
            </a:extLst>
          </p:cNvPr>
          <p:cNvSpPr>
            <a:spLocks noGrp="1"/>
          </p:cNvSpPr>
          <p:nvPr>
            <p:ph type="body" sz="quarter" idx="18" hasCustomPrompt="1"/>
          </p:nvPr>
        </p:nvSpPr>
        <p:spPr>
          <a:xfrm>
            <a:off x="809316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7" name="Text Placeholder 2">
            <a:extLst>
              <a:ext uri="{FF2B5EF4-FFF2-40B4-BE49-F238E27FC236}">
                <a16:creationId xmlns:a16="http://schemas.microsoft.com/office/drawing/2014/main" id="{3BD0ABDF-0D5E-A765-9F69-3BC9541847C2}"/>
              </a:ext>
            </a:extLst>
          </p:cNvPr>
          <p:cNvSpPr>
            <a:spLocks noGrp="1"/>
          </p:cNvSpPr>
          <p:nvPr>
            <p:ph type="body" sz="quarter" idx="19" hasCustomPrompt="1"/>
          </p:nvPr>
        </p:nvSpPr>
        <p:spPr>
          <a:xfrm>
            <a:off x="436264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9" name="Text Placeholder 2">
            <a:extLst>
              <a:ext uri="{FF2B5EF4-FFF2-40B4-BE49-F238E27FC236}">
                <a16:creationId xmlns:a16="http://schemas.microsoft.com/office/drawing/2014/main" id="{57A872EF-F192-39C4-B234-D15D6561B47C}"/>
              </a:ext>
            </a:extLst>
          </p:cNvPr>
          <p:cNvSpPr>
            <a:spLocks noGrp="1"/>
          </p:cNvSpPr>
          <p:nvPr>
            <p:ph type="body" sz="quarter" idx="20" hasCustomPrompt="1"/>
          </p:nvPr>
        </p:nvSpPr>
        <p:spPr>
          <a:xfrm>
            <a:off x="4362645" y="2812144"/>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30" name="Text Placeholder 6">
            <a:extLst>
              <a:ext uri="{FF2B5EF4-FFF2-40B4-BE49-F238E27FC236}">
                <a16:creationId xmlns:a16="http://schemas.microsoft.com/office/drawing/2014/main" id="{3EB9F6D8-47DF-1F5B-55DF-071309C37FDE}"/>
              </a:ext>
            </a:extLst>
          </p:cNvPr>
          <p:cNvSpPr>
            <a:spLocks noGrp="1"/>
          </p:cNvSpPr>
          <p:nvPr>
            <p:ph type="body" sz="quarter" idx="21" hasCustomPrompt="1"/>
          </p:nvPr>
        </p:nvSpPr>
        <p:spPr>
          <a:xfrm>
            <a:off x="4359392"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31" name="Text Placeholder 6">
            <a:extLst>
              <a:ext uri="{FF2B5EF4-FFF2-40B4-BE49-F238E27FC236}">
                <a16:creationId xmlns:a16="http://schemas.microsoft.com/office/drawing/2014/main" id="{1B9F0F59-8C07-4391-070A-F127239E51B0}"/>
              </a:ext>
            </a:extLst>
          </p:cNvPr>
          <p:cNvSpPr>
            <a:spLocks noGrp="1"/>
          </p:cNvSpPr>
          <p:nvPr>
            <p:ph type="body" sz="quarter" idx="22" hasCustomPrompt="1"/>
          </p:nvPr>
        </p:nvSpPr>
        <p:spPr>
          <a:xfrm>
            <a:off x="8096015" y="1766048"/>
            <a:ext cx="3486912" cy="443754"/>
          </a:xfrm>
          <a:prstGeom prst="rect">
            <a:avLst/>
          </a:prstGeom>
        </p:spPr>
        <p:txBody>
          <a:bodyPr lIns="0" tIns="0" rIns="0" bIns="0" anchor="b" anchorCtr="0"/>
          <a:lstStyle>
            <a:lvl1pPr marL="0" indent="0">
              <a:lnSpc>
                <a:spcPts val="3467"/>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3" name="Title 1">
            <a:extLst>
              <a:ext uri="{FF2B5EF4-FFF2-40B4-BE49-F238E27FC236}">
                <a16:creationId xmlns:a16="http://schemas.microsoft.com/office/drawing/2014/main" id="{BE2AD77B-1466-B731-C28A-2731D668CCBE}"/>
              </a:ext>
            </a:extLst>
          </p:cNvPr>
          <p:cNvSpPr>
            <a:spLocks noGrp="1"/>
          </p:cNvSpPr>
          <p:nvPr>
            <p:ph type="ctrTitle" hasCustomPrompt="1"/>
          </p:nvPr>
        </p:nvSpPr>
        <p:spPr>
          <a:xfrm>
            <a:off x="632127"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endParaRPr lang="en-US" dirty="0"/>
          </a:p>
        </p:txBody>
      </p:sp>
      <p:sp>
        <p:nvSpPr>
          <p:cNvPr id="14" name="Text Placeholder 2">
            <a:extLst>
              <a:ext uri="{FF2B5EF4-FFF2-40B4-BE49-F238E27FC236}">
                <a16:creationId xmlns:a16="http://schemas.microsoft.com/office/drawing/2014/main" id="{D81B37B4-1168-CDEB-FB62-4B4E3C4E0AD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0880305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Two Column Icons">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23679"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6" name="Text Placeholder 6">
            <a:extLst>
              <a:ext uri="{FF2B5EF4-FFF2-40B4-BE49-F238E27FC236}">
                <a16:creationId xmlns:a16="http://schemas.microsoft.com/office/drawing/2014/main" id="{3148D23F-4FB0-0283-D700-8A06DCABC281}"/>
              </a:ext>
            </a:extLst>
          </p:cNvPr>
          <p:cNvSpPr>
            <a:spLocks noGrp="1"/>
          </p:cNvSpPr>
          <p:nvPr>
            <p:ph type="body" sz="quarter" idx="25" hasCustomPrompt="1"/>
          </p:nvPr>
        </p:nvSpPr>
        <p:spPr>
          <a:xfrm>
            <a:off x="6390621"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7" name="Picture Placeholder 2">
            <a:extLst>
              <a:ext uri="{FF2B5EF4-FFF2-40B4-BE49-F238E27FC236}">
                <a16:creationId xmlns:a16="http://schemas.microsoft.com/office/drawing/2014/main" id="{C5C6BDEC-E33F-4C34-5403-6A238AB80D5E}"/>
              </a:ext>
            </a:extLst>
          </p:cNvPr>
          <p:cNvSpPr>
            <a:spLocks noGrp="1"/>
          </p:cNvSpPr>
          <p:nvPr>
            <p:ph type="pic" sz="quarter" idx="26" hasCustomPrompt="1"/>
          </p:nvPr>
        </p:nvSpPr>
        <p:spPr>
          <a:xfrm>
            <a:off x="6399978"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8" name="Text Placeholder 2">
            <a:extLst>
              <a:ext uri="{FF2B5EF4-FFF2-40B4-BE49-F238E27FC236}">
                <a16:creationId xmlns:a16="http://schemas.microsoft.com/office/drawing/2014/main" id="{2136F578-A3CF-9005-0901-E724D7D5226F}"/>
              </a:ext>
            </a:extLst>
          </p:cNvPr>
          <p:cNvSpPr>
            <a:spLocks noGrp="1"/>
          </p:cNvSpPr>
          <p:nvPr>
            <p:ph type="body" sz="quarter" idx="27" hasCustomPrompt="1"/>
          </p:nvPr>
        </p:nvSpPr>
        <p:spPr>
          <a:xfrm>
            <a:off x="6399977" y="3668310"/>
            <a:ext cx="5178612" cy="1315357"/>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9" name="Text Placeholder 6">
            <a:extLst>
              <a:ext uri="{FF2B5EF4-FFF2-40B4-BE49-F238E27FC236}">
                <a16:creationId xmlns:a16="http://schemas.microsoft.com/office/drawing/2014/main" id="{ADFE46B3-A8B5-C645-B495-DA6D53180536}"/>
              </a:ext>
            </a:extLst>
          </p:cNvPr>
          <p:cNvSpPr>
            <a:spLocks noGrp="1"/>
          </p:cNvSpPr>
          <p:nvPr>
            <p:ph type="body" sz="quarter" idx="23" hasCustomPrompt="1"/>
          </p:nvPr>
        </p:nvSpPr>
        <p:spPr>
          <a:xfrm>
            <a:off x="621758" y="2938820"/>
            <a:ext cx="5178611"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0" name="Text Placeholder 2">
            <a:extLst>
              <a:ext uri="{FF2B5EF4-FFF2-40B4-BE49-F238E27FC236}">
                <a16:creationId xmlns:a16="http://schemas.microsoft.com/office/drawing/2014/main" id="{0D0EB105-4FE7-7E30-8C23-A63566AB41F9}"/>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406584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Three Column Icons">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tx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2281728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ky Text Three Column Icons">
    <p:bg>
      <p:bgPr>
        <a:solidFill>
          <a:schemeClr val="accent1"/>
        </a:solidFill>
        <a:effectLst/>
      </p:bgPr>
    </p:bg>
    <p:spTree>
      <p:nvGrpSpPr>
        <p:cNvPr id="1" name=""/>
        <p:cNvGrpSpPr/>
        <p:nvPr/>
      </p:nvGrpSpPr>
      <p:grpSpPr>
        <a:xfrm>
          <a:off x="0" y="0"/>
          <a:ext cx="0" cy="0"/>
          <a:chOff x="0" y="0"/>
          <a:chExt cx="0" cy="0"/>
        </a:xfrm>
      </p:grpSpPr>
      <p:sp>
        <p:nvSpPr>
          <p:cNvPr id="17" name="Text Placeholder 6">
            <a:extLst>
              <a:ext uri="{FF2B5EF4-FFF2-40B4-BE49-F238E27FC236}">
                <a16:creationId xmlns:a16="http://schemas.microsoft.com/office/drawing/2014/main" id="{96CA1346-1D62-4F41-BA11-B3EEBA6B5192}"/>
              </a:ext>
            </a:extLst>
          </p:cNvPr>
          <p:cNvSpPr>
            <a:spLocks noGrp="1"/>
          </p:cNvSpPr>
          <p:nvPr>
            <p:ph type="body" sz="quarter" idx="20" hasCustomPrompt="1"/>
          </p:nvPr>
        </p:nvSpPr>
        <p:spPr>
          <a:xfrm>
            <a:off x="4340226"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8" name="Text Placeholder 6">
            <a:extLst>
              <a:ext uri="{FF2B5EF4-FFF2-40B4-BE49-F238E27FC236}">
                <a16:creationId xmlns:a16="http://schemas.microsoft.com/office/drawing/2014/main" id="{53E5B521-5917-164E-BF18-105160A01CA5}"/>
              </a:ext>
            </a:extLst>
          </p:cNvPr>
          <p:cNvSpPr>
            <a:spLocks noGrp="1"/>
          </p:cNvSpPr>
          <p:nvPr>
            <p:ph type="body" sz="quarter" idx="22" hasCustomPrompt="1"/>
          </p:nvPr>
        </p:nvSpPr>
        <p:spPr>
          <a:xfrm>
            <a:off x="8076847"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19" name="Text Placeholder 6">
            <a:extLst>
              <a:ext uri="{FF2B5EF4-FFF2-40B4-BE49-F238E27FC236}">
                <a16:creationId xmlns:a16="http://schemas.microsoft.com/office/drawing/2014/main" id="{0721738F-FD2D-4146-A62E-4ECD6E8AF6FC}"/>
              </a:ext>
            </a:extLst>
          </p:cNvPr>
          <p:cNvSpPr>
            <a:spLocks noGrp="1"/>
          </p:cNvSpPr>
          <p:nvPr>
            <p:ph type="body" sz="quarter" idx="23" hasCustomPrompt="1"/>
          </p:nvPr>
        </p:nvSpPr>
        <p:spPr>
          <a:xfrm>
            <a:off x="622771" y="2946254"/>
            <a:ext cx="3511549" cy="482748"/>
          </a:xfrm>
          <a:prstGeom prst="rect">
            <a:avLst/>
          </a:prstGeom>
        </p:spPr>
        <p:txBody>
          <a:bodyPr lIns="0" tIns="0" rIns="0" bIns="0" anchor="b"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a:t>
            </a:r>
          </a:p>
        </p:txBody>
      </p:sp>
      <p:sp>
        <p:nvSpPr>
          <p:cNvPr id="20" name="Picture Placeholder 2">
            <a:extLst>
              <a:ext uri="{FF2B5EF4-FFF2-40B4-BE49-F238E27FC236}">
                <a16:creationId xmlns:a16="http://schemas.microsoft.com/office/drawing/2014/main" id="{8143D29F-44CB-0E44-8852-5377E5E8F518}"/>
              </a:ext>
            </a:extLst>
          </p:cNvPr>
          <p:cNvSpPr>
            <a:spLocks noGrp="1"/>
          </p:cNvSpPr>
          <p:nvPr>
            <p:ph type="pic" sz="quarter" idx="10" hasCustomPrompt="1"/>
          </p:nvPr>
        </p:nvSpPr>
        <p:spPr>
          <a:xfrm>
            <a:off x="4359394"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21" name="Picture Placeholder 2">
            <a:extLst>
              <a:ext uri="{FF2B5EF4-FFF2-40B4-BE49-F238E27FC236}">
                <a16:creationId xmlns:a16="http://schemas.microsoft.com/office/drawing/2014/main" id="{E02DD01B-53E6-C542-A933-2D42DD0D2C62}"/>
              </a:ext>
            </a:extLst>
          </p:cNvPr>
          <p:cNvSpPr>
            <a:spLocks noGrp="1"/>
          </p:cNvSpPr>
          <p:nvPr>
            <p:ph type="pic" sz="quarter" idx="24" hasCustomPrompt="1"/>
          </p:nvPr>
        </p:nvSpPr>
        <p:spPr>
          <a:xfrm>
            <a:off x="632127"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22" name="Picture Placeholder 2">
            <a:extLst>
              <a:ext uri="{FF2B5EF4-FFF2-40B4-BE49-F238E27FC236}">
                <a16:creationId xmlns:a16="http://schemas.microsoft.com/office/drawing/2014/main" id="{EE6224FA-C881-7942-88CA-85C557540C4C}"/>
              </a:ext>
            </a:extLst>
          </p:cNvPr>
          <p:cNvSpPr>
            <a:spLocks noGrp="1"/>
          </p:cNvSpPr>
          <p:nvPr>
            <p:ph type="pic" sz="quarter" idx="25" hasCustomPrompt="1"/>
          </p:nvPr>
        </p:nvSpPr>
        <p:spPr>
          <a:xfrm>
            <a:off x="8086661" y="1607671"/>
            <a:ext cx="1024772" cy="957729"/>
          </a:xfrm>
          <a:prstGeom prst="rect">
            <a:avLst/>
          </a:prstGeom>
          <a:noFill/>
        </p:spPr>
        <p:txBody>
          <a:bodyPr vert="horz" lIns="91420" tIns="45710" rIns="91420" bIns="45710" anchor="ctr"/>
          <a:lstStyle>
            <a:lvl1pPr marL="0" indent="0" algn="ctr">
              <a:buNone/>
              <a:defRPr sz="1333" b="0" i="0" baseline="0">
                <a:solidFill>
                  <a:schemeClr val="bg1"/>
                </a:solidFill>
                <a:latin typeface="CiscoSansTT ExtraLight" panose="020B0303020201020303" pitchFamily="34" charset="0"/>
                <a:cs typeface="CiscoSans ExtraLight"/>
              </a:defRPr>
            </a:lvl1pPr>
          </a:lstStyle>
          <a:p>
            <a:pPr lvl="0"/>
            <a:r>
              <a:rPr lang="en-US" noProof="0" dirty="0"/>
              <a:t>Click to add marketing icon</a:t>
            </a:r>
          </a:p>
        </p:txBody>
      </p:sp>
      <p:sp>
        <p:nvSpPr>
          <p:cNvPr id="16" name="Text Placeholder 2">
            <a:extLst>
              <a:ext uri="{FF2B5EF4-FFF2-40B4-BE49-F238E27FC236}">
                <a16:creationId xmlns:a16="http://schemas.microsoft.com/office/drawing/2014/main" id="{17EBF19C-49E3-D24F-8832-1A12184F6688}"/>
              </a:ext>
            </a:extLst>
          </p:cNvPr>
          <p:cNvSpPr>
            <a:spLocks noGrp="1"/>
          </p:cNvSpPr>
          <p:nvPr>
            <p:ph type="body" sz="quarter" idx="15" hasCustomPrompt="1"/>
          </p:nvPr>
        </p:nvSpPr>
        <p:spPr>
          <a:xfrm>
            <a:off x="632125"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3" name="Text Placeholder 2">
            <a:extLst>
              <a:ext uri="{FF2B5EF4-FFF2-40B4-BE49-F238E27FC236}">
                <a16:creationId xmlns:a16="http://schemas.microsoft.com/office/drawing/2014/main" id="{A1125D49-7617-524D-93FF-568220A243A4}"/>
              </a:ext>
            </a:extLst>
          </p:cNvPr>
          <p:cNvSpPr>
            <a:spLocks noGrp="1"/>
          </p:cNvSpPr>
          <p:nvPr>
            <p:ph type="body" sz="quarter" idx="29" hasCustomPrompt="1"/>
          </p:nvPr>
        </p:nvSpPr>
        <p:spPr>
          <a:xfrm>
            <a:off x="4350253"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24" name="Text Placeholder 2">
            <a:extLst>
              <a:ext uri="{FF2B5EF4-FFF2-40B4-BE49-F238E27FC236}">
                <a16:creationId xmlns:a16="http://schemas.microsoft.com/office/drawing/2014/main" id="{32FC023A-9146-A042-BD74-7CC8EF53A068}"/>
              </a:ext>
            </a:extLst>
          </p:cNvPr>
          <p:cNvSpPr>
            <a:spLocks noGrp="1"/>
          </p:cNvSpPr>
          <p:nvPr>
            <p:ph type="body" sz="quarter" idx="30" hasCustomPrompt="1"/>
          </p:nvPr>
        </p:nvSpPr>
        <p:spPr>
          <a:xfrm>
            <a:off x="8102968" y="3675743"/>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et dolore.</a:t>
            </a:r>
          </a:p>
          <a:p>
            <a:pPr lvl="0"/>
            <a:endParaRPr lang="en-GB" dirty="0"/>
          </a:p>
        </p:txBody>
      </p:sp>
      <p:sp>
        <p:nvSpPr>
          <p:cNvPr id="13" name="Text Placeholder 2">
            <a:extLst>
              <a:ext uri="{FF2B5EF4-FFF2-40B4-BE49-F238E27FC236}">
                <a16:creationId xmlns:a16="http://schemas.microsoft.com/office/drawing/2014/main" id="{3B88B2C6-7B71-2E10-C2D7-2073ED166CFF}"/>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0829496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eading and title">
    <p:bg>
      <p:bgPr>
        <a:solidFill>
          <a:schemeClr val="bg2"/>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0C30067D-BDB2-4ED3-9FF2-9A7F7110FF90}"/>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1878F7B9-C122-B8FB-05FB-508A64772A99}"/>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3528275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ullet List">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7E84602F-A2F5-0AB3-EDDA-2F6FBCDFA885}"/>
              </a:ext>
            </a:extLst>
          </p:cNvPr>
          <p:cNvSpPr>
            <a:spLocks noGrp="1"/>
          </p:cNvSpPr>
          <p:nvPr>
            <p:ph type="body" sz="quarter" idx="10" hasCustomPrompt="1"/>
          </p:nvPr>
        </p:nvSpPr>
        <p:spPr>
          <a:xfrm>
            <a:off x="632818" y="1602317"/>
            <a:ext cx="11088236" cy="4519083"/>
          </a:xfrm>
          <a:prstGeom prst="rect">
            <a:avLst/>
          </a:prstGeom>
        </p:spPr>
        <p:txBody>
          <a:bodyPr lIns="91420" tIns="45710" rIns="91420" bIns="45710">
            <a:noAutofit/>
          </a:bodyPr>
          <a:lstStyle>
            <a:lvl1pPr marL="304798" indent="-228598">
              <a:lnSpc>
                <a:spcPct val="95000"/>
              </a:lnSpc>
              <a:spcBef>
                <a:spcPts val="1480"/>
              </a:spcBef>
              <a:buClr>
                <a:schemeClr val="bg1"/>
              </a:buClr>
              <a:buSzPct val="80000"/>
              <a:buFont typeface="Arial"/>
              <a:buChar char="•"/>
              <a:defRPr sz="2400" b="0" i="0">
                <a:solidFill>
                  <a:schemeClr val="tx1"/>
                </a:solidFill>
                <a:latin typeface="+mn-lt"/>
                <a:ea typeface="CiscoSansTT Thin" charset="0"/>
                <a:cs typeface="CiscoSansTT Thin" charset="0"/>
              </a:defRPr>
            </a:lvl1pPr>
            <a:lvl2pPr marL="609595" indent="-220132">
              <a:lnSpc>
                <a:spcPct val="95000"/>
              </a:lnSpc>
              <a:spcBef>
                <a:spcPts val="600"/>
              </a:spcBef>
              <a:buClr>
                <a:schemeClr val="bg1"/>
              </a:buClr>
              <a:buSzPct val="80000"/>
              <a:buFont typeface="Arial"/>
              <a:buChar char="•"/>
              <a:defRPr sz="1867" b="0" i="0">
                <a:solidFill>
                  <a:schemeClr val="tx1"/>
                </a:solidFill>
                <a:latin typeface="+mn-lt"/>
                <a:ea typeface="CiscoSansTT Thin" charset="0"/>
                <a:cs typeface="CiscoSansTT Thin" charset="0"/>
              </a:defRPr>
            </a:lvl2pPr>
            <a:lvl3pPr marL="914392" indent="-146050">
              <a:buClr>
                <a:schemeClr val="bg1"/>
              </a:buClr>
              <a:buSzPct val="80000"/>
              <a:buFont typeface="Arial"/>
              <a:buChar char="•"/>
              <a:defRPr sz="1600" b="0" i="0">
                <a:solidFill>
                  <a:schemeClr val="tx1"/>
                </a:solidFill>
                <a:latin typeface="CiscoSansTT" panose="020B0503020201020303" pitchFamily="34" charset="0"/>
                <a:ea typeface="CiscoSansTT" panose="020B0503020201020303" pitchFamily="34" charset="0"/>
                <a:cs typeface="CiscoSansTT" panose="020B0503020201020303" pitchFamily="34" charset="0"/>
              </a:defRPr>
            </a:lvl3pPr>
            <a:lvl4pPr marL="1214703" indent="-228552">
              <a:buClr>
                <a:schemeClr val="bg1"/>
              </a:buClr>
              <a:buSzPct val="80000"/>
              <a:buFont typeface="Arial"/>
              <a:buChar char="•"/>
              <a:defRPr sz="1333" b="0" i="0">
                <a:solidFill>
                  <a:schemeClr val="tx1"/>
                </a:solidFill>
                <a:latin typeface="CiscoSansTT Medium" panose="020B0503020201020303" pitchFamily="34" charset="0"/>
                <a:ea typeface="CiscoSansTT Medium" panose="020B0503020201020303" pitchFamily="34" charset="0"/>
                <a:cs typeface="CiscoSansTT Medium" panose="020B0503020201020303" pitchFamily="34" charset="0"/>
              </a:defRPr>
            </a:lvl4pPr>
            <a:lvl5pPr marL="1443255" indent="-224318">
              <a:buClr>
                <a:schemeClr val="bg2"/>
              </a:buClr>
              <a:buSzPct val="80000"/>
              <a:buFont typeface="Arial"/>
              <a:buChar char="•"/>
              <a:defRPr sz="1333" b="0" i="0">
                <a:solidFill>
                  <a:schemeClr val="bg2"/>
                </a:solidFill>
                <a:latin typeface="+mn-lt"/>
                <a:ea typeface="CiscoSansTT Thin" charset="0"/>
                <a:cs typeface="CiscoSansTT Thin" charset="0"/>
              </a:defRPr>
            </a:lvl5pPr>
          </a:lstStyle>
          <a:p>
            <a:pPr lvl="0"/>
            <a:r>
              <a:rPr lang="en-GB" dirty="0"/>
              <a:t>First level</a:t>
            </a:r>
          </a:p>
          <a:p>
            <a:pPr lvl="1"/>
            <a:r>
              <a:rPr lang="en-GB" dirty="0"/>
              <a:t>Second level</a:t>
            </a:r>
          </a:p>
          <a:p>
            <a:pPr lvl="2"/>
            <a:r>
              <a:rPr lang="en-GB" dirty="0"/>
              <a:t>Third level</a:t>
            </a:r>
          </a:p>
          <a:p>
            <a:pPr lvl="3"/>
            <a:r>
              <a:rPr lang="en-GB" dirty="0"/>
              <a:t>Fourth level</a:t>
            </a:r>
          </a:p>
        </p:txBody>
      </p:sp>
      <p:sp>
        <p:nvSpPr>
          <p:cNvPr id="8" name="Text Placeholder 2">
            <a:extLst>
              <a:ext uri="{FF2B5EF4-FFF2-40B4-BE49-F238E27FC236}">
                <a16:creationId xmlns:a16="http://schemas.microsoft.com/office/drawing/2014/main" id="{59A4C47A-6966-3B09-BD1C-38665845F9B1}"/>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0" name="Text Placeholder 6">
            <a:extLst>
              <a:ext uri="{FF2B5EF4-FFF2-40B4-BE49-F238E27FC236}">
                <a16:creationId xmlns:a16="http://schemas.microsoft.com/office/drawing/2014/main" id="{1FCB4DFA-B41D-91DA-5108-E390AFFDD535}"/>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7103871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sp>
        <p:nvSpPr>
          <p:cNvPr id="6" name="Table Placeholder 11">
            <a:extLst>
              <a:ext uri="{FF2B5EF4-FFF2-40B4-BE49-F238E27FC236}">
                <a16:creationId xmlns:a16="http://schemas.microsoft.com/office/drawing/2014/main" id="{C83B223E-030E-74D0-B6FA-BEC3DA7BD3FA}"/>
              </a:ext>
            </a:extLst>
          </p:cNvPr>
          <p:cNvSpPr>
            <a:spLocks noGrp="1"/>
          </p:cNvSpPr>
          <p:nvPr>
            <p:ph type="tbl" sz="quarter" idx="12"/>
          </p:nvPr>
        </p:nvSpPr>
        <p:spPr>
          <a:xfrm>
            <a:off x="621102" y="1602317"/>
            <a:ext cx="10974395" cy="3739704"/>
          </a:xfrm>
          <a:prstGeom prst="rect">
            <a:avLst/>
          </a:prstGeom>
        </p:spPr>
        <p:txBody>
          <a:bodyPr lIns="91420" tIns="45710" rIns="91420" bIns="45710">
            <a:noAutofit/>
          </a:bodyPr>
          <a:lstStyle>
            <a:lvl1pPr marL="0" indent="0" algn="ctr">
              <a:buNone/>
              <a:defRPr sz="2667" baseline="0">
                <a:solidFill>
                  <a:schemeClr val="tx1"/>
                </a:solidFill>
                <a:latin typeface="+mn-lt"/>
              </a:defRPr>
            </a:lvl1pPr>
          </a:lstStyle>
          <a:p>
            <a:pPr lvl="0"/>
            <a:r>
              <a:rPr lang="en-US" noProof="0"/>
              <a:t>Click icon to add table</a:t>
            </a:r>
            <a:endParaRPr lang="en-GB" noProof="0" dirty="0"/>
          </a:p>
        </p:txBody>
      </p:sp>
      <p:sp>
        <p:nvSpPr>
          <p:cNvPr id="11" name="Text Placeholder 2">
            <a:extLst>
              <a:ext uri="{FF2B5EF4-FFF2-40B4-BE49-F238E27FC236}">
                <a16:creationId xmlns:a16="http://schemas.microsoft.com/office/drawing/2014/main" id="{89B8D9E7-EAC8-4A5C-4139-BA396711F078}"/>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7" name="Text Placeholder 2">
            <a:extLst>
              <a:ext uri="{FF2B5EF4-FFF2-40B4-BE49-F238E27FC236}">
                <a16:creationId xmlns:a16="http://schemas.microsoft.com/office/drawing/2014/main" id="{DD6F855F-C6CE-B2F9-57E7-33E8ABD1C6C3}"/>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AABDEAAE-DE1D-CF0D-8281-B39078C1DE9D}"/>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12545634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sp>
        <p:nvSpPr>
          <p:cNvPr id="12" name="Text Placeholder 2">
            <a:extLst>
              <a:ext uri="{FF2B5EF4-FFF2-40B4-BE49-F238E27FC236}">
                <a16:creationId xmlns:a16="http://schemas.microsoft.com/office/drawing/2014/main" id="{48CE7DB6-039C-AC58-5C90-9B19A4AA26C7}"/>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14" name="Chart Placeholder 2">
            <a:extLst>
              <a:ext uri="{FF2B5EF4-FFF2-40B4-BE49-F238E27FC236}">
                <a16:creationId xmlns:a16="http://schemas.microsoft.com/office/drawing/2014/main" id="{BD75F8AD-CDF4-CE28-1C24-08F6FA9598D3}"/>
              </a:ext>
            </a:extLst>
          </p:cNvPr>
          <p:cNvSpPr>
            <a:spLocks noGrp="1"/>
          </p:cNvSpPr>
          <p:nvPr>
            <p:ph type="chart" sz="quarter" idx="10"/>
          </p:nvPr>
        </p:nvSpPr>
        <p:spPr>
          <a:xfrm>
            <a:off x="632125" y="1602319"/>
            <a:ext cx="10960608" cy="3744383"/>
          </a:xfrm>
          <a:prstGeom prst="rect">
            <a:avLst/>
          </a:prstGeom>
        </p:spPr>
        <p:txBody>
          <a:bodyPr vert="horz" lIns="91420" tIns="45710" rIns="91420" bIns="45710">
            <a:noAutofit/>
          </a:bodyPr>
          <a:lstStyle>
            <a:lvl1pPr marL="0" indent="0" algn="ctr">
              <a:buNone/>
              <a:defRPr sz="2667" b="0" i="0">
                <a:solidFill>
                  <a:schemeClr val="tx1"/>
                </a:solidFill>
                <a:latin typeface="+mn-lt"/>
                <a:cs typeface="CiscoSans ExtraLight"/>
              </a:defRPr>
            </a:lvl1pPr>
          </a:lstStyle>
          <a:p>
            <a:pPr lvl="0"/>
            <a:r>
              <a:rPr lang="en-US" noProof="0"/>
              <a:t>Click icon to add chart</a:t>
            </a:r>
            <a:endParaRPr lang="en-US" noProof="0" dirty="0"/>
          </a:p>
        </p:txBody>
      </p:sp>
      <p:sp>
        <p:nvSpPr>
          <p:cNvPr id="9" name="Text Placeholder 2">
            <a:extLst>
              <a:ext uri="{FF2B5EF4-FFF2-40B4-BE49-F238E27FC236}">
                <a16:creationId xmlns:a16="http://schemas.microsoft.com/office/drawing/2014/main" id="{705B1628-7130-AF0C-17E8-DBDAD7001336}"/>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0" name="Text Placeholder 6">
            <a:extLst>
              <a:ext uri="{FF2B5EF4-FFF2-40B4-BE49-F238E27FC236}">
                <a16:creationId xmlns:a16="http://schemas.microsoft.com/office/drawing/2014/main" id="{A7267393-CC82-21AE-BF48-82206C9952EE}"/>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3699458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Multi">
    <p:spTree>
      <p:nvGrpSpPr>
        <p:cNvPr id="1" name=""/>
        <p:cNvGrpSpPr/>
        <p:nvPr/>
      </p:nvGrpSpPr>
      <p:grpSpPr>
        <a:xfrm>
          <a:off x="0" y="0"/>
          <a:ext cx="0" cy="0"/>
          <a:chOff x="0" y="0"/>
          <a:chExt cx="0" cy="0"/>
        </a:xfrm>
      </p:grpSpPr>
      <p:sp>
        <p:nvSpPr>
          <p:cNvPr id="11" name="Text Placeholder 2">
            <a:extLst>
              <a:ext uri="{FF2B5EF4-FFF2-40B4-BE49-F238E27FC236}">
                <a16:creationId xmlns:a16="http://schemas.microsoft.com/office/drawing/2014/main" id="{CE6D804B-991F-15D0-1B5C-852F088F2293}"/>
              </a:ext>
            </a:extLst>
          </p:cNvPr>
          <p:cNvSpPr>
            <a:spLocks noGrp="1"/>
          </p:cNvSpPr>
          <p:nvPr>
            <p:ph type="body" sz="quarter" idx="16" hasCustomPrompt="1"/>
          </p:nvPr>
        </p:nvSpPr>
        <p:spPr>
          <a:xfrm>
            <a:off x="632125" y="5586424"/>
            <a:ext cx="5463875" cy="249933"/>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Table caption goes here</a:t>
            </a:r>
          </a:p>
        </p:txBody>
      </p:sp>
      <p:sp>
        <p:nvSpPr>
          <p:cNvPr id="12" name="Content Placeholder 2">
            <a:extLst>
              <a:ext uri="{FF2B5EF4-FFF2-40B4-BE49-F238E27FC236}">
                <a16:creationId xmlns:a16="http://schemas.microsoft.com/office/drawing/2014/main" id="{5E762CBB-3A34-48C3-DD45-61F4F2FD11D1}"/>
              </a:ext>
            </a:extLst>
          </p:cNvPr>
          <p:cNvSpPr>
            <a:spLocks noGrp="1"/>
          </p:cNvSpPr>
          <p:nvPr>
            <p:ph idx="1"/>
          </p:nvPr>
        </p:nvSpPr>
        <p:spPr>
          <a:xfrm>
            <a:off x="632884" y="1602317"/>
            <a:ext cx="10961511" cy="3739704"/>
          </a:xfrm>
          <a:prstGeom prst="rect">
            <a:avLst/>
          </a:prstGeom>
        </p:spPr>
        <p:txBody>
          <a:bodyPr lIns="91420" tIns="45710" rIns="91420" bIns="45710">
            <a:noAutofit/>
          </a:bodyPr>
          <a:lstStyle>
            <a:lvl1pPr marL="380917" marR="0" indent="-380917" algn="ctr" defTabSz="609469" rtl="0" eaLnBrk="1" fontAlgn="auto" latinLnBrk="0" hangingPunct="1">
              <a:lnSpc>
                <a:spcPct val="100000"/>
              </a:lnSpc>
              <a:spcBef>
                <a:spcPct val="20000"/>
              </a:spcBef>
              <a:spcAft>
                <a:spcPts val="0"/>
              </a:spcAft>
              <a:buClrTx/>
              <a:buSzTx/>
              <a:buFont typeface="Arial"/>
              <a:buNone/>
              <a:tabLst/>
              <a:defRPr sz="2667" b="0" i="0" baseline="0">
                <a:solidFill>
                  <a:schemeClr val="tx1"/>
                </a:solidFill>
                <a:latin typeface="+mn-lt"/>
                <a:cs typeface="CiscoSans ExtraLight"/>
              </a:defRPr>
            </a:lvl1pPr>
          </a:lstStyle>
          <a:p>
            <a:pPr lvl="0"/>
            <a:r>
              <a:rPr lang="en-US"/>
              <a:t>Click to edit Master text styles</a:t>
            </a:r>
          </a:p>
        </p:txBody>
      </p:sp>
      <p:sp>
        <p:nvSpPr>
          <p:cNvPr id="7" name="Text Placeholder 2">
            <a:extLst>
              <a:ext uri="{FF2B5EF4-FFF2-40B4-BE49-F238E27FC236}">
                <a16:creationId xmlns:a16="http://schemas.microsoft.com/office/drawing/2014/main" id="{014E7A9D-AA27-1BDE-DF75-A66B1A4E967A}"/>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8" name="Text Placeholder 6">
            <a:extLst>
              <a:ext uri="{FF2B5EF4-FFF2-40B4-BE49-F238E27FC236}">
                <a16:creationId xmlns:a16="http://schemas.microsoft.com/office/drawing/2014/main" id="{8DB9C6A2-1768-FE67-38C1-DAE221A3B73A}"/>
              </a:ext>
            </a:extLst>
          </p:cNvPr>
          <p:cNvSpPr>
            <a:spLocks noGrp="1"/>
          </p:cNvSpPr>
          <p:nvPr>
            <p:ph type="body" sz="quarter" idx="23" hasCustomPrompt="1"/>
          </p:nvPr>
        </p:nvSpPr>
        <p:spPr>
          <a:xfrm>
            <a:off x="625928" y="739630"/>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38718261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Heading only">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8A973767-6838-8C37-C9AB-EBCBB78A52A3}"/>
              </a:ext>
            </a:extLst>
          </p:cNvPr>
          <p:cNvSpPr>
            <a:spLocks noGrp="1"/>
          </p:cNvSpPr>
          <p:nvPr>
            <p:ph type="body" sz="quarter" idx="82"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21514827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Half Page Tex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22ACBA-6A0D-C74B-AFCB-38D9D94CE143}"/>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7" name="Title 1">
            <a:extLst>
              <a:ext uri="{FF2B5EF4-FFF2-40B4-BE49-F238E27FC236}">
                <a16:creationId xmlns:a16="http://schemas.microsoft.com/office/drawing/2014/main" id="{EB0442CC-18E0-97B7-E62C-0397FB025279}"/>
              </a:ext>
            </a:extLst>
          </p:cNvPr>
          <p:cNvSpPr>
            <a:spLocks noGrp="1"/>
          </p:cNvSpPr>
          <p:nvPr>
            <p:ph type="ctrTitle" hasCustomPrompt="1"/>
          </p:nvPr>
        </p:nvSpPr>
        <p:spPr>
          <a:xfrm>
            <a:off x="627425" y="1766047"/>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9" name="Text Placeholder 2">
            <a:extLst>
              <a:ext uri="{FF2B5EF4-FFF2-40B4-BE49-F238E27FC236}">
                <a16:creationId xmlns:a16="http://schemas.microsoft.com/office/drawing/2014/main" id="{5F030301-E75F-E7BE-D423-283E76983DD5}"/>
              </a:ext>
            </a:extLst>
          </p:cNvPr>
          <p:cNvSpPr>
            <a:spLocks noGrp="1"/>
          </p:cNvSpPr>
          <p:nvPr>
            <p:ph type="body" sz="quarter" idx="16" hasCustomPrompt="1"/>
          </p:nvPr>
        </p:nvSpPr>
        <p:spPr>
          <a:xfrm>
            <a:off x="627425" y="2421515"/>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2" name="Text Placeholder 2">
            <a:extLst>
              <a:ext uri="{FF2B5EF4-FFF2-40B4-BE49-F238E27FC236}">
                <a16:creationId xmlns:a16="http://schemas.microsoft.com/office/drawing/2014/main" id="{9CFD8466-F4CC-C5A0-9C5C-BABB06B9214C}"/>
              </a:ext>
            </a:extLst>
          </p:cNvPr>
          <p:cNvSpPr>
            <a:spLocks noGrp="1"/>
          </p:cNvSpPr>
          <p:nvPr>
            <p:ph type="body" sz="quarter" idx="15" hasCustomPrompt="1"/>
          </p:nvPr>
        </p:nvSpPr>
        <p:spPr>
          <a:xfrm>
            <a:off x="627425" y="2852062"/>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1" name="Text Placeholder 2">
            <a:extLst>
              <a:ext uri="{FF2B5EF4-FFF2-40B4-BE49-F238E27FC236}">
                <a16:creationId xmlns:a16="http://schemas.microsoft.com/office/drawing/2014/main" id="{56C75B5F-2754-AB33-5A12-A2F80412EA7C}"/>
              </a:ext>
            </a:extLst>
          </p:cNvPr>
          <p:cNvSpPr>
            <a:spLocks noGrp="1"/>
          </p:cNvSpPr>
          <p:nvPr>
            <p:ph type="body" sz="quarter" idx="14" hasCustomPrompt="1"/>
          </p:nvPr>
        </p:nvSpPr>
        <p:spPr>
          <a:xfrm>
            <a:off x="625928" y="431801"/>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1005199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alf Page Text 2">
    <p:spTree>
      <p:nvGrpSpPr>
        <p:cNvPr id="1" name=""/>
        <p:cNvGrpSpPr/>
        <p:nvPr/>
      </p:nvGrpSpPr>
      <p:grpSpPr>
        <a:xfrm>
          <a:off x="0" y="0"/>
          <a:ext cx="0" cy="0"/>
          <a:chOff x="0" y="0"/>
          <a:chExt cx="0" cy="0"/>
        </a:xfrm>
      </p:grpSpPr>
      <p:sp>
        <p:nvSpPr>
          <p:cNvPr id="4" name="Rectangle 3"/>
          <p:cNvSpPr/>
          <p:nvPr/>
        </p:nvSpPr>
        <p:spPr>
          <a:xfrm>
            <a:off x="0"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solidFill>
                <a:srgbClr val="0D274D"/>
              </a:solidFill>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pic>
        <p:nvPicPr>
          <p:cNvPr id="21" name="Picture 7">
            <a:extLst>
              <a:ext uri="{FF2B5EF4-FFF2-40B4-BE49-F238E27FC236}">
                <a16:creationId xmlns:a16="http://schemas.microsoft.com/office/drawing/2014/main" id="{C8840F6B-282B-A945-9690-ABC74CE8E7D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609602" y="6342698"/>
            <a:ext cx="396305" cy="208228"/>
          </a:xfrm>
          <a:prstGeom prst="rect">
            <a:avLst/>
          </a:prstGeom>
        </p:spPr>
      </p:pic>
      <p:sp>
        <p:nvSpPr>
          <p:cNvPr id="22" name="Rectangle 21">
            <a:extLst>
              <a:ext uri="{FF2B5EF4-FFF2-40B4-BE49-F238E27FC236}">
                <a16:creationId xmlns:a16="http://schemas.microsoft.com/office/drawing/2014/main" id="{2C5D8762-2A1E-3E48-9704-3A8D36FCB834}"/>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rgbClr val="0D274D"/>
                </a:solidFill>
                <a:latin typeface="CiscoSansTT Light" panose="020B0503020201020303" pitchFamily="34" charset="0"/>
                <a:ea typeface="+mn-ea"/>
                <a:cs typeface="CiscoSansTT Light" panose="020B0503020201020303" pitchFamily="34" charset="0"/>
              </a:rPr>
              <a:t>© 2022  Cisco and/or its affiliates. All rights reserved.   Cisco Confidential</a:t>
            </a:r>
          </a:p>
        </p:txBody>
      </p:sp>
      <p:sp>
        <p:nvSpPr>
          <p:cNvPr id="12" name="Text Placeholder 2">
            <a:extLst>
              <a:ext uri="{FF2B5EF4-FFF2-40B4-BE49-F238E27FC236}">
                <a16:creationId xmlns:a16="http://schemas.microsoft.com/office/drawing/2014/main" id="{D9178804-B96E-BE4F-9C01-F123A4E79750}"/>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4" name="Text Placeholder 2">
            <a:extLst>
              <a:ext uri="{FF2B5EF4-FFF2-40B4-BE49-F238E27FC236}">
                <a16:creationId xmlns:a16="http://schemas.microsoft.com/office/drawing/2014/main" id="{0496D4BA-1A90-CD12-46A7-BEFF3610D8BF}"/>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6" name="Text Placeholder 2">
            <a:extLst>
              <a:ext uri="{FF2B5EF4-FFF2-40B4-BE49-F238E27FC236}">
                <a16:creationId xmlns:a16="http://schemas.microsoft.com/office/drawing/2014/main" id="{E5754773-B320-74FF-360B-AE12573C9FE6}"/>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0E77DDFA-F376-BD29-5DEA-72F5308CBF7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12102193-3492-4BAB-8F98-FC7C55191E4D}"/>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0A6491F4-97AD-1094-3D4C-75416A30CE37}"/>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792FD8C7-8C8B-6909-C32B-EAA567C1FEF3}"/>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42556835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Half Page Text 3">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3E8268D0-2B6B-14C3-F3A8-834B9EAEC765}"/>
              </a:ext>
            </a:extLst>
          </p:cNvPr>
          <p:cNvSpPr>
            <a:spLocks noGrp="1"/>
          </p:cNvSpPr>
          <p:nvPr>
            <p:ph type="body" sz="quarter" idx="21" hasCustomPrompt="1"/>
          </p:nvPr>
        </p:nvSpPr>
        <p:spPr>
          <a:xfrm>
            <a:off x="7360302" y="75839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4" name="Text Placeholder 2">
            <a:extLst>
              <a:ext uri="{FF2B5EF4-FFF2-40B4-BE49-F238E27FC236}">
                <a16:creationId xmlns:a16="http://schemas.microsoft.com/office/drawing/2014/main" id="{8A14A143-03AF-F347-89FC-0666167C56A7}"/>
              </a:ext>
            </a:extLst>
          </p:cNvPr>
          <p:cNvSpPr>
            <a:spLocks noGrp="1"/>
          </p:cNvSpPr>
          <p:nvPr>
            <p:ph type="body" sz="quarter" idx="24" hasCustomPrompt="1"/>
          </p:nvPr>
        </p:nvSpPr>
        <p:spPr>
          <a:xfrm>
            <a:off x="7360302" y="2689016"/>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5" name="Text Placeholder 2">
            <a:extLst>
              <a:ext uri="{FF2B5EF4-FFF2-40B4-BE49-F238E27FC236}">
                <a16:creationId xmlns:a16="http://schemas.microsoft.com/office/drawing/2014/main" id="{1E323F44-643B-8464-6F8E-6F0C68F4A75A}"/>
              </a:ext>
            </a:extLst>
          </p:cNvPr>
          <p:cNvSpPr>
            <a:spLocks noGrp="1"/>
          </p:cNvSpPr>
          <p:nvPr>
            <p:ph type="body" sz="quarter" idx="26" hasCustomPrompt="1"/>
          </p:nvPr>
        </p:nvSpPr>
        <p:spPr>
          <a:xfrm>
            <a:off x="7360302" y="4610989"/>
            <a:ext cx="3968097"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6" name="Text Placeholder 2">
            <a:extLst>
              <a:ext uri="{FF2B5EF4-FFF2-40B4-BE49-F238E27FC236}">
                <a16:creationId xmlns:a16="http://schemas.microsoft.com/office/drawing/2014/main" id="{77D7AA59-52D3-A85E-06D7-7D6C84CBBB83}"/>
              </a:ext>
            </a:extLst>
          </p:cNvPr>
          <p:cNvSpPr>
            <a:spLocks noGrp="1"/>
          </p:cNvSpPr>
          <p:nvPr>
            <p:ph type="body" sz="quarter" idx="15" hasCustomPrompt="1"/>
          </p:nvPr>
        </p:nvSpPr>
        <p:spPr>
          <a:xfrm>
            <a:off x="7360302" y="1190595"/>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6481995A-7D97-808B-623A-0F2B9B54B1FA}"/>
              </a:ext>
            </a:extLst>
          </p:cNvPr>
          <p:cNvSpPr>
            <a:spLocks noGrp="1"/>
          </p:cNvSpPr>
          <p:nvPr>
            <p:ph type="body" sz="quarter" idx="28" hasCustomPrompt="1"/>
          </p:nvPr>
        </p:nvSpPr>
        <p:spPr>
          <a:xfrm>
            <a:off x="7360302" y="3112568"/>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C2C22A22-15C4-D3F3-399F-EBDDB222B289}"/>
              </a:ext>
            </a:extLst>
          </p:cNvPr>
          <p:cNvSpPr>
            <a:spLocks noGrp="1"/>
          </p:cNvSpPr>
          <p:nvPr>
            <p:ph type="body" sz="quarter" idx="29" hasCustomPrompt="1"/>
          </p:nvPr>
        </p:nvSpPr>
        <p:spPr>
          <a:xfrm>
            <a:off x="7360302" y="5043187"/>
            <a:ext cx="396809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itle 1">
            <a:extLst>
              <a:ext uri="{FF2B5EF4-FFF2-40B4-BE49-F238E27FC236}">
                <a16:creationId xmlns:a16="http://schemas.microsoft.com/office/drawing/2014/main" id="{3576ECFD-ABB0-1491-EDD7-7F12498F6CCC}"/>
              </a:ext>
            </a:extLst>
          </p:cNvPr>
          <p:cNvSpPr>
            <a:spLocks noGrp="1"/>
          </p:cNvSpPr>
          <p:nvPr>
            <p:ph type="ctrTitle" hasCustomPrompt="1"/>
          </p:nvPr>
        </p:nvSpPr>
        <p:spPr>
          <a:xfrm>
            <a:off x="623904"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24" name="Text Placeholder 2">
            <a:extLst>
              <a:ext uri="{FF2B5EF4-FFF2-40B4-BE49-F238E27FC236}">
                <a16:creationId xmlns:a16="http://schemas.microsoft.com/office/drawing/2014/main" id="{AEDD64BB-96E9-B53B-7D4D-690B8C23D059}"/>
              </a:ext>
            </a:extLst>
          </p:cNvPr>
          <p:cNvSpPr>
            <a:spLocks noGrp="1"/>
          </p:cNvSpPr>
          <p:nvPr>
            <p:ph type="body" sz="quarter" idx="14" hasCustomPrompt="1"/>
          </p:nvPr>
        </p:nvSpPr>
        <p:spPr>
          <a:xfrm>
            <a:off x="632127" y="431801"/>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5858225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Half Page Text 4">
    <p:spTree>
      <p:nvGrpSpPr>
        <p:cNvPr id="1" name=""/>
        <p:cNvGrpSpPr/>
        <p:nvPr/>
      </p:nvGrpSpPr>
      <p:grpSpPr>
        <a:xfrm>
          <a:off x="0" y="0"/>
          <a:ext cx="0" cy="0"/>
          <a:chOff x="0" y="0"/>
          <a:chExt cx="0" cy="0"/>
        </a:xfrm>
      </p:grpSpPr>
      <p:sp>
        <p:nvSpPr>
          <p:cNvPr id="4" name="Rectangle 3"/>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7" name="Title 1">
            <a:extLst>
              <a:ext uri="{FF2B5EF4-FFF2-40B4-BE49-F238E27FC236}">
                <a16:creationId xmlns:a16="http://schemas.microsoft.com/office/drawing/2014/main" id="{500FB767-EEA9-D740-8EE8-2114332F6203}"/>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6" name="Text Placeholder 2">
            <a:extLst>
              <a:ext uri="{FF2B5EF4-FFF2-40B4-BE49-F238E27FC236}">
                <a16:creationId xmlns:a16="http://schemas.microsoft.com/office/drawing/2014/main" id="{6D48D0B9-5AAE-5EA0-915E-F4A587C78D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13" name="Text Placeholder 2">
            <a:extLst>
              <a:ext uri="{FF2B5EF4-FFF2-40B4-BE49-F238E27FC236}">
                <a16:creationId xmlns:a16="http://schemas.microsoft.com/office/drawing/2014/main" id="{FD776BEA-9222-9BAE-1B0A-D130A0C27386}"/>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4" name="Text Placeholder 2">
            <a:extLst>
              <a:ext uri="{FF2B5EF4-FFF2-40B4-BE49-F238E27FC236}">
                <a16:creationId xmlns:a16="http://schemas.microsoft.com/office/drawing/2014/main" id="{4FF5CF4C-D0EB-653A-EF97-9B340B356D4E}"/>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5" name="Text Placeholder 2">
            <a:extLst>
              <a:ext uri="{FF2B5EF4-FFF2-40B4-BE49-F238E27FC236}">
                <a16:creationId xmlns:a16="http://schemas.microsoft.com/office/drawing/2014/main" id="{AD7E996C-EDDD-1C3A-F435-CE74CC8C66CD}"/>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0" name="Text Placeholder 2">
            <a:extLst>
              <a:ext uri="{FF2B5EF4-FFF2-40B4-BE49-F238E27FC236}">
                <a16:creationId xmlns:a16="http://schemas.microsoft.com/office/drawing/2014/main" id="{7EAE9D52-E667-E111-D1B1-C8DA2561EB82}"/>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43217552-FC77-55C0-C4C3-86742477333B}"/>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61B96D09-51F8-E400-53C3-04E0CB41305D}"/>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19642544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Half page text 5">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F37C714-926C-B64D-A4F5-C938E3E4ED20}"/>
              </a:ext>
            </a:extLst>
          </p:cNvPr>
          <p:cNvSpPr/>
          <p:nvPr/>
        </p:nvSpPr>
        <p:spPr>
          <a:xfrm>
            <a:off x="6104471" y="0"/>
            <a:ext cx="6106789" cy="68580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7" b="0" i="0" dirty="0">
              <a:latin typeface="CiscoSansTT ExtraLight" panose="020B0303020201020303" pitchFamily="34" charset="0"/>
            </a:endParaRPr>
          </a:p>
        </p:txBody>
      </p:sp>
      <p:sp>
        <p:nvSpPr>
          <p:cNvPr id="16" name="Text Placeholder 2">
            <a:extLst>
              <a:ext uri="{FF2B5EF4-FFF2-40B4-BE49-F238E27FC236}">
                <a16:creationId xmlns:a16="http://schemas.microsoft.com/office/drawing/2014/main" id="{C2CBB27D-4ECC-7D57-A8D7-9837ACB4C785}"/>
              </a:ext>
            </a:extLst>
          </p:cNvPr>
          <p:cNvSpPr>
            <a:spLocks noGrp="1"/>
          </p:cNvSpPr>
          <p:nvPr>
            <p:ph type="body" sz="quarter" idx="21" hasCustomPrompt="1"/>
          </p:nvPr>
        </p:nvSpPr>
        <p:spPr>
          <a:xfrm>
            <a:off x="7360304" y="75839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4E4DEDCA-B1D8-2700-95AE-F61F2A5A40E4}"/>
              </a:ext>
            </a:extLst>
          </p:cNvPr>
          <p:cNvSpPr>
            <a:spLocks noGrp="1"/>
          </p:cNvSpPr>
          <p:nvPr>
            <p:ph type="body" sz="quarter" idx="24" hasCustomPrompt="1"/>
          </p:nvPr>
        </p:nvSpPr>
        <p:spPr>
          <a:xfrm>
            <a:off x="7360304" y="2689016"/>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DCB8C56B-FD0B-ED99-1F78-93E2F9DB6316}"/>
              </a:ext>
            </a:extLst>
          </p:cNvPr>
          <p:cNvSpPr>
            <a:spLocks noGrp="1"/>
          </p:cNvSpPr>
          <p:nvPr>
            <p:ph type="body" sz="quarter" idx="26" hasCustomPrompt="1"/>
          </p:nvPr>
        </p:nvSpPr>
        <p:spPr>
          <a:xfrm>
            <a:off x="7360304" y="4610989"/>
            <a:ext cx="3985947" cy="182881"/>
          </a:xfrm>
          <a:prstGeom prst="rect">
            <a:avLst/>
          </a:prstGeom>
        </p:spPr>
        <p:txBody>
          <a:bodyPr lIns="0" tIns="0" rIns="0" bIns="0"/>
          <a:lstStyle>
            <a:lvl1pPr marL="0" indent="0">
              <a:buFont typeface="Arial" panose="020B0604020202020204" pitchFamily="34" charset="0"/>
              <a:buNone/>
              <a:defRPr sz="16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1" name="Text Placeholder 2">
            <a:extLst>
              <a:ext uri="{FF2B5EF4-FFF2-40B4-BE49-F238E27FC236}">
                <a16:creationId xmlns:a16="http://schemas.microsoft.com/office/drawing/2014/main" id="{4FF4178D-EA14-1DB3-76F5-F17A2F680081}"/>
              </a:ext>
            </a:extLst>
          </p:cNvPr>
          <p:cNvSpPr>
            <a:spLocks noGrp="1"/>
          </p:cNvSpPr>
          <p:nvPr>
            <p:ph type="body" sz="quarter" idx="15" hasCustomPrompt="1"/>
          </p:nvPr>
        </p:nvSpPr>
        <p:spPr>
          <a:xfrm>
            <a:off x="7360304" y="1190595"/>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2" name="Text Placeholder 2">
            <a:extLst>
              <a:ext uri="{FF2B5EF4-FFF2-40B4-BE49-F238E27FC236}">
                <a16:creationId xmlns:a16="http://schemas.microsoft.com/office/drawing/2014/main" id="{C50465A6-124F-F258-49BE-3472BBC000E1}"/>
              </a:ext>
            </a:extLst>
          </p:cNvPr>
          <p:cNvSpPr>
            <a:spLocks noGrp="1"/>
          </p:cNvSpPr>
          <p:nvPr>
            <p:ph type="body" sz="quarter" idx="28" hasCustomPrompt="1"/>
          </p:nvPr>
        </p:nvSpPr>
        <p:spPr>
          <a:xfrm>
            <a:off x="7360304" y="3112568"/>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3" name="Text Placeholder 2">
            <a:extLst>
              <a:ext uri="{FF2B5EF4-FFF2-40B4-BE49-F238E27FC236}">
                <a16:creationId xmlns:a16="http://schemas.microsoft.com/office/drawing/2014/main" id="{88F04DA7-F805-D415-F2BB-79E89146E2C0}"/>
              </a:ext>
            </a:extLst>
          </p:cNvPr>
          <p:cNvSpPr>
            <a:spLocks noGrp="1"/>
          </p:cNvSpPr>
          <p:nvPr>
            <p:ph type="body" sz="quarter" idx="29" hasCustomPrompt="1"/>
          </p:nvPr>
        </p:nvSpPr>
        <p:spPr>
          <a:xfrm>
            <a:off x="7360304" y="5043187"/>
            <a:ext cx="3985947"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4" name="Title 1">
            <a:extLst>
              <a:ext uri="{FF2B5EF4-FFF2-40B4-BE49-F238E27FC236}">
                <a16:creationId xmlns:a16="http://schemas.microsoft.com/office/drawing/2014/main" id="{63195051-635B-6257-E964-771DABF5DF3B}"/>
              </a:ext>
            </a:extLst>
          </p:cNvPr>
          <p:cNvSpPr>
            <a:spLocks noGrp="1"/>
          </p:cNvSpPr>
          <p:nvPr>
            <p:ph type="ctrTitle" hasCustomPrompt="1"/>
          </p:nvPr>
        </p:nvSpPr>
        <p:spPr>
          <a:xfrm>
            <a:off x="632125" y="1771876"/>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25" name="Text Placeholder 2">
            <a:extLst>
              <a:ext uri="{FF2B5EF4-FFF2-40B4-BE49-F238E27FC236}">
                <a16:creationId xmlns:a16="http://schemas.microsoft.com/office/drawing/2014/main" id="{D0A8471E-2BBA-AE3D-CE56-68CCA2519DA0}"/>
              </a:ext>
            </a:extLst>
          </p:cNvPr>
          <p:cNvSpPr>
            <a:spLocks noGrp="1"/>
          </p:cNvSpPr>
          <p:nvPr>
            <p:ph type="body" sz="quarter" idx="16" hasCustomPrompt="1"/>
          </p:nvPr>
        </p:nvSpPr>
        <p:spPr>
          <a:xfrm>
            <a:off x="632125" y="238252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6" name="Text Placeholder 2">
            <a:extLst>
              <a:ext uri="{FF2B5EF4-FFF2-40B4-BE49-F238E27FC236}">
                <a16:creationId xmlns:a16="http://schemas.microsoft.com/office/drawing/2014/main" id="{748B7AD2-C316-D1F7-99FE-EF6B9A10F889}"/>
              </a:ext>
            </a:extLst>
          </p:cNvPr>
          <p:cNvSpPr>
            <a:spLocks noGrp="1"/>
          </p:cNvSpPr>
          <p:nvPr>
            <p:ph type="body" sz="quarter" idx="30" hasCustomPrompt="1"/>
          </p:nvPr>
        </p:nvSpPr>
        <p:spPr>
          <a:xfrm>
            <a:off x="632125" y="2813068"/>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8" name="Text Placeholder 2">
            <a:extLst>
              <a:ext uri="{FF2B5EF4-FFF2-40B4-BE49-F238E27FC236}">
                <a16:creationId xmlns:a16="http://schemas.microsoft.com/office/drawing/2014/main" id="{B3D1F05A-245C-2C85-24CE-BAD42CCB0C2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7705512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8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Image Large Captio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goes here</a:t>
            </a:r>
            <a:endParaRPr lang="en-US" dirty="0"/>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1315570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ky Image Large Caption">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A62B9F0-3EE9-0046-B656-7796BE0520F4}"/>
              </a:ext>
            </a:extLst>
          </p:cNvPr>
          <p:cNvSpPr>
            <a:spLocks noGrp="1"/>
          </p:cNvSpPr>
          <p:nvPr>
            <p:ph type="ctrTitle" hasCustomPrompt="1"/>
          </p:nvPr>
        </p:nvSpPr>
        <p:spPr>
          <a:xfrm>
            <a:off x="979707" y="4324906"/>
            <a:ext cx="10232588" cy="1955628"/>
          </a:xfrm>
          <a:prstGeom prst="rect">
            <a:avLst/>
          </a:prstGeom>
        </p:spPr>
        <p:txBody>
          <a:bodyPr anchor="ctr"/>
          <a:lstStyle>
            <a:lvl1pPr marL="0" indent="0" algn="ctr">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goes here</a:t>
            </a:r>
            <a:endParaRPr lang="en-US" dirty="0"/>
          </a:p>
        </p:txBody>
      </p:sp>
      <p:sp>
        <p:nvSpPr>
          <p:cNvPr id="6" name="Picture Placeholder 2">
            <a:extLst>
              <a:ext uri="{FF2B5EF4-FFF2-40B4-BE49-F238E27FC236}">
                <a16:creationId xmlns:a16="http://schemas.microsoft.com/office/drawing/2014/main" id="{EF1594EA-D397-6C41-A885-CC4BB73C61CA}"/>
              </a:ext>
            </a:extLst>
          </p:cNvPr>
          <p:cNvSpPr>
            <a:spLocks noGrp="1"/>
          </p:cNvSpPr>
          <p:nvPr>
            <p:ph type="pic" sz="quarter" idx="10" hasCustomPrompt="1"/>
          </p:nvPr>
        </p:nvSpPr>
        <p:spPr>
          <a:xfrm>
            <a:off x="1" y="0"/>
            <a:ext cx="12192000" cy="4324904"/>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477175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Image Full">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17140791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ky Image Full">
    <p:bg>
      <p:bgPr>
        <a:solidFill>
          <a:schemeClr val="accent1"/>
        </a:solidFill>
        <a:effectLst/>
      </p:bgPr>
    </p:bg>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45C13F8A-9C96-BC4F-A27C-6AF68C9B9A84}"/>
              </a:ext>
            </a:extLst>
          </p:cNvPr>
          <p:cNvSpPr>
            <a:spLocks noGrp="1"/>
          </p:cNvSpPr>
          <p:nvPr>
            <p:ph type="pic" sz="quarter" idx="10" hasCustomPrompt="1"/>
          </p:nvPr>
        </p:nvSpPr>
        <p:spPr>
          <a:xfrm>
            <a:off x="1" y="0"/>
            <a:ext cx="12192000" cy="5992432"/>
          </a:xfrm>
          <a:prstGeom prst="rect">
            <a:avLst/>
          </a:prstGeom>
          <a:solidFill>
            <a:schemeClr val="bg2">
              <a:alpha val="1300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picture</a:t>
            </a:r>
          </a:p>
        </p:txBody>
      </p:sp>
    </p:spTree>
    <p:extLst>
      <p:ext uri="{BB962C8B-B14F-4D97-AF65-F5344CB8AC3E}">
        <p14:creationId xmlns:p14="http://schemas.microsoft.com/office/powerpoint/2010/main" val="27974619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Half page image caption">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tx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3394826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ky Half page image caption">
    <p:bg>
      <p:bgPr>
        <a:solidFill>
          <a:schemeClr val="accent1"/>
        </a:solidFill>
        <a:effectLst/>
      </p:bgPr>
    </p:bg>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6786035" y="431802"/>
            <a:ext cx="5405967" cy="520135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ext Placeholder 8"/>
          <p:cNvSpPr>
            <a:spLocks noGrp="1"/>
          </p:cNvSpPr>
          <p:nvPr>
            <p:ph type="body" sz="quarter" idx="11"/>
          </p:nvPr>
        </p:nvSpPr>
        <p:spPr>
          <a:xfrm>
            <a:off x="6786035" y="5893686"/>
            <a:ext cx="4745567" cy="227716"/>
          </a:xfrm>
          <a:prstGeom prst="rect">
            <a:avLst/>
          </a:prstGeom>
        </p:spPr>
        <p:txBody>
          <a:bodyPr lIns="0" tIns="0" rIns="0" bIns="0"/>
          <a:lstStyle>
            <a:lvl1pPr marL="0" indent="0">
              <a:buNone/>
              <a:defRPr sz="1600">
                <a:solidFill>
                  <a:schemeClr val="bg1"/>
                </a:solidFill>
              </a:defRPr>
            </a:lvl1pPr>
          </a:lstStyle>
          <a:p>
            <a:pPr lvl="0"/>
            <a:r>
              <a:rPr lang="en-US"/>
              <a:t>Click to edit Master text styles</a:t>
            </a:r>
          </a:p>
        </p:txBody>
      </p:sp>
      <p:sp>
        <p:nvSpPr>
          <p:cNvPr id="13" name="Title 1">
            <a:extLst>
              <a:ext uri="{FF2B5EF4-FFF2-40B4-BE49-F238E27FC236}">
                <a16:creationId xmlns:a16="http://schemas.microsoft.com/office/drawing/2014/main" id="{ED0CF905-953D-514D-A5C8-5787B32C1E08}"/>
              </a:ext>
            </a:extLst>
          </p:cNvPr>
          <p:cNvSpPr>
            <a:spLocks noGrp="1"/>
          </p:cNvSpPr>
          <p:nvPr>
            <p:ph type="ctrTitle" hasCustomPrompt="1"/>
          </p:nvPr>
        </p:nvSpPr>
        <p:spPr>
          <a:xfrm>
            <a:off x="626048"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6" name="Text Placeholder 2">
            <a:extLst>
              <a:ext uri="{FF2B5EF4-FFF2-40B4-BE49-F238E27FC236}">
                <a16:creationId xmlns:a16="http://schemas.microsoft.com/office/drawing/2014/main" id="{1590B87F-2616-792A-8A7A-058FE3E9E64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9254982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7" pos="427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alf page imag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540862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ky Half page image">
    <p:bg>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64A223E-4FAB-424A-BE75-6FA1B39C4DB5}"/>
              </a:ext>
            </a:extLst>
          </p:cNvPr>
          <p:cNvSpPr>
            <a:spLocks noGrp="1"/>
          </p:cNvSpPr>
          <p:nvPr>
            <p:ph type="ctrTitle" hasCustomPrompt="1"/>
          </p:nvPr>
        </p:nvSpPr>
        <p:spPr>
          <a:xfrm>
            <a:off x="626050" y="2209802"/>
            <a:ext cx="5025988"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96003" y="431800"/>
            <a:ext cx="6096000" cy="6045200"/>
          </a:xfrm>
          <a:prstGeom prst="rect">
            <a:avLst/>
          </a:prstGeom>
        </p:spPr>
        <p:txBody>
          <a:bodyPr anchor="ctr" anchorCtr="0"/>
          <a:lstStyle>
            <a:lvl1pPr marL="0" indent="0" algn="ctr">
              <a:buNone/>
              <a:defRPr>
                <a:solidFill>
                  <a:schemeClr val="bg1"/>
                </a:solidFill>
              </a:defRPr>
            </a:lvl1pPr>
          </a:lstStyle>
          <a:p>
            <a:r>
              <a:rPr lang="en-US"/>
              <a:t>Click icon to add picture</a:t>
            </a:r>
            <a:endParaRPr lang="en-US" dirty="0"/>
          </a:p>
        </p:txBody>
      </p:sp>
      <p:sp>
        <p:nvSpPr>
          <p:cNvPr id="6" name="Text Placeholder 2">
            <a:extLst>
              <a:ext uri="{FF2B5EF4-FFF2-40B4-BE49-F238E27FC236}">
                <a16:creationId xmlns:a16="http://schemas.microsoft.com/office/drawing/2014/main" id="{9160C303-0E0A-0956-D717-7DF1839453EA}"/>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bg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1626541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alf page image text">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1" name="Title 1">
            <a:extLst>
              <a:ext uri="{FF2B5EF4-FFF2-40B4-BE49-F238E27FC236}">
                <a16:creationId xmlns:a16="http://schemas.microsoft.com/office/drawing/2014/main" id="{421E50EE-B08A-1619-635E-A2F7D64943D1}"/>
              </a:ext>
            </a:extLst>
          </p:cNvPr>
          <p:cNvSpPr>
            <a:spLocks noGrp="1"/>
          </p:cNvSpPr>
          <p:nvPr>
            <p:ph type="ctrTitle" hasCustomPrompt="1"/>
          </p:nvPr>
        </p:nvSpPr>
        <p:spPr>
          <a:xfrm>
            <a:off x="632125" y="1760885"/>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2" name="Text Placeholder 2">
            <a:extLst>
              <a:ext uri="{FF2B5EF4-FFF2-40B4-BE49-F238E27FC236}">
                <a16:creationId xmlns:a16="http://schemas.microsoft.com/office/drawing/2014/main" id="{A9C9E047-3B79-01FB-2668-552BA3E030C5}"/>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3" name="Text Placeholder 2">
            <a:extLst>
              <a:ext uri="{FF2B5EF4-FFF2-40B4-BE49-F238E27FC236}">
                <a16:creationId xmlns:a16="http://schemas.microsoft.com/office/drawing/2014/main" id="{59B16207-AF3E-950B-D412-7CB2B8BB687D}"/>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4" name="Text Placeholder 2">
            <a:extLst>
              <a:ext uri="{FF2B5EF4-FFF2-40B4-BE49-F238E27FC236}">
                <a16:creationId xmlns:a16="http://schemas.microsoft.com/office/drawing/2014/main" id="{39E0DAAB-B12B-D73A-BFD5-E3645B1EFF04}"/>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
        <p:nvSpPr>
          <p:cNvPr id="21" name="Text Placeholder 2">
            <a:extLst>
              <a:ext uri="{FF2B5EF4-FFF2-40B4-BE49-F238E27FC236}">
                <a16:creationId xmlns:a16="http://schemas.microsoft.com/office/drawing/2014/main" id="{D575CD87-CAFE-A05B-6B97-0E87969006E4}"/>
              </a:ext>
            </a:extLst>
          </p:cNvPr>
          <p:cNvSpPr>
            <a:spLocks noGrp="1"/>
          </p:cNvSpPr>
          <p:nvPr>
            <p:ph type="body" sz="quarter" idx="33" hasCustomPrompt="1"/>
          </p:nvPr>
        </p:nvSpPr>
        <p:spPr>
          <a:xfrm>
            <a:off x="632125" y="4216904"/>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22" name="Text Placeholder 2">
            <a:extLst>
              <a:ext uri="{FF2B5EF4-FFF2-40B4-BE49-F238E27FC236}">
                <a16:creationId xmlns:a16="http://schemas.microsoft.com/office/drawing/2014/main" id="{A9674B6B-6A39-1F78-81F7-17B4220675D4}"/>
              </a:ext>
            </a:extLst>
          </p:cNvPr>
          <p:cNvSpPr>
            <a:spLocks noGrp="1"/>
          </p:cNvSpPr>
          <p:nvPr>
            <p:ph type="body" sz="quarter" idx="34" hasCustomPrompt="1"/>
          </p:nvPr>
        </p:nvSpPr>
        <p:spPr>
          <a:xfrm>
            <a:off x="632125" y="4647451"/>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Tree>
    <p:extLst>
      <p:ext uri="{BB962C8B-B14F-4D97-AF65-F5344CB8AC3E}">
        <p14:creationId xmlns:p14="http://schemas.microsoft.com/office/powerpoint/2010/main" val="11222466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Half page image text icons">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5" y="431800"/>
            <a:ext cx="6104467" cy="6045200"/>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9" name="Title 1">
            <a:extLst>
              <a:ext uri="{FF2B5EF4-FFF2-40B4-BE49-F238E27FC236}">
                <a16:creationId xmlns:a16="http://schemas.microsoft.com/office/drawing/2014/main" id="{453354D0-16E5-6249-964F-2F9A7EBF7C36}"/>
              </a:ext>
            </a:extLst>
          </p:cNvPr>
          <p:cNvSpPr>
            <a:spLocks noGrp="1"/>
          </p:cNvSpPr>
          <p:nvPr>
            <p:ph type="ctrTitle" hasCustomPrompt="1"/>
          </p:nvPr>
        </p:nvSpPr>
        <p:spPr>
          <a:xfrm>
            <a:off x="1727148" y="176604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3" name="Picture Placeholder 2">
            <a:extLst>
              <a:ext uri="{FF2B5EF4-FFF2-40B4-BE49-F238E27FC236}">
                <a16:creationId xmlns:a16="http://schemas.microsoft.com/office/drawing/2014/main" id="{DB316346-3BC8-EF4A-BBC3-4B56BAC5B9A5}"/>
              </a:ext>
            </a:extLst>
          </p:cNvPr>
          <p:cNvSpPr>
            <a:spLocks noGrp="1"/>
          </p:cNvSpPr>
          <p:nvPr>
            <p:ph type="pic" sz="quarter" idx="24" hasCustomPrompt="1"/>
          </p:nvPr>
        </p:nvSpPr>
        <p:spPr>
          <a:xfrm>
            <a:off x="632127" y="236220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4" name="Picture Placeholder 2">
            <a:extLst>
              <a:ext uri="{FF2B5EF4-FFF2-40B4-BE49-F238E27FC236}">
                <a16:creationId xmlns:a16="http://schemas.microsoft.com/office/drawing/2014/main" id="{3FD419D2-A5E0-5441-8593-FDCDFEAFC54B}"/>
              </a:ext>
            </a:extLst>
          </p:cNvPr>
          <p:cNvSpPr>
            <a:spLocks noGrp="1"/>
          </p:cNvSpPr>
          <p:nvPr>
            <p:ph type="pic" sz="quarter" idx="25" hasCustomPrompt="1"/>
          </p:nvPr>
        </p:nvSpPr>
        <p:spPr>
          <a:xfrm>
            <a:off x="632127" y="4206631"/>
            <a:ext cx="722541" cy="675271"/>
          </a:xfrm>
          <a:prstGeom prst="rect">
            <a:avLst/>
          </a:prstGeom>
          <a:solidFill>
            <a:schemeClr val="bg2">
              <a:alpha val="0"/>
            </a:schemeClr>
          </a:solidFill>
        </p:spPr>
        <p:txBody>
          <a:bodyPr vert="horz" lIns="91420" tIns="45710" rIns="91420" bIns="45710" anchor="ctr"/>
          <a:lstStyle>
            <a:lvl1pPr marL="0" indent="0" algn="ctr">
              <a:buNone/>
              <a:defRPr sz="1333" b="0" i="0" baseline="0">
                <a:solidFill>
                  <a:schemeClr val="tx1"/>
                </a:solidFill>
                <a:latin typeface="CiscoSansTT ExtraLight" panose="020B0303020201020303" pitchFamily="34" charset="0"/>
                <a:cs typeface="CiscoSans ExtraLight"/>
              </a:defRPr>
            </a:lvl1pPr>
          </a:lstStyle>
          <a:p>
            <a:pPr lvl="0"/>
            <a:r>
              <a:rPr lang="en-US" noProof="0" dirty="0"/>
              <a:t>Click to add marketing icon</a:t>
            </a:r>
          </a:p>
        </p:txBody>
      </p:sp>
      <p:sp>
        <p:nvSpPr>
          <p:cNvPr id="15" name="Text Placeholder 2">
            <a:extLst>
              <a:ext uri="{FF2B5EF4-FFF2-40B4-BE49-F238E27FC236}">
                <a16:creationId xmlns:a16="http://schemas.microsoft.com/office/drawing/2014/main" id="{B5E5EDE7-AAAF-8C40-8D1E-D24E33A2ADF4}"/>
              </a:ext>
            </a:extLst>
          </p:cNvPr>
          <p:cNvSpPr>
            <a:spLocks noGrp="1"/>
          </p:cNvSpPr>
          <p:nvPr>
            <p:ph type="body" sz="quarter" idx="16" hasCustomPrompt="1"/>
          </p:nvPr>
        </p:nvSpPr>
        <p:spPr>
          <a:xfrm>
            <a:off x="1727148" y="2362201"/>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7" name="Text Placeholder 2">
            <a:extLst>
              <a:ext uri="{FF2B5EF4-FFF2-40B4-BE49-F238E27FC236}">
                <a16:creationId xmlns:a16="http://schemas.microsoft.com/office/drawing/2014/main" id="{458D6C5F-0B29-8A4E-A858-26BECF27D154}"/>
              </a:ext>
            </a:extLst>
          </p:cNvPr>
          <p:cNvSpPr>
            <a:spLocks noGrp="1"/>
          </p:cNvSpPr>
          <p:nvPr>
            <p:ph type="body" sz="quarter" idx="20" hasCustomPrompt="1"/>
          </p:nvPr>
        </p:nvSpPr>
        <p:spPr>
          <a:xfrm>
            <a:off x="1727148" y="4206632"/>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9" name="Text Placeholder 2">
            <a:extLst>
              <a:ext uri="{FF2B5EF4-FFF2-40B4-BE49-F238E27FC236}">
                <a16:creationId xmlns:a16="http://schemas.microsoft.com/office/drawing/2014/main" id="{C414CF6E-DEBF-5A4C-8822-AC1C0D5EE905}"/>
              </a:ext>
            </a:extLst>
          </p:cNvPr>
          <p:cNvSpPr>
            <a:spLocks noGrp="1"/>
          </p:cNvSpPr>
          <p:nvPr>
            <p:ph type="body" sz="quarter" idx="32" hasCustomPrompt="1"/>
          </p:nvPr>
        </p:nvSpPr>
        <p:spPr>
          <a:xfrm>
            <a:off x="1727148" y="4625586"/>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20" name="Text Placeholder 2">
            <a:extLst>
              <a:ext uri="{FF2B5EF4-FFF2-40B4-BE49-F238E27FC236}">
                <a16:creationId xmlns:a16="http://schemas.microsoft.com/office/drawing/2014/main" id="{E10C3C35-F284-9842-AF8E-B4C121DB854F}"/>
              </a:ext>
            </a:extLst>
          </p:cNvPr>
          <p:cNvSpPr>
            <a:spLocks noGrp="1"/>
          </p:cNvSpPr>
          <p:nvPr>
            <p:ph type="body" sz="quarter" idx="31" hasCustomPrompt="1"/>
          </p:nvPr>
        </p:nvSpPr>
        <p:spPr>
          <a:xfrm>
            <a:off x="1727148" y="2792747"/>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2" name="Text Placeholder 2">
            <a:extLst>
              <a:ext uri="{FF2B5EF4-FFF2-40B4-BE49-F238E27FC236}">
                <a16:creationId xmlns:a16="http://schemas.microsoft.com/office/drawing/2014/main" id="{530ECFE8-BB22-2C91-22E4-8B647E6289E0}"/>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42437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5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Half page chart">
    <p:spTree>
      <p:nvGrpSpPr>
        <p:cNvPr id="1" name=""/>
        <p:cNvGrpSpPr/>
        <p:nvPr/>
      </p:nvGrpSpPr>
      <p:grpSpPr>
        <a:xfrm>
          <a:off x="0" y="0"/>
          <a:ext cx="0" cy="0"/>
          <a:chOff x="0" y="0"/>
          <a:chExt cx="0" cy="0"/>
        </a:xfrm>
      </p:grpSpPr>
      <p:sp>
        <p:nvSpPr>
          <p:cNvPr id="6" name="Chart Placeholder 5"/>
          <p:cNvSpPr>
            <a:spLocks noGrp="1"/>
          </p:cNvSpPr>
          <p:nvPr>
            <p:ph type="chart" sz="quarter" idx="10"/>
          </p:nvPr>
        </p:nvSpPr>
        <p:spPr>
          <a:xfrm>
            <a:off x="6786035" y="431803"/>
            <a:ext cx="4796367" cy="6045199"/>
          </a:xfrm>
          <a:prstGeom prst="rect">
            <a:avLst/>
          </a:prstGeom>
        </p:spPr>
        <p:txBody>
          <a:bodyPr anchor="ctr" anchorCtr="0"/>
          <a:lstStyle>
            <a:lvl1pPr marL="0" indent="0" algn="ctr">
              <a:buNone/>
              <a:defRPr>
                <a:solidFill>
                  <a:schemeClr val="tx1"/>
                </a:solidFill>
              </a:defRPr>
            </a:lvl1pPr>
          </a:lstStyle>
          <a:p>
            <a:r>
              <a:rPr lang="en-US"/>
              <a:t>Click icon to add chart</a:t>
            </a:r>
            <a:endParaRPr lang="en-US" dirty="0"/>
          </a:p>
        </p:txBody>
      </p:sp>
      <p:sp>
        <p:nvSpPr>
          <p:cNvPr id="4" name="Title 1">
            <a:extLst>
              <a:ext uri="{FF2B5EF4-FFF2-40B4-BE49-F238E27FC236}">
                <a16:creationId xmlns:a16="http://schemas.microsoft.com/office/drawing/2014/main" id="{7C0FB4A9-9785-254F-982E-7E82B77BF549}"/>
              </a:ext>
            </a:extLst>
          </p:cNvPr>
          <p:cNvSpPr>
            <a:spLocks noGrp="1"/>
          </p:cNvSpPr>
          <p:nvPr>
            <p:ph type="ctrTitle" hasCustomPrompt="1"/>
          </p:nvPr>
        </p:nvSpPr>
        <p:spPr>
          <a:xfrm>
            <a:off x="636096" y="2209802"/>
            <a:ext cx="5451437" cy="1955628"/>
          </a:xfrm>
          <a:prstGeom prst="rect">
            <a:avLst/>
          </a:prstGeom>
        </p:spPr>
        <p:txBody>
          <a:bodyPr lIns="0" tIns="0" rIns="0" bIns="0" anchor="ctr" anchorCtr="0"/>
          <a:lstStyle>
            <a:lvl1pPr marL="0" indent="0" algn="l">
              <a:lnSpc>
                <a:spcPct val="100000"/>
              </a:lnSpc>
              <a:buFont typeface="Arial" panose="020B0604020202020204" pitchFamily="34" charset="0"/>
              <a:buNone/>
              <a:defRPr sz="4267"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Slide copy should</a:t>
            </a:r>
            <a:br>
              <a:rPr lang="en-GB" dirty="0"/>
            </a:br>
            <a:r>
              <a:rPr lang="en-GB" dirty="0"/>
              <a:t>go here</a:t>
            </a:r>
            <a:endParaRPr lang="en-US" dirty="0"/>
          </a:p>
        </p:txBody>
      </p:sp>
      <p:sp>
        <p:nvSpPr>
          <p:cNvPr id="7" name="Text Placeholder 2">
            <a:extLst>
              <a:ext uri="{FF2B5EF4-FFF2-40B4-BE49-F238E27FC236}">
                <a16:creationId xmlns:a16="http://schemas.microsoft.com/office/drawing/2014/main" id="{25F9E7A7-281F-24AD-2948-98640334E32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3018367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Map">
    <p:spTree>
      <p:nvGrpSpPr>
        <p:cNvPr id="1" name=""/>
        <p:cNvGrpSpPr/>
        <p:nvPr/>
      </p:nvGrpSpPr>
      <p:grpSpPr>
        <a:xfrm>
          <a:off x="0" y="0"/>
          <a:ext cx="0" cy="0"/>
          <a:chOff x="0" y="0"/>
          <a:chExt cx="0" cy="0"/>
        </a:xfrm>
      </p:grpSpPr>
      <p:sp>
        <p:nvSpPr>
          <p:cNvPr id="239" name="Text Placeholder 2">
            <a:extLst>
              <a:ext uri="{FF2B5EF4-FFF2-40B4-BE49-F238E27FC236}">
                <a16:creationId xmlns:a16="http://schemas.microsoft.com/office/drawing/2014/main" id="{0432F0B5-AA18-A142-8000-0B8E86D9192F}"/>
              </a:ext>
            </a:extLst>
          </p:cNvPr>
          <p:cNvSpPr>
            <a:spLocks noGrp="1"/>
          </p:cNvSpPr>
          <p:nvPr>
            <p:ph type="body" sz="quarter" idx="15" hasCustomPrompt="1"/>
          </p:nvPr>
        </p:nvSpPr>
        <p:spPr>
          <a:xfrm>
            <a:off x="632125" y="4261989"/>
            <a:ext cx="2587813" cy="1859411"/>
          </a:xfrm>
          <a:prstGeom prst="rect">
            <a:avLst/>
          </a:prstGeom>
        </p:spPr>
        <p:txBody>
          <a:bodyPr lIns="0" tIns="0" rIns="0" bIns="0"/>
          <a:lstStyle>
            <a:lvl1pPr marL="0" marR="0" indent="0" algn="l" defTabSz="912276" rtl="0" eaLnBrk="1" fontAlgn="base" latinLnBrk="0" hangingPunct="1">
              <a:lnSpc>
                <a:spcPts val="1467"/>
              </a:lnSpc>
              <a:spcBef>
                <a:spcPts val="0"/>
              </a:spcBef>
              <a:spcAft>
                <a:spcPts val="800"/>
              </a:spcAft>
              <a:buClr>
                <a:schemeClr val="tx2"/>
              </a:buClr>
              <a:buSzPct val="90000"/>
              <a:buFont typeface="Arial" panose="020B0604020202020204" pitchFamily="34" charset="0"/>
              <a:buNone/>
              <a:tabLst/>
              <a:defRPr sz="1067" b="0" i="1"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This map is fully editable. Double-click </a:t>
            </a:r>
            <a:br>
              <a:rPr lang="en-GB" dirty="0"/>
            </a:br>
            <a:r>
              <a:rPr lang="en-GB" dirty="0"/>
              <a:t>or ungroup to edit individual countries. </a:t>
            </a:r>
            <a:br>
              <a:rPr lang="en-GB" dirty="0"/>
            </a:br>
            <a:br>
              <a:rPr lang="en-GB" dirty="0"/>
            </a:br>
            <a:r>
              <a:rPr lang="en-GB" dirty="0"/>
              <a:t>Disclaimer: This map is sourced from the current UN map. It represents only the approximate relative location of boundaries and is not authoritative. This is for informational purposes and is not prepared or suitable for legal, engineering or survey purposes.  </a:t>
            </a:r>
          </a:p>
          <a:p>
            <a:pPr lvl="0"/>
            <a:endParaRPr lang="en-GB" dirty="0"/>
          </a:p>
        </p:txBody>
      </p:sp>
      <p:sp>
        <p:nvSpPr>
          <p:cNvPr id="6" name="Text Placeholder 6">
            <a:extLst>
              <a:ext uri="{FF2B5EF4-FFF2-40B4-BE49-F238E27FC236}">
                <a16:creationId xmlns:a16="http://schemas.microsoft.com/office/drawing/2014/main" id="{CF248584-E96B-60F6-5CB7-077CEF8F3BDE}"/>
              </a:ext>
            </a:extLst>
          </p:cNvPr>
          <p:cNvSpPr>
            <a:spLocks noGrp="1"/>
          </p:cNvSpPr>
          <p:nvPr>
            <p:ph type="body" sz="quarter" idx="23"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7" name="Text Placeholder 2">
            <a:extLst>
              <a:ext uri="{FF2B5EF4-FFF2-40B4-BE49-F238E27FC236}">
                <a16:creationId xmlns:a16="http://schemas.microsoft.com/office/drawing/2014/main" id="{37AD3E42-A8B0-11B1-2428-C383D0195139}"/>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6357682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Org chart 1">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7" y="1349831"/>
            <a:ext cx="2490219"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696827"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696827"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696827"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696827"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696827"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696827"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696827"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235089"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235089"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235089"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235089"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235089"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235089"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235089"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286023"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286023"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286023"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286023"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286023"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286023"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286022"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824285"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824285"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824285"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824285"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824285"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824285"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824285"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22959"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22959"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22959"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22959"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22959"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22959"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22957"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961220"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961220"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961220"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961220"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961220"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961220"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961220"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349831"/>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73593" y="1917045"/>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73593" y="253519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73593" y="3153354"/>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73593" y="3771509"/>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73593" y="4389663"/>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73593" y="5007818"/>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73591" y="5625970"/>
            <a:ext cx="538263" cy="538263"/>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4111853" y="1967221"/>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4111853" y="2584612"/>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4111853" y="320200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4111853" y="381939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4111853" y="4436784"/>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4111853" y="5054175"/>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4111853" y="5671563"/>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Text Placeholder 6">
            <a:extLst>
              <a:ext uri="{FF2B5EF4-FFF2-40B4-BE49-F238E27FC236}">
                <a16:creationId xmlns:a16="http://schemas.microsoft.com/office/drawing/2014/main" id="{58C553A7-8A31-870C-101B-0A204C3890FC}"/>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65" name="Text Placeholder 2">
            <a:extLst>
              <a:ext uri="{FF2B5EF4-FFF2-40B4-BE49-F238E27FC236}">
                <a16:creationId xmlns:a16="http://schemas.microsoft.com/office/drawing/2014/main" id="{7469A137-485B-5AAB-AAF4-554238BF1365}"/>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9577631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Org chart 2">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14635"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24227"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24227"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24227"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24227"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24227"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24227"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24224"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235089"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235089"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235089"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235089"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235089"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235089"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235089"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13421"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13421"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13421"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13421"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13421"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13421"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13421"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824285"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824285"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824285"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824285"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824285"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824285"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824285"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50356"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50356"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50356"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50356"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50356"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50356"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50356"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961220"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961220"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961220"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961220"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961220"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961220"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961220"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171748"/>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600989" y="1578211"/>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600989" y="216610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600989" y="2754000"/>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600989" y="3341895"/>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600989" y="392978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600989" y="4517684"/>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600988" y="5105579"/>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4111853" y="16009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4111853" y="21882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4111853" y="277546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4111853" y="336270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4111853" y="394994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4111853" y="453718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4111853" y="5124429"/>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24224"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235089"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13421"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824285"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50356"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961220"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600988" y="5693473"/>
            <a:ext cx="483467" cy="483464"/>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4111853" y="5711668"/>
            <a:ext cx="1957848"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4" name="Text Placeholder 6">
            <a:extLst>
              <a:ext uri="{FF2B5EF4-FFF2-40B4-BE49-F238E27FC236}">
                <a16:creationId xmlns:a16="http://schemas.microsoft.com/office/drawing/2014/main" id="{1E10DC83-CCB3-2596-F842-884E3BF17A47}"/>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37446684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Org chart 3">
    <p:bg>
      <p:bgPr>
        <a:solidFill>
          <a:schemeClr val="bg2"/>
        </a:solidFill>
        <a:effectLst/>
      </p:bgPr>
    </p:bg>
    <p:spTree>
      <p:nvGrpSpPr>
        <p:cNvPr id="1" name=""/>
        <p:cNvGrpSpPr/>
        <p:nvPr/>
      </p:nvGrpSpPr>
      <p:grpSpPr>
        <a:xfrm>
          <a:off x="0" y="0"/>
          <a:ext cx="0" cy="0"/>
          <a:chOff x="0" y="0"/>
          <a:chExt cx="0" cy="0"/>
        </a:xfrm>
      </p:grpSpPr>
      <p:sp>
        <p:nvSpPr>
          <p:cNvPr id="76" name="Text Placeholder 7">
            <a:extLst>
              <a:ext uri="{FF2B5EF4-FFF2-40B4-BE49-F238E27FC236}">
                <a16:creationId xmlns:a16="http://schemas.microsoft.com/office/drawing/2014/main" id="{E17737D0-FC6B-7145-AB20-DD008328E7AF}"/>
              </a:ext>
            </a:extLst>
          </p:cNvPr>
          <p:cNvSpPr>
            <a:spLocks noGrp="1"/>
          </p:cNvSpPr>
          <p:nvPr>
            <p:ph type="body" sz="quarter" idx="21" hasCustomPrompt="1"/>
          </p:nvPr>
        </p:nvSpPr>
        <p:spPr>
          <a:xfrm>
            <a:off x="632126" y="1029572"/>
            <a:ext cx="2517617"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8" name="Picture Placeholder 3">
            <a:extLst>
              <a:ext uri="{FF2B5EF4-FFF2-40B4-BE49-F238E27FC236}">
                <a16:creationId xmlns:a16="http://schemas.microsoft.com/office/drawing/2014/main" id="{A7181BD4-D32F-9345-AF80-E1B50A790230}"/>
              </a:ext>
            </a:extLst>
          </p:cNvPr>
          <p:cNvSpPr>
            <a:spLocks noGrp="1"/>
          </p:cNvSpPr>
          <p:nvPr>
            <p:ph type="pic" sz="quarter" idx="23"/>
          </p:nvPr>
        </p:nvSpPr>
        <p:spPr>
          <a:xfrm>
            <a:off x="711691"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9" name="Picture Placeholder 3">
            <a:extLst>
              <a:ext uri="{FF2B5EF4-FFF2-40B4-BE49-F238E27FC236}">
                <a16:creationId xmlns:a16="http://schemas.microsoft.com/office/drawing/2014/main" id="{8B41B35C-4335-694B-BF5C-EFF21B146926}"/>
              </a:ext>
            </a:extLst>
          </p:cNvPr>
          <p:cNvSpPr>
            <a:spLocks noGrp="1"/>
          </p:cNvSpPr>
          <p:nvPr>
            <p:ph type="pic" sz="quarter" idx="24"/>
          </p:nvPr>
        </p:nvSpPr>
        <p:spPr>
          <a:xfrm>
            <a:off x="711691"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0" name="Picture Placeholder 3">
            <a:extLst>
              <a:ext uri="{FF2B5EF4-FFF2-40B4-BE49-F238E27FC236}">
                <a16:creationId xmlns:a16="http://schemas.microsoft.com/office/drawing/2014/main" id="{866CFDD6-B03C-D145-9DE2-DE5127549723}"/>
              </a:ext>
            </a:extLst>
          </p:cNvPr>
          <p:cNvSpPr>
            <a:spLocks noGrp="1"/>
          </p:cNvSpPr>
          <p:nvPr>
            <p:ph type="pic" sz="quarter" idx="25"/>
          </p:nvPr>
        </p:nvSpPr>
        <p:spPr>
          <a:xfrm>
            <a:off x="711691"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1" name="Picture Placeholder 3">
            <a:extLst>
              <a:ext uri="{FF2B5EF4-FFF2-40B4-BE49-F238E27FC236}">
                <a16:creationId xmlns:a16="http://schemas.microsoft.com/office/drawing/2014/main" id="{7E9D6FF4-058B-8046-ABE9-38E11FFC6001}"/>
              </a:ext>
            </a:extLst>
          </p:cNvPr>
          <p:cNvSpPr>
            <a:spLocks noGrp="1"/>
          </p:cNvSpPr>
          <p:nvPr>
            <p:ph type="pic" sz="quarter" idx="26"/>
          </p:nvPr>
        </p:nvSpPr>
        <p:spPr>
          <a:xfrm>
            <a:off x="711691"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2" name="Picture Placeholder 3">
            <a:extLst>
              <a:ext uri="{FF2B5EF4-FFF2-40B4-BE49-F238E27FC236}">
                <a16:creationId xmlns:a16="http://schemas.microsoft.com/office/drawing/2014/main" id="{7D143D2C-F993-FD4D-A334-8C81C2918C4C}"/>
              </a:ext>
            </a:extLst>
          </p:cNvPr>
          <p:cNvSpPr>
            <a:spLocks noGrp="1"/>
          </p:cNvSpPr>
          <p:nvPr>
            <p:ph type="pic" sz="quarter" idx="27"/>
          </p:nvPr>
        </p:nvSpPr>
        <p:spPr>
          <a:xfrm>
            <a:off x="711691"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3" name="Picture Placeholder 3">
            <a:extLst>
              <a:ext uri="{FF2B5EF4-FFF2-40B4-BE49-F238E27FC236}">
                <a16:creationId xmlns:a16="http://schemas.microsoft.com/office/drawing/2014/main" id="{989569BD-3B1E-2F43-AD8E-12EEFDBDB542}"/>
              </a:ext>
            </a:extLst>
          </p:cNvPr>
          <p:cNvSpPr>
            <a:spLocks noGrp="1"/>
          </p:cNvSpPr>
          <p:nvPr>
            <p:ph type="pic" sz="quarter" idx="28"/>
          </p:nvPr>
        </p:nvSpPr>
        <p:spPr>
          <a:xfrm>
            <a:off x="711691"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4" name="Picture Placeholder 3">
            <a:extLst>
              <a:ext uri="{FF2B5EF4-FFF2-40B4-BE49-F238E27FC236}">
                <a16:creationId xmlns:a16="http://schemas.microsoft.com/office/drawing/2014/main" id="{BEB04B58-EE83-374A-AB3A-FD4D12C64DD5}"/>
              </a:ext>
            </a:extLst>
          </p:cNvPr>
          <p:cNvSpPr>
            <a:spLocks noGrp="1"/>
          </p:cNvSpPr>
          <p:nvPr>
            <p:ph type="pic" sz="quarter" idx="29"/>
          </p:nvPr>
        </p:nvSpPr>
        <p:spPr>
          <a:xfrm>
            <a:off x="711690"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85" name="Text Placeholder 7">
            <a:extLst>
              <a:ext uri="{FF2B5EF4-FFF2-40B4-BE49-F238E27FC236}">
                <a16:creationId xmlns:a16="http://schemas.microsoft.com/office/drawing/2014/main" id="{8AAC0B54-C96C-C441-8863-1932E37ACBAD}"/>
              </a:ext>
            </a:extLst>
          </p:cNvPr>
          <p:cNvSpPr>
            <a:spLocks noGrp="1"/>
          </p:cNvSpPr>
          <p:nvPr>
            <p:ph type="body" sz="quarter" idx="30" hasCustomPrompt="1"/>
          </p:nvPr>
        </p:nvSpPr>
        <p:spPr>
          <a:xfrm>
            <a:off x="1108119"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6" name="Text Placeholder 7">
            <a:extLst>
              <a:ext uri="{FF2B5EF4-FFF2-40B4-BE49-F238E27FC236}">
                <a16:creationId xmlns:a16="http://schemas.microsoft.com/office/drawing/2014/main" id="{0F089C13-C00D-1746-A5D0-6C1948F1A73E}"/>
              </a:ext>
            </a:extLst>
          </p:cNvPr>
          <p:cNvSpPr>
            <a:spLocks noGrp="1"/>
          </p:cNvSpPr>
          <p:nvPr>
            <p:ph type="body" sz="quarter" idx="31" hasCustomPrompt="1"/>
          </p:nvPr>
        </p:nvSpPr>
        <p:spPr>
          <a:xfrm>
            <a:off x="1108119"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7" name="Text Placeholder 7">
            <a:extLst>
              <a:ext uri="{FF2B5EF4-FFF2-40B4-BE49-F238E27FC236}">
                <a16:creationId xmlns:a16="http://schemas.microsoft.com/office/drawing/2014/main" id="{3AB30254-5518-6C40-BF50-3E9FAE4EDF85}"/>
              </a:ext>
            </a:extLst>
          </p:cNvPr>
          <p:cNvSpPr>
            <a:spLocks noGrp="1"/>
          </p:cNvSpPr>
          <p:nvPr>
            <p:ph type="body" sz="quarter" idx="32" hasCustomPrompt="1"/>
          </p:nvPr>
        </p:nvSpPr>
        <p:spPr>
          <a:xfrm>
            <a:off x="1108119"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8" name="Text Placeholder 7">
            <a:extLst>
              <a:ext uri="{FF2B5EF4-FFF2-40B4-BE49-F238E27FC236}">
                <a16:creationId xmlns:a16="http://schemas.microsoft.com/office/drawing/2014/main" id="{0811A6CF-DD21-8D4C-9C08-8AF894110913}"/>
              </a:ext>
            </a:extLst>
          </p:cNvPr>
          <p:cNvSpPr>
            <a:spLocks noGrp="1"/>
          </p:cNvSpPr>
          <p:nvPr>
            <p:ph type="body" sz="quarter" idx="33" hasCustomPrompt="1"/>
          </p:nvPr>
        </p:nvSpPr>
        <p:spPr>
          <a:xfrm>
            <a:off x="1108119"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89" name="Text Placeholder 7">
            <a:extLst>
              <a:ext uri="{FF2B5EF4-FFF2-40B4-BE49-F238E27FC236}">
                <a16:creationId xmlns:a16="http://schemas.microsoft.com/office/drawing/2014/main" id="{D21AD92C-4C78-7443-BE76-29C48973EDB2}"/>
              </a:ext>
            </a:extLst>
          </p:cNvPr>
          <p:cNvSpPr>
            <a:spLocks noGrp="1"/>
          </p:cNvSpPr>
          <p:nvPr>
            <p:ph type="body" sz="quarter" idx="34" hasCustomPrompt="1"/>
          </p:nvPr>
        </p:nvSpPr>
        <p:spPr>
          <a:xfrm>
            <a:off x="1108119"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0" name="Text Placeholder 7">
            <a:extLst>
              <a:ext uri="{FF2B5EF4-FFF2-40B4-BE49-F238E27FC236}">
                <a16:creationId xmlns:a16="http://schemas.microsoft.com/office/drawing/2014/main" id="{C2B48CD5-A321-6E4E-A37C-2F205EF929FB}"/>
              </a:ext>
            </a:extLst>
          </p:cNvPr>
          <p:cNvSpPr>
            <a:spLocks noGrp="1"/>
          </p:cNvSpPr>
          <p:nvPr>
            <p:ph type="body" sz="quarter" idx="35" hasCustomPrompt="1"/>
          </p:nvPr>
        </p:nvSpPr>
        <p:spPr>
          <a:xfrm>
            <a:off x="1108119"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1" name="Text Placeholder 7">
            <a:extLst>
              <a:ext uri="{FF2B5EF4-FFF2-40B4-BE49-F238E27FC236}">
                <a16:creationId xmlns:a16="http://schemas.microsoft.com/office/drawing/2014/main" id="{D1F05418-8D4D-C748-A3F2-A4480B3CD983}"/>
              </a:ext>
            </a:extLst>
          </p:cNvPr>
          <p:cNvSpPr>
            <a:spLocks noGrp="1"/>
          </p:cNvSpPr>
          <p:nvPr>
            <p:ph type="body" sz="quarter" idx="36" hasCustomPrompt="1"/>
          </p:nvPr>
        </p:nvSpPr>
        <p:spPr>
          <a:xfrm>
            <a:off x="1108119"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8" name="Text Placeholder 7">
            <a:extLst>
              <a:ext uri="{FF2B5EF4-FFF2-40B4-BE49-F238E27FC236}">
                <a16:creationId xmlns:a16="http://schemas.microsoft.com/office/drawing/2014/main" id="{F7397E79-89BD-7149-B996-8FADDB83B5EC}"/>
              </a:ext>
            </a:extLst>
          </p:cNvPr>
          <p:cNvSpPr>
            <a:spLocks noGrp="1"/>
          </p:cNvSpPr>
          <p:nvPr>
            <p:ph type="body" sz="quarter" idx="37" hasCustomPrompt="1"/>
          </p:nvPr>
        </p:nvSpPr>
        <p:spPr>
          <a:xfrm>
            <a:off x="920383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9" name="Picture Placeholder 3">
            <a:extLst>
              <a:ext uri="{FF2B5EF4-FFF2-40B4-BE49-F238E27FC236}">
                <a16:creationId xmlns:a16="http://schemas.microsoft.com/office/drawing/2014/main" id="{65977F0B-74CE-E44C-93B2-249490598A1B}"/>
              </a:ext>
            </a:extLst>
          </p:cNvPr>
          <p:cNvSpPr>
            <a:spLocks noGrp="1"/>
          </p:cNvSpPr>
          <p:nvPr>
            <p:ph type="pic" sz="quarter" idx="38"/>
          </p:nvPr>
        </p:nvSpPr>
        <p:spPr>
          <a:xfrm>
            <a:off x="9300887"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0" name="Picture Placeholder 3">
            <a:extLst>
              <a:ext uri="{FF2B5EF4-FFF2-40B4-BE49-F238E27FC236}">
                <a16:creationId xmlns:a16="http://schemas.microsoft.com/office/drawing/2014/main" id="{219BB1E5-9F99-5143-A2D1-EABF082DCA12}"/>
              </a:ext>
            </a:extLst>
          </p:cNvPr>
          <p:cNvSpPr>
            <a:spLocks noGrp="1"/>
          </p:cNvSpPr>
          <p:nvPr>
            <p:ph type="pic" sz="quarter" idx="39"/>
          </p:nvPr>
        </p:nvSpPr>
        <p:spPr>
          <a:xfrm>
            <a:off x="9300887"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1" name="Picture Placeholder 3">
            <a:extLst>
              <a:ext uri="{FF2B5EF4-FFF2-40B4-BE49-F238E27FC236}">
                <a16:creationId xmlns:a16="http://schemas.microsoft.com/office/drawing/2014/main" id="{916A17DF-2388-4B4F-9CF8-7379304305A8}"/>
              </a:ext>
            </a:extLst>
          </p:cNvPr>
          <p:cNvSpPr>
            <a:spLocks noGrp="1"/>
          </p:cNvSpPr>
          <p:nvPr>
            <p:ph type="pic" sz="quarter" idx="40"/>
          </p:nvPr>
        </p:nvSpPr>
        <p:spPr>
          <a:xfrm>
            <a:off x="9300887"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2" name="Picture Placeholder 3">
            <a:extLst>
              <a:ext uri="{FF2B5EF4-FFF2-40B4-BE49-F238E27FC236}">
                <a16:creationId xmlns:a16="http://schemas.microsoft.com/office/drawing/2014/main" id="{DC933AF6-FC67-8444-94EE-A70793FE14EC}"/>
              </a:ext>
            </a:extLst>
          </p:cNvPr>
          <p:cNvSpPr>
            <a:spLocks noGrp="1"/>
          </p:cNvSpPr>
          <p:nvPr>
            <p:ph type="pic" sz="quarter" idx="41"/>
          </p:nvPr>
        </p:nvSpPr>
        <p:spPr>
          <a:xfrm>
            <a:off x="9300887"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3" name="Picture Placeholder 3">
            <a:extLst>
              <a:ext uri="{FF2B5EF4-FFF2-40B4-BE49-F238E27FC236}">
                <a16:creationId xmlns:a16="http://schemas.microsoft.com/office/drawing/2014/main" id="{CB399D5E-7F31-A24F-A1DE-A37A559BF962}"/>
              </a:ext>
            </a:extLst>
          </p:cNvPr>
          <p:cNvSpPr>
            <a:spLocks noGrp="1"/>
          </p:cNvSpPr>
          <p:nvPr>
            <p:ph type="pic" sz="quarter" idx="42"/>
          </p:nvPr>
        </p:nvSpPr>
        <p:spPr>
          <a:xfrm>
            <a:off x="9300887"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4" name="Picture Placeholder 3">
            <a:extLst>
              <a:ext uri="{FF2B5EF4-FFF2-40B4-BE49-F238E27FC236}">
                <a16:creationId xmlns:a16="http://schemas.microsoft.com/office/drawing/2014/main" id="{B965FBBE-9194-2143-8B08-05E031CD6DBF}"/>
              </a:ext>
            </a:extLst>
          </p:cNvPr>
          <p:cNvSpPr>
            <a:spLocks noGrp="1"/>
          </p:cNvSpPr>
          <p:nvPr>
            <p:ph type="pic" sz="quarter" idx="43"/>
          </p:nvPr>
        </p:nvSpPr>
        <p:spPr>
          <a:xfrm>
            <a:off x="9300887"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5" name="Picture Placeholder 3">
            <a:extLst>
              <a:ext uri="{FF2B5EF4-FFF2-40B4-BE49-F238E27FC236}">
                <a16:creationId xmlns:a16="http://schemas.microsoft.com/office/drawing/2014/main" id="{49F35041-77CA-1848-B269-74C604CA7E40}"/>
              </a:ext>
            </a:extLst>
          </p:cNvPr>
          <p:cNvSpPr>
            <a:spLocks noGrp="1"/>
          </p:cNvSpPr>
          <p:nvPr>
            <p:ph type="pic" sz="quarter" idx="44"/>
          </p:nvPr>
        </p:nvSpPr>
        <p:spPr>
          <a:xfrm>
            <a:off x="9300886"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16" name="Text Placeholder 7">
            <a:extLst>
              <a:ext uri="{FF2B5EF4-FFF2-40B4-BE49-F238E27FC236}">
                <a16:creationId xmlns:a16="http://schemas.microsoft.com/office/drawing/2014/main" id="{7523ABB3-75D2-EB4B-8C6E-3820D8F4D52B}"/>
              </a:ext>
            </a:extLst>
          </p:cNvPr>
          <p:cNvSpPr>
            <a:spLocks noGrp="1"/>
          </p:cNvSpPr>
          <p:nvPr>
            <p:ph type="body" sz="quarter" idx="45" hasCustomPrompt="1"/>
          </p:nvPr>
        </p:nvSpPr>
        <p:spPr>
          <a:xfrm>
            <a:off x="9697315"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7" name="Text Placeholder 7">
            <a:extLst>
              <a:ext uri="{FF2B5EF4-FFF2-40B4-BE49-F238E27FC236}">
                <a16:creationId xmlns:a16="http://schemas.microsoft.com/office/drawing/2014/main" id="{31960E30-9C67-F74E-B253-1DE44672EE81}"/>
              </a:ext>
            </a:extLst>
          </p:cNvPr>
          <p:cNvSpPr>
            <a:spLocks noGrp="1"/>
          </p:cNvSpPr>
          <p:nvPr>
            <p:ph type="body" sz="quarter" idx="46" hasCustomPrompt="1"/>
          </p:nvPr>
        </p:nvSpPr>
        <p:spPr>
          <a:xfrm>
            <a:off x="9697315"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8" name="Text Placeholder 7">
            <a:extLst>
              <a:ext uri="{FF2B5EF4-FFF2-40B4-BE49-F238E27FC236}">
                <a16:creationId xmlns:a16="http://schemas.microsoft.com/office/drawing/2014/main" id="{D198513C-EECB-854A-B6A3-42BC9E6FB8C4}"/>
              </a:ext>
            </a:extLst>
          </p:cNvPr>
          <p:cNvSpPr>
            <a:spLocks noGrp="1"/>
          </p:cNvSpPr>
          <p:nvPr>
            <p:ph type="body" sz="quarter" idx="47" hasCustomPrompt="1"/>
          </p:nvPr>
        </p:nvSpPr>
        <p:spPr>
          <a:xfrm>
            <a:off x="9697315"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19" name="Text Placeholder 7">
            <a:extLst>
              <a:ext uri="{FF2B5EF4-FFF2-40B4-BE49-F238E27FC236}">
                <a16:creationId xmlns:a16="http://schemas.microsoft.com/office/drawing/2014/main" id="{D7710000-DF90-134E-97A1-21653758D218}"/>
              </a:ext>
            </a:extLst>
          </p:cNvPr>
          <p:cNvSpPr>
            <a:spLocks noGrp="1"/>
          </p:cNvSpPr>
          <p:nvPr>
            <p:ph type="body" sz="quarter" idx="48" hasCustomPrompt="1"/>
          </p:nvPr>
        </p:nvSpPr>
        <p:spPr>
          <a:xfrm>
            <a:off x="9697315"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0" name="Text Placeholder 7">
            <a:extLst>
              <a:ext uri="{FF2B5EF4-FFF2-40B4-BE49-F238E27FC236}">
                <a16:creationId xmlns:a16="http://schemas.microsoft.com/office/drawing/2014/main" id="{22BB9ACD-30E4-4842-B8B6-F65E21604C23}"/>
              </a:ext>
            </a:extLst>
          </p:cNvPr>
          <p:cNvSpPr>
            <a:spLocks noGrp="1"/>
          </p:cNvSpPr>
          <p:nvPr>
            <p:ph type="body" sz="quarter" idx="49" hasCustomPrompt="1"/>
          </p:nvPr>
        </p:nvSpPr>
        <p:spPr>
          <a:xfrm>
            <a:off x="9697315"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1" name="Text Placeholder 7">
            <a:extLst>
              <a:ext uri="{FF2B5EF4-FFF2-40B4-BE49-F238E27FC236}">
                <a16:creationId xmlns:a16="http://schemas.microsoft.com/office/drawing/2014/main" id="{F1A7767C-FCA9-9742-8B5C-0539AFAAB5B0}"/>
              </a:ext>
            </a:extLst>
          </p:cNvPr>
          <p:cNvSpPr>
            <a:spLocks noGrp="1"/>
          </p:cNvSpPr>
          <p:nvPr>
            <p:ph type="body" sz="quarter" idx="50" hasCustomPrompt="1"/>
          </p:nvPr>
        </p:nvSpPr>
        <p:spPr>
          <a:xfrm>
            <a:off x="9697315"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2" name="Text Placeholder 7">
            <a:extLst>
              <a:ext uri="{FF2B5EF4-FFF2-40B4-BE49-F238E27FC236}">
                <a16:creationId xmlns:a16="http://schemas.microsoft.com/office/drawing/2014/main" id="{C3DF1340-33D8-624D-A201-67A4FB45E295}"/>
              </a:ext>
            </a:extLst>
          </p:cNvPr>
          <p:cNvSpPr>
            <a:spLocks noGrp="1"/>
          </p:cNvSpPr>
          <p:nvPr>
            <p:ph type="body" sz="quarter" idx="51" hasCustomPrompt="1"/>
          </p:nvPr>
        </p:nvSpPr>
        <p:spPr>
          <a:xfrm>
            <a:off x="9697315"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3" name="Text Placeholder 7">
            <a:extLst>
              <a:ext uri="{FF2B5EF4-FFF2-40B4-BE49-F238E27FC236}">
                <a16:creationId xmlns:a16="http://schemas.microsoft.com/office/drawing/2014/main" id="{9A8C8EBC-B967-3441-9C50-E663A1873548}"/>
              </a:ext>
            </a:extLst>
          </p:cNvPr>
          <p:cNvSpPr>
            <a:spLocks noGrp="1"/>
          </p:cNvSpPr>
          <p:nvPr>
            <p:ph type="body" sz="quarter" idx="52" hasCustomPrompt="1"/>
          </p:nvPr>
        </p:nvSpPr>
        <p:spPr>
          <a:xfrm>
            <a:off x="6340767"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24" name="Picture Placeholder 3">
            <a:extLst>
              <a:ext uri="{FF2B5EF4-FFF2-40B4-BE49-F238E27FC236}">
                <a16:creationId xmlns:a16="http://schemas.microsoft.com/office/drawing/2014/main" id="{85D84EFE-A9F0-F949-8B06-B05A3CF9FC86}"/>
              </a:ext>
            </a:extLst>
          </p:cNvPr>
          <p:cNvSpPr>
            <a:spLocks noGrp="1"/>
          </p:cNvSpPr>
          <p:nvPr>
            <p:ph type="pic" sz="quarter" idx="53"/>
          </p:nvPr>
        </p:nvSpPr>
        <p:spPr>
          <a:xfrm>
            <a:off x="6437822"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5" name="Picture Placeholder 3">
            <a:extLst>
              <a:ext uri="{FF2B5EF4-FFF2-40B4-BE49-F238E27FC236}">
                <a16:creationId xmlns:a16="http://schemas.microsoft.com/office/drawing/2014/main" id="{8EFF426A-2289-1D42-9B4B-084B41BA8E48}"/>
              </a:ext>
            </a:extLst>
          </p:cNvPr>
          <p:cNvSpPr>
            <a:spLocks noGrp="1"/>
          </p:cNvSpPr>
          <p:nvPr>
            <p:ph type="pic" sz="quarter" idx="54"/>
          </p:nvPr>
        </p:nvSpPr>
        <p:spPr>
          <a:xfrm>
            <a:off x="6437822"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6" name="Picture Placeholder 3">
            <a:extLst>
              <a:ext uri="{FF2B5EF4-FFF2-40B4-BE49-F238E27FC236}">
                <a16:creationId xmlns:a16="http://schemas.microsoft.com/office/drawing/2014/main" id="{0A50ED24-F3A8-5A4B-9ABA-EE3E81B5D8D3}"/>
              </a:ext>
            </a:extLst>
          </p:cNvPr>
          <p:cNvSpPr>
            <a:spLocks noGrp="1"/>
          </p:cNvSpPr>
          <p:nvPr>
            <p:ph type="pic" sz="quarter" idx="55"/>
          </p:nvPr>
        </p:nvSpPr>
        <p:spPr>
          <a:xfrm>
            <a:off x="6437822"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7" name="Picture Placeholder 3">
            <a:extLst>
              <a:ext uri="{FF2B5EF4-FFF2-40B4-BE49-F238E27FC236}">
                <a16:creationId xmlns:a16="http://schemas.microsoft.com/office/drawing/2014/main" id="{86391241-E295-F04A-8D4F-B3CC3531A58C}"/>
              </a:ext>
            </a:extLst>
          </p:cNvPr>
          <p:cNvSpPr>
            <a:spLocks noGrp="1"/>
          </p:cNvSpPr>
          <p:nvPr>
            <p:ph type="pic" sz="quarter" idx="56"/>
          </p:nvPr>
        </p:nvSpPr>
        <p:spPr>
          <a:xfrm>
            <a:off x="6437822"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8" name="Picture Placeholder 3">
            <a:extLst>
              <a:ext uri="{FF2B5EF4-FFF2-40B4-BE49-F238E27FC236}">
                <a16:creationId xmlns:a16="http://schemas.microsoft.com/office/drawing/2014/main" id="{5800B324-271D-A144-994E-8EEC38FAD6E2}"/>
              </a:ext>
            </a:extLst>
          </p:cNvPr>
          <p:cNvSpPr>
            <a:spLocks noGrp="1"/>
          </p:cNvSpPr>
          <p:nvPr>
            <p:ph type="pic" sz="quarter" idx="57"/>
          </p:nvPr>
        </p:nvSpPr>
        <p:spPr>
          <a:xfrm>
            <a:off x="6437822"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29" name="Picture Placeholder 3">
            <a:extLst>
              <a:ext uri="{FF2B5EF4-FFF2-40B4-BE49-F238E27FC236}">
                <a16:creationId xmlns:a16="http://schemas.microsoft.com/office/drawing/2014/main" id="{2B710327-3253-2A41-8C63-5C40B8CE1260}"/>
              </a:ext>
            </a:extLst>
          </p:cNvPr>
          <p:cNvSpPr>
            <a:spLocks noGrp="1"/>
          </p:cNvSpPr>
          <p:nvPr>
            <p:ph type="pic" sz="quarter" idx="58"/>
          </p:nvPr>
        </p:nvSpPr>
        <p:spPr>
          <a:xfrm>
            <a:off x="6437822"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0" name="Picture Placeholder 3">
            <a:extLst>
              <a:ext uri="{FF2B5EF4-FFF2-40B4-BE49-F238E27FC236}">
                <a16:creationId xmlns:a16="http://schemas.microsoft.com/office/drawing/2014/main" id="{73578B84-B907-EE47-BD2B-152CC5042C2F}"/>
              </a:ext>
            </a:extLst>
          </p:cNvPr>
          <p:cNvSpPr>
            <a:spLocks noGrp="1"/>
          </p:cNvSpPr>
          <p:nvPr>
            <p:ph type="pic" sz="quarter" idx="59"/>
          </p:nvPr>
        </p:nvSpPr>
        <p:spPr>
          <a:xfrm>
            <a:off x="6437820"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31" name="Text Placeholder 7">
            <a:extLst>
              <a:ext uri="{FF2B5EF4-FFF2-40B4-BE49-F238E27FC236}">
                <a16:creationId xmlns:a16="http://schemas.microsoft.com/office/drawing/2014/main" id="{B19546DA-147A-E247-8549-A1603BB54EA3}"/>
              </a:ext>
            </a:extLst>
          </p:cNvPr>
          <p:cNvSpPr>
            <a:spLocks noGrp="1"/>
          </p:cNvSpPr>
          <p:nvPr>
            <p:ph type="body" sz="quarter" idx="60" hasCustomPrompt="1"/>
          </p:nvPr>
        </p:nvSpPr>
        <p:spPr>
          <a:xfrm>
            <a:off x="6834251"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2" name="Text Placeholder 7">
            <a:extLst>
              <a:ext uri="{FF2B5EF4-FFF2-40B4-BE49-F238E27FC236}">
                <a16:creationId xmlns:a16="http://schemas.microsoft.com/office/drawing/2014/main" id="{18BADDE2-0D41-7F49-94A6-68B4FC423185}"/>
              </a:ext>
            </a:extLst>
          </p:cNvPr>
          <p:cNvSpPr>
            <a:spLocks noGrp="1"/>
          </p:cNvSpPr>
          <p:nvPr>
            <p:ph type="body" sz="quarter" idx="61" hasCustomPrompt="1"/>
          </p:nvPr>
        </p:nvSpPr>
        <p:spPr>
          <a:xfrm>
            <a:off x="6834251"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3" name="Text Placeholder 7">
            <a:extLst>
              <a:ext uri="{FF2B5EF4-FFF2-40B4-BE49-F238E27FC236}">
                <a16:creationId xmlns:a16="http://schemas.microsoft.com/office/drawing/2014/main" id="{7E6CE366-201D-8B40-BA7D-4A11C575FF36}"/>
              </a:ext>
            </a:extLst>
          </p:cNvPr>
          <p:cNvSpPr>
            <a:spLocks noGrp="1"/>
          </p:cNvSpPr>
          <p:nvPr>
            <p:ph type="body" sz="quarter" idx="62" hasCustomPrompt="1"/>
          </p:nvPr>
        </p:nvSpPr>
        <p:spPr>
          <a:xfrm>
            <a:off x="6834251"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4" name="Text Placeholder 7">
            <a:extLst>
              <a:ext uri="{FF2B5EF4-FFF2-40B4-BE49-F238E27FC236}">
                <a16:creationId xmlns:a16="http://schemas.microsoft.com/office/drawing/2014/main" id="{465604B6-8FCF-4B40-8A9B-0F5C655A7EE7}"/>
              </a:ext>
            </a:extLst>
          </p:cNvPr>
          <p:cNvSpPr>
            <a:spLocks noGrp="1"/>
          </p:cNvSpPr>
          <p:nvPr>
            <p:ph type="body" sz="quarter" idx="63" hasCustomPrompt="1"/>
          </p:nvPr>
        </p:nvSpPr>
        <p:spPr>
          <a:xfrm>
            <a:off x="6834251"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5" name="Text Placeholder 7">
            <a:extLst>
              <a:ext uri="{FF2B5EF4-FFF2-40B4-BE49-F238E27FC236}">
                <a16:creationId xmlns:a16="http://schemas.microsoft.com/office/drawing/2014/main" id="{D608FA58-EAB0-4D46-9359-1EB2C7A651E9}"/>
              </a:ext>
            </a:extLst>
          </p:cNvPr>
          <p:cNvSpPr>
            <a:spLocks noGrp="1"/>
          </p:cNvSpPr>
          <p:nvPr>
            <p:ph type="body" sz="quarter" idx="64" hasCustomPrompt="1"/>
          </p:nvPr>
        </p:nvSpPr>
        <p:spPr>
          <a:xfrm>
            <a:off x="6834251"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6" name="Text Placeholder 7">
            <a:extLst>
              <a:ext uri="{FF2B5EF4-FFF2-40B4-BE49-F238E27FC236}">
                <a16:creationId xmlns:a16="http://schemas.microsoft.com/office/drawing/2014/main" id="{66A1D58A-319D-484B-B270-C19908CCE522}"/>
              </a:ext>
            </a:extLst>
          </p:cNvPr>
          <p:cNvSpPr>
            <a:spLocks noGrp="1"/>
          </p:cNvSpPr>
          <p:nvPr>
            <p:ph type="body" sz="quarter" idx="65" hasCustomPrompt="1"/>
          </p:nvPr>
        </p:nvSpPr>
        <p:spPr>
          <a:xfrm>
            <a:off x="6834251"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7" name="Text Placeholder 7">
            <a:extLst>
              <a:ext uri="{FF2B5EF4-FFF2-40B4-BE49-F238E27FC236}">
                <a16:creationId xmlns:a16="http://schemas.microsoft.com/office/drawing/2014/main" id="{445DAC0C-999B-824E-8AA3-C28ED112E896}"/>
              </a:ext>
            </a:extLst>
          </p:cNvPr>
          <p:cNvSpPr>
            <a:spLocks noGrp="1"/>
          </p:cNvSpPr>
          <p:nvPr>
            <p:ph type="body" sz="quarter" idx="66" hasCustomPrompt="1"/>
          </p:nvPr>
        </p:nvSpPr>
        <p:spPr>
          <a:xfrm>
            <a:off x="6834251"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8" name="Text Placeholder 7">
            <a:extLst>
              <a:ext uri="{FF2B5EF4-FFF2-40B4-BE49-F238E27FC236}">
                <a16:creationId xmlns:a16="http://schemas.microsoft.com/office/drawing/2014/main" id="{3EE18008-A4F6-524A-9AF5-F1EA61E66A83}"/>
              </a:ext>
            </a:extLst>
          </p:cNvPr>
          <p:cNvSpPr>
            <a:spLocks noGrp="1"/>
          </p:cNvSpPr>
          <p:nvPr>
            <p:ph type="body" sz="quarter" idx="67" hasCustomPrompt="1"/>
          </p:nvPr>
        </p:nvSpPr>
        <p:spPr>
          <a:xfrm>
            <a:off x="3491401" y="1029572"/>
            <a:ext cx="2507711"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39" name="Picture Placeholder 3">
            <a:extLst>
              <a:ext uri="{FF2B5EF4-FFF2-40B4-BE49-F238E27FC236}">
                <a16:creationId xmlns:a16="http://schemas.microsoft.com/office/drawing/2014/main" id="{C606DDCF-1093-3C40-9DA4-C8FA9DDF68A6}"/>
              </a:ext>
            </a:extLst>
          </p:cNvPr>
          <p:cNvSpPr>
            <a:spLocks noGrp="1"/>
          </p:cNvSpPr>
          <p:nvPr>
            <p:ph type="pic" sz="quarter" idx="68"/>
          </p:nvPr>
        </p:nvSpPr>
        <p:spPr>
          <a:xfrm>
            <a:off x="3588455" y="1479553"/>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0" name="Picture Placeholder 3">
            <a:extLst>
              <a:ext uri="{FF2B5EF4-FFF2-40B4-BE49-F238E27FC236}">
                <a16:creationId xmlns:a16="http://schemas.microsoft.com/office/drawing/2014/main" id="{7D435CA4-D726-254B-8C0D-14AABA90391A}"/>
              </a:ext>
            </a:extLst>
          </p:cNvPr>
          <p:cNvSpPr>
            <a:spLocks noGrp="1"/>
          </p:cNvSpPr>
          <p:nvPr>
            <p:ph type="pic" sz="quarter" idx="69"/>
          </p:nvPr>
        </p:nvSpPr>
        <p:spPr>
          <a:xfrm>
            <a:off x="3588455" y="200432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1" name="Picture Placeholder 3">
            <a:extLst>
              <a:ext uri="{FF2B5EF4-FFF2-40B4-BE49-F238E27FC236}">
                <a16:creationId xmlns:a16="http://schemas.microsoft.com/office/drawing/2014/main" id="{0BD6C709-0DC1-2C44-B6B5-6FF36E6A3BE5}"/>
              </a:ext>
            </a:extLst>
          </p:cNvPr>
          <p:cNvSpPr>
            <a:spLocks noGrp="1"/>
          </p:cNvSpPr>
          <p:nvPr>
            <p:ph type="pic" sz="quarter" idx="70"/>
          </p:nvPr>
        </p:nvSpPr>
        <p:spPr>
          <a:xfrm>
            <a:off x="3588455" y="252908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2" name="Picture Placeholder 3">
            <a:extLst>
              <a:ext uri="{FF2B5EF4-FFF2-40B4-BE49-F238E27FC236}">
                <a16:creationId xmlns:a16="http://schemas.microsoft.com/office/drawing/2014/main" id="{DC8D87A0-3C79-C546-A435-B78B1F5D3A4F}"/>
              </a:ext>
            </a:extLst>
          </p:cNvPr>
          <p:cNvSpPr>
            <a:spLocks noGrp="1"/>
          </p:cNvSpPr>
          <p:nvPr>
            <p:ph type="pic" sz="quarter" idx="71"/>
          </p:nvPr>
        </p:nvSpPr>
        <p:spPr>
          <a:xfrm>
            <a:off x="3588455" y="3053849"/>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3" name="Picture Placeholder 3">
            <a:extLst>
              <a:ext uri="{FF2B5EF4-FFF2-40B4-BE49-F238E27FC236}">
                <a16:creationId xmlns:a16="http://schemas.microsoft.com/office/drawing/2014/main" id="{A02C95F8-AB0D-6943-BE11-975298CD5587}"/>
              </a:ext>
            </a:extLst>
          </p:cNvPr>
          <p:cNvSpPr>
            <a:spLocks noGrp="1"/>
          </p:cNvSpPr>
          <p:nvPr>
            <p:ph type="pic" sz="quarter" idx="72"/>
          </p:nvPr>
        </p:nvSpPr>
        <p:spPr>
          <a:xfrm>
            <a:off x="3588455" y="3578614"/>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4" name="Picture Placeholder 3">
            <a:extLst>
              <a:ext uri="{FF2B5EF4-FFF2-40B4-BE49-F238E27FC236}">
                <a16:creationId xmlns:a16="http://schemas.microsoft.com/office/drawing/2014/main" id="{7F865E1B-0FE7-0D46-BDD2-A9C595992E87}"/>
              </a:ext>
            </a:extLst>
          </p:cNvPr>
          <p:cNvSpPr>
            <a:spLocks noGrp="1"/>
          </p:cNvSpPr>
          <p:nvPr>
            <p:ph type="pic" sz="quarter" idx="73"/>
          </p:nvPr>
        </p:nvSpPr>
        <p:spPr>
          <a:xfrm>
            <a:off x="3588455" y="4103380"/>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5" name="Picture Placeholder 3">
            <a:extLst>
              <a:ext uri="{FF2B5EF4-FFF2-40B4-BE49-F238E27FC236}">
                <a16:creationId xmlns:a16="http://schemas.microsoft.com/office/drawing/2014/main" id="{445B5578-E099-1041-967A-4DC54DB24B51}"/>
              </a:ext>
            </a:extLst>
          </p:cNvPr>
          <p:cNvSpPr>
            <a:spLocks noGrp="1"/>
          </p:cNvSpPr>
          <p:nvPr>
            <p:ph type="pic" sz="quarter" idx="74"/>
          </p:nvPr>
        </p:nvSpPr>
        <p:spPr>
          <a:xfrm>
            <a:off x="3588454" y="4628145"/>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46" name="Text Placeholder 7">
            <a:extLst>
              <a:ext uri="{FF2B5EF4-FFF2-40B4-BE49-F238E27FC236}">
                <a16:creationId xmlns:a16="http://schemas.microsoft.com/office/drawing/2014/main" id="{211687FD-DB71-0342-A587-F03CA82E1912}"/>
              </a:ext>
            </a:extLst>
          </p:cNvPr>
          <p:cNvSpPr>
            <a:spLocks noGrp="1"/>
          </p:cNvSpPr>
          <p:nvPr>
            <p:ph type="body" sz="quarter" idx="75" hasCustomPrompt="1"/>
          </p:nvPr>
        </p:nvSpPr>
        <p:spPr>
          <a:xfrm>
            <a:off x="3984883" y="145881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7" name="Text Placeholder 7">
            <a:extLst>
              <a:ext uri="{FF2B5EF4-FFF2-40B4-BE49-F238E27FC236}">
                <a16:creationId xmlns:a16="http://schemas.microsoft.com/office/drawing/2014/main" id="{C6266F2D-D76E-4B44-93DD-A34796AC023B}"/>
              </a:ext>
            </a:extLst>
          </p:cNvPr>
          <p:cNvSpPr>
            <a:spLocks noGrp="1"/>
          </p:cNvSpPr>
          <p:nvPr>
            <p:ph type="body" sz="quarter" idx="76" hasCustomPrompt="1"/>
          </p:nvPr>
        </p:nvSpPr>
        <p:spPr>
          <a:xfrm>
            <a:off x="3984883" y="198300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8" name="Text Placeholder 7">
            <a:extLst>
              <a:ext uri="{FF2B5EF4-FFF2-40B4-BE49-F238E27FC236}">
                <a16:creationId xmlns:a16="http://schemas.microsoft.com/office/drawing/2014/main" id="{EED47149-409B-B14D-8718-6D51AE3D3AB5}"/>
              </a:ext>
            </a:extLst>
          </p:cNvPr>
          <p:cNvSpPr>
            <a:spLocks noGrp="1"/>
          </p:cNvSpPr>
          <p:nvPr>
            <p:ph type="body" sz="quarter" idx="77" hasCustomPrompt="1"/>
          </p:nvPr>
        </p:nvSpPr>
        <p:spPr>
          <a:xfrm>
            <a:off x="3984883" y="250719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49" name="Text Placeholder 7">
            <a:extLst>
              <a:ext uri="{FF2B5EF4-FFF2-40B4-BE49-F238E27FC236}">
                <a16:creationId xmlns:a16="http://schemas.microsoft.com/office/drawing/2014/main" id="{4E84D3C7-B3A4-CC48-9855-4938E4E118AD}"/>
              </a:ext>
            </a:extLst>
          </p:cNvPr>
          <p:cNvSpPr>
            <a:spLocks noGrp="1"/>
          </p:cNvSpPr>
          <p:nvPr>
            <p:ph type="body" sz="quarter" idx="78" hasCustomPrompt="1"/>
          </p:nvPr>
        </p:nvSpPr>
        <p:spPr>
          <a:xfrm>
            <a:off x="3984883" y="3031389"/>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0" name="Text Placeholder 7">
            <a:extLst>
              <a:ext uri="{FF2B5EF4-FFF2-40B4-BE49-F238E27FC236}">
                <a16:creationId xmlns:a16="http://schemas.microsoft.com/office/drawing/2014/main" id="{DC0C48EA-7A34-944B-8132-DF37F09318AE}"/>
              </a:ext>
            </a:extLst>
          </p:cNvPr>
          <p:cNvSpPr>
            <a:spLocks noGrp="1"/>
          </p:cNvSpPr>
          <p:nvPr>
            <p:ph type="body" sz="quarter" idx="79" hasCustomPrompt="1"/>
          </p:nvPr>
        </p:nvSpPr>
        <p:spPr>
          <a:xfrm>
            <a:off x="3984883" y="355558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1" name="Text Placeholder 7">
            <a:extLst>
              <a:ext uri="{FF2B5EF4-FFF2-40B4-BE49-F238E27FC236}">
                <a16:creationId xmlns:a16="http://schemas.microsoft.com/office/drawing/2014/main" id="{7ACADDD2-9A10-6942-8259-473273FBB069}"/>
              </a:ext>
            </a:extLst>
          </p:cNvPr>
          <p:cNvSpPr>
            <a:spLocks noGrp="1"/>
          </p:cNvSpPr>
          <p:nvPr>
            <p:ph type="body" sz="quarter" idx="80" hasCustomPrompt="1"/>
          </p:nvPr>
        </p:nvSpPr>
        <p:spPr>
          <a:xfrm>
            <a:off x="3984883" y="4079773"/>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52" name="Text Placeholder 7">
            <a:extLst>
              <a:ext uri="{FF2B5EF4-FFF2-40B4-BE49-F238E27FC236}">
                <a16:creationId xmlns:a16="http://schemas.microsoft.com/office/drawing/2014/main" id="{B7475A50-9DE6-6F44-B7FA-C3C7928FF283}"/>
              </a:ext>
            </a:extLst>
          </p:cNvPr>
          <p:cNvSpPr>
            <a:spLocks noGrp="1"/>
          </p:cNvSpPr>
          <p:nvPr>
            <p:ph type="body" sz="quarter" idx="81" hasCustomPrompt="1"/>
          </p:nvPr>
        </p:nvSpPr>
        <p:spPr>
          <a:xfrm>
            <a:off x="3984883" y="4603965"/>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4" name="Picture Placeholder 3">
            <a:extLst>
              <a:ext uri="{FF2B5EF4-FFF2-40B4-BE49-F238E27FC236}">
                <a16:creationId xmlns:a16="http://schemas.microsoft.com/office/drawing/2014/main" id="{12FBBD29-DE96-1B40-80B4-0F0231B1AC5D}"/>
              </a:ext>
            </a:extLst>
          </p:cNvPr>
          <p:cNvSpPr>
            <a:spLocks noGrp="1"/>
          </p:cNvSpPr>
          <p:nvPr>
            <p:ph type="pic" sz="quarter" idx="82"/>
          </p:nvPr>
        </p:nvSpPr>
        <p:spPr>
          <a:xfrm>
            <a:off x="711690"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5" name="Text Placeholder 7">
            <a:extLst>
              <a:ext uri="{FF2B5EF4-FFF2-40B4-BE49-F238E27FC236}">
                <a16:creationId xmlns:a16="http://schemas.microsoft.com/office/drawing/2014/main" id="{39F508A9-3E93-DC43-B332-68A35B7D24FA}"/>
              </a:ext>
            </a:extLst>
          </p:cNvPr>
          <p:cNvSpPr>
            <a:spLocks noGrp="1"/>
          </p:cNvSpPr>
          <p:nvPr>
            <p:ph type="body" sz="quarter" idx="83" hasCustomPrompt="1"/>
          </p:nvPr>
        </p:nvSpPr>
        <p:spPr>
          <a:xfrm>
            <a:off x="1108119"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6" name="Picture Placeholder 3">
            <a:extLst>
              <a:ext uri="{FF2B5EF4-FFF2-40B4-BE49-F238E27FC236}">
                <a16:creationId xmlns:a16="http://schemas.microsoft.com/office/drawing/2014/main" id="{6840C14B-D589-C94B-B8F9-28CFE94FABCE}"/>
              </a:ext>
            </a:extLst>
          </p:cNvPr>
          <p:cNvSpPr>
            <a:spLocks noGrp="1"/>
          </p:cNvSpPr>
          <p:nvPr>
            <p:ph type="pic" sz="quarter" idx="84"/>
          </p:nvPr>
        </p:nvSpPr>
        <p:spPr>
          <a:xfrm>
            <a:off x="9300886"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7" name="Text Placeholder 7">
            <a:extLst>
              <a:ext uri="{FF2B5EF4-FFF2-40B4-BE49-F238E27FC236}">
                <a16:creationId xmlns:a16="http://schemas.microsoft.com/office/drawing/2014/main" id="{6F63A7A9-9CFA-0F4D-8695-447FE1CB25B8}"/>
              </a:ext>
            </a:extLst>
          </p:cNvPr>
          <p:cNvSpPr>
            <a:spLocks noGrp="1"/>
          </p:cNvSpPr>
          <p:nvPr>
            <p:ph type="body" sz="quarter" idx="85" hasCustomPrompt="1"/>
          </p:nvPr>
        </p:nvSpPr>
        <p:spPr>
          <a:xfrm>
            <a:off x="9697315"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68" name="Picture Placeholder 3">
            <a:extLst>
              <a:ext uri="{FF2B5EF4-FFF2-40B4-BE49-F238E27FC236}">
                <a16:creationId xmlns:a16="http://schemas.microsoft.com/office/drawing/2014/main" id="{39551C59-03A2-B642-967F-11FFE636352F}"/>
              </a:ext>
            </a:extLst>
          </p:cNvPr>
          <p:cNvSpPr>
            <a:spLocks noGrp="1"/>
          </p:cNvSpPr>
          <p:nvPr>
            <p:ph type="pic" sz="quarter" idx="86"/>
          </p:nvPr>
        </p:nvSpPr>
        <p:spPr>
          <a:xfrm>
            <a:off x="6437820"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69" name="Text Placeholder 7">
            <a:extLst>
              <a:ext uri="{FF2B5EF4-FFF2-40B4-BE49-F238E27FC236}">
                <a16:creationId xmlns:a16="http://schemas.microsoft.com/office/drawing/2014/main" id="{C02837D7-FC31-B34E-9191-971D6AEF1BA0}"/>
              </a:ext>
            </a:extLst>
          </p:cNvPr>
          <p:cNvSpPr>
            <a:spLocks noGrp="1"/>
          </p:cNvSpPr>
          <p:nvPr>
            <p:ph type="body" sz="quarter" idx="87" hasCustomPrompt="1"/>
          </p:nvPr>
        </p:nvSpPr>
        <p:spPr>
          <a:xfrm>
            <a:off x="6834251"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70" name="Picture Placeholder 3">
            <a:extLst>
              <a:ext uri="{FF2B5EF4-FFF2-40B4-BE49-F238E27FC236}">
                <a16:creationId xmlns:a16="http://schemas.microsoft.com/office/drawing/2014/main" id="{0A9A16C4-5950-FE46-8970-C4FE824F08F2}"/>
              </a:ext>
            </a:extLst>
          </p:cNvPr>
          <p:cNvSpPr>
            <a:spLocks noGrp="1"/>
          </p:cNvSpPr>
          <p:nvPr>
            <p:ph type="pic" sz="quarter" idx="88"/>
          </p:nvPr>
        </p:nvSpPr>
        <p:spPr>
          <a:xfrm>
            <a:off x="3588454" y="5152912"/>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71" name="Text Placeholder 7">
            <a:extLst>
              <a:ext uri="{FF2B5EF4-FFF2-40B4-BE49-F238E27FC236}">
                <a16:creationId xmlns:a16="http://schemas.microsoft.com/office/drawing/2014/main" id="{F0A4E703-0CB6-8D41-8B11-CDC79E494EEE}"/>
              </a:ext>
            </a:extLst>
          </p:cNvPr>
          <p:cNvSpPr>
            <a:spLocks noGrp="1"/>
          </p:cNvSpPr>
          <p:nvPr>
            <p:ph type="body" sz="quarter" idx="89" hasCustomPrompt="1"/>
          </p:nvPr>
        </p:nvSpPr>
        <p:spPr>
          <a:xfrm>
            <a:off x="3984883" y="5128157"/>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5" name="Picture Placeholder 3">
            <a:extLst>
              <a:ext uri="{FF2B5EF4-FFF2-40B4-BE49-F238E27FC236}">
                <a16:creationId xmlns:a16="http://schemas.microsoft.com/office/drawing/2014/main" id="{1DCBBC5A-83E1-534A-A729-2AAE15A559D1}"/>
              </a:ext>
            </a:extLst>
          </p:cNvPr>
          <p:cNvSpPr>
            <a:spLocks noGrp="1"/>
          </p:cNvSpPr>
          <p:nvPr>
            <p:ph type="pic" sz="quarter" idx="90"/>
          </p:nvPr>
        </p:nvSpPr>
        <p:spPr>
          <a:xfrm>
            <a:off x="711690"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96" name="Text Placeholder 7">
            <a:extLst>
              <a:ext uri="{FF2B5EF4-FFF2-40B4-BE49-F238E27FC236}">
                <a16:creationId xmlns:a16="http://schemas.microsoft.com/office/drawing/2014/main" id="{D7A1E629-C759-8A43-BBEE-5E84A4D978CA}"/>
              </a:ext>
            </a:extLst>
          </p:cNvPr>
          <p:cNvSpPr>
            <a:spLocks noGrp="1"/>
          </p:cNvSpPr>
          <p:nvPr>
            <p:ph type="body" sz="quarter" idx="91" hasCustomPrompt="1"/>
          </p:nvPr>
        </p:nvSpPr>
        <p:spPr>
          <a:xfrm>
            <a:off x="1108119"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7" name="Picture Placeholder 3">
            <a:extLst>
              <a:ext uri="{FF2B5EF4-FFF2-40B4-BE49-F238E27FC236}">
                <a16:creationId xmlns:a16="http://schemas.microsoft.com/office/drawing/2014/main" id="{32560AF2-6EDC-E545-AC85-CD3E6C2E8432}"/>
              </a:ext>
            </a:extLst>
          </p:cNvPr>
          <p:cNvSpPr>
            <a:spLocks noGrp="1"/>
          </p:cNvSpPr>
          <p:nvPr>
            <p:ph type="pic" sz="quarter" idx="92"/>
          </p:nvPr>
        </p:nvSpPr>
        <p:spPr>
          <a:xfrm>
            <a:off x="9300886"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98" name="Text Placeholder 7">
            <a:extLst>
              <a:ext uri="{FF2B5EF4-FFF2-40B4-BE49-F238E27FC236}">
                <a16:creationId xmlns:a16="http://schemas.microsoft.com/office/drawing/2014/main" id="{0BF57D0D-FFC1-8745-91E3-01339FD39DB6}"/>
              </a:ext>
            </a:extLst>
          </p:cNvPr>
          <p:cNvSpPr>
            <a:spLocks noGrp="1"/>
          </p:cNvSpPr>
          <p:nvPr>
            <p:ph type="body" sz="quarter" idx="93" hasCustomPrompt="1"/>
          </p:nvPr>
        </p:nvSpPr>
        <p:spPr>
          <a:xfrm>
            <a:off x="9697315"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9" name="Picture Placeholder 3">
            <a:extLst>
              <a:ext uri="{FF2B5EF4-FFF2-40B4-BE49-F238E27FC236}">
                <a16:creationId xmlns:a16="http://schemas.microsoft.com/office/drawing/2014/main" id="{98DE4193-D11C-344E-B5AB-974997CACEED}"/>
              </a:ext>
            </a:extLst>
          </p:cNvPr>
          <p:cNvSpPr>
            <a:spLocks noGrp="1"/>
          </p:cNvSpPr>
          <p:nvPr>
            <p:ph type="pic" sz="quarter" idx="94"/>
          </p:nvPr>
        </p:nvSpPr>
        <p:spPr>
          <a:xfrm>
            <a:off x="6437820"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00" name="Text Placeholder 7">
            <a:extLst>
              <a:ext uri="{FF2B5EF4-FFF2-40B4-BE49-F238E27FC236}">
                <a16:creationId xmlns:a16="http://schemas.microsoft.com/office/drawing/2014/main" id="{3765874A-1593-9045-B59A-2202C9F499A1}"/>
              </a:ext>
            </a:extLst>
          </p:cNvPr>
          <p:cNvSpPr>
            <a:spLocks noGrp="1"/>
          </p:cNvSpPr>
          <p:nvPr>
            <p:ph type="body" sz="quarter" idx="95" hasCustomPrompt="1"/>
          </p:nvPr>
        </p:nvSpPr>
        <p:spPr>
          <a:xfrm>
            <a:off x="6834251"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101" name="Picture Placeholder 3">
            <a:extLst>
              <a:ext uri="{FF2B5EF4-FFF2-40B4-BE49-F238E27FC236}">
                <a16:creationId xmlns:a16="http://schemas.microsoft.com/office/drawing/2014/main" id="{9EAEB5CC-1475-8842-A12E-5F1190B1EACB}"/>
              </a:ext>
            </a:extLst>
          </p:cNvPr>
          <p:cNvSpPr>
            <a:spLocks noGrp="1"/>
          </p:cNvSpPr>
          <p:nvPr>
            <p:ph type="pic" sz="quarter" idx="96"/>
          </p:nvPr>
        </p:nvSpPr>
        <p:spPr>
          <a:xfrm>
            <a:off x="3588454" y="5677676"/>
            <a:ext cx="396429" cy="396427"/>
          </a:xfrm>
          <a:prstGeom prst="ellipse">
            <a:avLst/>
          </a:prstGeom>
          <a:ln>
            <a:noFill/>
          </a:ln>
        </p:spPr>
        <p:txBody>
          <a:bodyPr anchor="ctr" anchorCtr="0"/>
          <a:lstStyle>
            <a:lvl1pPr marL="0" indent="0" algn="ctr">
              <a:buNone/>
              <a:defRPr sz="267">
                <a:solidFill>
                  <a:schemeClr val="tx1"/>
                </a:solidFill>
              </a:defRPr>
            </a:lvl1pPr>
          </a:lstStyle>
          <a:p>
            <a:r>
              <a:rPr lang="en-US"/>
              <a:t>Click icon to add picture</a:t>
            </a:r>
          </a:p>
        </p:txBody>
      </p:sp>
      <p:sp>
        <p:nvSpPr>
          <p:cNvPr id="102" name="Text Placeholder 7">
            <a:extLst>
              <a:ext uri="{FF2B5EF4-FFF2-40B4-BE49-F238E27FC236}">
                <a16:creationId xmlns:a16="http://schemas.microsoft.com/office/drawing/2014/main" id="{6203C484-A713-F14B-94DA-4C6D5A4958CC}"/>
              </a:ext>
            </a:extLst>
          </p:cNvPr>
          <p:cNvSpPr>
            <a:spLocks noGrp="1"/>
          </p:cNvSpPr>
          <p:nvPr>
            <p:ph type="body" sz="quarter" idx="97" hasCustomPrompt="1"/>
          </p:nvPr>
        </p:nvSpPr>
        <p:spPr>
          <a:xfrm>
            <a:off x="3984883" y="5652351"/>
            <a:ext cx="2028765" cy="436376"/>
          </a:xfrm>
          <a:prstGeom prst="rect">
            <a:avLst/>
          </a:prstGeom>
        </p:spPr>
        <p:txBody>
          <a:bodyPr anchor="ctr"/>
          <a:lstStyle>
            <a:lvl1pPr marL="0" indent="0">
              <a:lnSpc>
                <a:spcPct val="100000"/>
              </a:lnSpc>
              <a:spcBef>
                <a:spcPts val="0"/>
              </a:spcBef>
              <a:buNone/>
              <a:defRPr sz="933" b="0" i="0" baseline="0">
                <a:solidFill>
                  <a:schemeClr val="tx1"/>
                </a:solidFill>
                <a:latin typeface="CiscoSansTT Light" panose="020B0503020201020303" pitchFamily="34" charset="0"/>
                <a:cs typeface="CiscoSansTT Light" panose="020B0503020201020303" pitchFamily="34" charset="0"/>
              </a:defRPr>
            </a:lvl1pPr>
          </a:lstStyle>
          <a:p>
            <a:pPr lvl="0"/>
            <a:r>
              <a:rPr lang="en-US" dirty="0"/>
              <a:t>Place text here</a:t>
            </a:r>
          </a:p>
        </p:txBody>
      </p:sp>
      <p:sp>
        <p:nvSpPr>
          <p:cNvPr id="94" name="Text Placeholder 6">
            <a:extLst>
              <a:ext uri="{FF2B5EF4-FFF2-40B4-BE49-F238E27FC236}">
                <a16:creationId xmlns:a16="http://schemas.microsoft.com/office/drawing/2014/main" id="{125F027B-F432-97D0-4000-2DD17AFB9473}"/>
              </a:ext>
            </a:extLst>
          </p:cNvPr>
          <p:cNvSpPr>
            <a:spLocks noGrp="1"/>
          </p:cNvSpPr>
          <p:nvPr>
            <p:ph type="body" sz="quarter" idx="98"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536844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hoto grid 1">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711200" y="1650808"/>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711200" y="3946044"/>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4" name="Picture Placeholder 3"/>
          <p:cNvSpPr>
            <a:spLocks noGrp="1"/>
          </p:cNvSpPr>
          <p:nvPr>
            <p:ph type="pic" sz="quarter" idx="12"/>
          </p:nvPr>
        </p:nvSpPr>
        <p:spPr>
          <a:xfrm>
            <a:off x="6087533" y="1650808"/>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5" name="Picture Placeholder 3"/>
          <p:cNvSpPr>
            <a:spLocks noGrp="1"/>
          </p:cNvSpPr>
          <p:nvPr>
            <p:ph type="pic" sz="quarter" idx="13"/>
          </p:nvPr>
        </p:nvSpPr>
        <p:spPr>
          <a:xfrm>
            <a:off x="6087533" y="3946044"/>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8" name="Text Placeholder 7"/>
          <p:cNvSpPr>
            <a:spLocks noGrp="1"/>
          </p:cNvSpPr>
          <p:nvPr>
            <p:ph type="body" sz="quarter" idx="14" hasCustomPrompt="1"/>
          </p:nvPr>
        </p:nvSpPr>
        <p:spPr>
          <a:xfrm>
            <a:off x="2708570"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9" name="Text Placeholder 7"/>
          <p:cNvSpPr>
            <a:spLocks noGrp="1"/>
          </p:cNvSpPr>
          <p:nvPr>
            <p:ph type="body" sz="quarter" idx="15" hasCustomPrompt="1"/>
          </p:nvPr>
        </p:nvSpPr>
        <p:spPr>
          <a:xfrm>
            <a:off x="2708570" y="256521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0" name="Text Placeholder 7"/>
          <p:cNvSpPr>
            <a:spLocks noGrp="1"/>
          </p:cNvSpPr>
          <p:nvPr>
            <p:ph type="body" sz="quarter" idx="16" hasCustomPrompt="1"/>
          </p:nvPr>
        </p:nvSpPr>
        <p:spPr>
          <a:xfrm>
            <a:off x="2708570"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1" name="Text Placeholder 7"/>
          <p:cNvSpPr>
            <a:spLocks noGrp="1"/>
          </p:cNvSpPr>
          <p:nvPr>
            <p:ph type="body" sz="quarter" idx="17" hasCustomPrompt="1"/>
          </p:nvPr>
        </p:nvSpPr>
        <p:spPr>
          <a:xfrm>
            <a:off x="2708570" y="489797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2" name="Text Placeholder 7"/>
          <p:cNvSpPr>
            <a:spLocks noGrp="1"/>
          </p:cNvSpPr>
          <p:nvPr>
            <p:ph type="body" sz="quarter" idx="18" hasCustomPrompt="1"/>
          </p:nvPr>
        </p:nvSpPr>
        <p:spPr>
          <a:xfrm>
            <a:off x="8079516" y="215880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3" name="Text Placeholder 7"/>
          <p:cNvSpPr>
            <a:spLocks noGrp="1"/>
          </p:cNvSpPr>
          <p:nvPr>
            <p:ph type="body" sz="quarter" idx="19" hasCustomPrompt="1"/>
          </p:nvPr>
        </p:nvSpPr>
        <p:spPr>
          <a:xfrm>
            <a:off x="8079516" y="256521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4" name="Text Placeholder 7"/>
          <p:cNvSpPr>
            <a:spLocks noGrp="1"/>
          </p:cNvSpPr>
          <p:nvPr>
            <p:ph type="body" sz="quarter" idx="20" hasCustomPrompt="1"/>
          </p:nvPr>
        </p:nvSpPr>
        <p:spPr>
          <a:xfrm>
            <a:off x="8079516" y="4491569"/>
            <a:ext cx="2997201" cy="406401"/>
          </a:xfrm>
          <a:prstGeom prst="rect">
            <a:avLst/>
          </a:prstGeom>
        </p:spPr>
        <p:txBody>
          <a:bodyPr/>
          <a:lstStyle>
            <a:lvl1pPr marL="0" indent="0">
              <a:buNone/>
              <a:defRPr sz="2400" b="0" i="0">
                <a:solidFill>
                  <a:schemeClr val="tx1"/>
                </a:solidFill>
                <a:latin typeface="CiscoSansTT ExtraLight" panose="020B0303020201020303" pitchFamily="34" charset="0"/>
                <a:cs typeface="CiscoSansTT ExtraLight" panose="020B0303020201020303" pitchFamily="34" charset="0"/>
              </a:defRPr>
            </a:lvl1pPr>
          </a:lstStyle>
          <a:p>
            <a:pPr lvl="0"/>
            <a:r>
              <a:rPr lang="en-US" dirty="0"/>
              <a:t>Place title here</a:t>
            </a:r>
          </a:p>
        </p:txBody>
      </p:sp>
      <p:sp>
        <p:nvSpPr>
          <p:cNvPr id="15" name="Text Placeholder 7"/>
          <p:cNvSpPr>
            <a:spLocks noGrp="1"/>
          </p:cNvSpPr>
          <p:nvPr>
            <p:ph type="body" sz="quarter" idx="21" hasCustomPrompt="1"/>
          </p:nvPr>
        </p:nvSpPr>
        <p:spPr>
          <a:xfrm>
            <a:off x="8079516" y="4897970"/>
            <a:ext cx="2997201" cy="406401"/>
          </a:xfrm>
          <a:prstGeom prst="rect">
            <a:avLst/>
          </a:prstGeom>
        </p:spPr>
        <p:txBody>
          <a:bodyPr/>
          <a:lstStyle>
            <a:lvl1pPr marL="0" indent="0">
              <a:buNone/>
              <a:defRPr sz="1300" baseline="0">
                <a:solidFill>
                  <a:schemeClr val="tx1"/>
                </a:solidFill>
              </a:defRPr>
            </a:lvl1pPr>
          </a:lstStyle>
          <a:p>
            <a:pPr lvl="0"/>
            <a:r>
              <a:rPr lang="en-US" dirty="0"/>
              <a:t>Place text here</a:t>
            </a:r>
          </a:p>
        </p:txBody>
      </p:sp>
      <p:sp>
        <p:nvSpPr>
          <p:cNvPr id="17" name="Text Placeholder 6">
            <a:extLst>
              <a:ext uri="{FF2B5EF4-FFF2-40B4-BE49-F238E27FC236}">
                <a16:creationId xmlns:a16="http://schemas.microsoft.com/office/drawing/2014/main" id="{3DEB8E48-2D47-6099-899C-CC43C4DAD7E9}"/>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8" name="Text Placeholder 2">
            <a:extLst>
              <a:ext uri="{FF2B5EF4-FFF2-40B4-BE49-F238E27FC236}">
                <a16:creationId xmlns:a16="http://schemas.microsoft.com/office/drawing/2014/main" id="{F06F0745-63A2-1254-09D6-046F1BA1A66E}"/>
              </a:ext>
            </a:extLst>
          </p:cNvPr>
          <p:cNvSpPr>
            <a:spLocks noGrp="1"/>
          </p:cNvSpPr>
          <p:nvPr>
            <p:ph type="body" sz="quarter" idx="83"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40242487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hoto grid 2">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995219"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3770748"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660399" y="4449429"/>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6546277"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7" name="Picture Placeholder 3"/>
          <p:cNvSpPr>
            <a:spLocks noGrp="1"/>
          </p:cNvSpPr>
          <p:nvPr>
            <p:ph type="pic" sz="quarter" idx="17"/>
          </p:nvPr>
        </p:nvSpPr>
        <p:spPr>
          <a:xfrm>
            <a:off x="9321807" y="2413195"/>
            <a:ext cx="1828800" cy="1828800"/>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3435928" y="4449429"/>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6211457" y="4449428"/>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20" name="Text Placeholder 7"/>
          <p:cNvSpPr>
            <a:spLocks noGrp="1"/>
          </p:cNvSpPr>
          <p:nvPr>
            <p:ph type="body" sz="quarter" idx="20" hasCustomPrompt="1"/>
          </p:nvPr>
        </p:nvSpPr>
        <p:spPr>
          <a:xfrm>
            <a:off x="8986987" y="4449428"/>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3" name="Text Placeholder 6">
            <a:extLst>
              <a:ext uri="{FF2B5EF4-FFF2-40B4-BE49-F238E27FC236}">
                <a16:creationId xmlns:a16="http://schemas.microsoft.com/office/drawing/2014/main" id="{50803B00-0EE4-C61E-4729-4F2D43BC9D87}"/>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4" name="Text Placeholder 2">
            <a:extLst>
              <a:ext uri="{FF2B5EF4-FFF2-40B4-BE49-F238E27FC236}">
                <a16:creationId xmlns:a16="http://schemas.microsoft.com/office/drawing/2014/main" id="{D2C895CD-0B4F-C354-1D22-FA1B2FD3F33B}"/>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824535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hoto grid 3">
    <p:bg>
      <p:bgPr>
        <a:solidFill>
          <a:schemeClr val="bg2"/>
        </a:solidFill>
        <a:effectLst/>
      </p:bgPr>
    </p:bg>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4849684"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ellipse">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1" name="Text Placeholder 6">
            <a:extLst>
              <a:ext uri="{FF2B5EF4-FFF2-40B4-BE49-F238E27FC236}">
                <a16:creationId xmlns:a16="http://schemas.microsoft.com/office/drawing/2014/main" id="{66C0B82B-6F6E-E1F1-69CE-89CB9D2191BF}"/>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2" name="Text Placeholder 2">
            <a:extLst>
              <a:ext uri="{FF2B5EF4-FFF2-40B4-BE49-F238E27FC236}">
                <a16:creationId xmlns:a16="http://schemas.microsoft.com/office/drawing/2014/main" id="{71920B54-2EBF-B031-EB94-7A543B266B68}"/>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10599119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grid 4">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471039"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3" name="Picture Placeholder 3"/>
          <p:cNvSpPr>
            <a:spLocks noGrp="1"/>
          </p:cNvSpPr>
          <p:nvPr>
            <p:ph type="pic" sz="quarter" idx="11"/>
          </p:nvPr>
        </p:nvSpPr>
        <p:spPr>
          <a:xfrm>
            <a:off x="4849684"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6" name="Picture Placeholder 3"/>
          <p:cNvSpPr>
            <a:spLocks noGrp="1"/>
          </p:cNvSpPr>
          <p:nvPr>
            <p:ph type="pic" sz="quarter" idx="16"/>
          </p:nvPr>
        </p:nvSpPr>
        <p:spPr>
          <a:xfrm>
            <a:off x="8228328" y="2143624"/>
            <a:ext cx="2367941" cy="2367941"/>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8" name="Text Placeholder 7"/>
          <p:cNvSpPr>
            <a:spLocks noGrp="1"/>
          </p:cNvSpPr>
          <p:nvPr>
            <p:ph type="body" sz="quarter" idx="18" hasCustomPrompt="1"/>
          </p:nvPr>
        </p:nvSpPr>
        <p:spPr>
          <a:xfrm>
            <a:off x="4784435" y="4817925"/>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4817924"/>
            <a:ext cx="2498440" cy="406401"/>
          </a:xfrm>
          <a:prstGeom prst="rect">
            <a:avLst/>
          </a:prstGeom>
        </p:spPr>
        <p:txBody>
          <a:bodyPr/>
          <a:lstStyle>
            <a:lvl1pPr marL="0" indent="0" algn="ctr">
              <a:buNone/>
              <a:defRPr sz="1800" baseline="0">
                <a:solidFill>
                  <a:schemeClr val="tx1"/>
                </a:solidFill>
              </a:defRPr>
            </a:lvl1pPr>
          </a:lstStyle>
          <a:p>
            <a:pPr lvl="0"/>
            <a:r>
              <a:rPr lang="en-US" dirty="0"/>
              <a:t>Place text here</a:t>
            </a:r>
          </a:p>
        </p:txBody>
      </p:sp>
      <p:sp>
        <p:nvSpPr>
          <p:cNvPr id="11" name="Text Placeholder 6">
            <a:extLst>
              <a:ext uri="{FF2B5EF4-FFF2-40B4-BE49-F238E27FC236}">
                <a16:creationId xmlns:a16="http://schemas.microsoft.com/office/drawing/2014/main" id="{7CABE2E7-E078-26DB-4F0D-5DDB55E4CF1E}"/>
              </a:ext>
            </a:extLst>
          </p:cNvPr>
          <p:cNvSpPr>
            <a:spLocks noGrp="1"/>
          </p:cNvSpPr>
          <p:nvPr>
            <p:ph type="body" sz="quarter" idx="82" hasCustomPrompt="1"/>
          </p:nvPr>
        </p:nvSpPr>
        <p:spPr>
          <a:xfrm>
            <a:off x="632820" y="753583"/>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
        <p:nvSpPr>
          <p:cNvPr id="12" name="Text Placeholder 2">
            <a:extLst>
              <a:ext uri="{FF2B5EF4-FFF2-40B4-BE49-F238E27FC236}">
                <a16:creationId xmlns:a16="http://schemas.microsoft.com/office/drawing/2014/main" id="{BBFBD563-070B-FA44-E0C3-00C57DF2D62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2320709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hoto grid 5">
    <p:spTree>
      <p:nvGrpSpPr>
        <p:cNvPr id="1" name=""/>
        <p:cNvGrpSpPr/>
        <p:nvPr/>
      </p:nvGrpSpPr>
      <p:grpSpPr>
        <a:xfrm>
          <a:off x="0" y="0"/>
          <a:ext cx="0" cy="0"/>
          <a:chOff x="0" y="0"/>
          <a:chExt cx="0" cy="0"/>
        </a:xfrm>
      </p:grpSpPr>
      <p:sp>
        <p:nvSpPr>
          <p:cNvPr id="2" name="Picture Placeholder 3"/>
          <p:cNvSpPr>
            <a:spLocks noGrp="1"/>
          </p:cNvSpPr>
          <p:nvPr>
            <p:ph type="pic" sz="quarter" idx="10"/>
          </p:nvPr>
        </p:nvSpPr>
        <p:spPr>
          <a:xfrm>
            <a:off x="1277249"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9" name="Text Placeholder 7"/>
          <p:cNvSpPr>
            <a:spLocks noGrp="1"/>
          </p:cNvSpPr>
          <p:nvPr>
            <p:ph type="body" sz="quarter" idx="15" hasCustomPrompt="1"/>
          </p:nvPr>
        </p:nvSpPr>
        <p:spPr>
          <a:xfrm>
            <a:off x="1405788" y="5479776"/>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8" name="Text Placeholder 7"/>
          <p:cNvSpPr>
            <a:spLocks noGrp="1"/>
          </p:cNvSpPr>
          <p:nvPr>
            <p:ph type="body" sz="quarter" idx="18" hasCustomPrompt="1"/>
          </p:nvPr>
        </p:nvSpPr>
        <p:spPr>
          <a:xfrm>
            <a:off x="4784435" y="5479776"/>
            <a:ext cx="2498440" cy="406401"/>
          </a:xfrm>
          <a:prstGeom prst="rect">
            <a:avLst/>
          </a:prstGeom>
        </p:spPr>
        <p:txBody>
          <a:bodyPr/>
          <a:lstStyle>
            <a:lvl1pPr marL="0" indent="0" algn="ctr">
              <a:buNone/>
              <a:defRPr sz="1600" baseline="0">
                <a:solidFill>
                  <a:schemeClr val="tx1"/>
                </a:solidFill>
              </a:defRPr>
            </a:lvl1pPr>
          </a:lstStyle>
          <a:p>
            <a:pPr lvl="0"/>
            <a:r>
              <a:rPr lang="en-US" dirty="0"/>
              <a:t>Place text here</a:t>
            </a:r>
          </a:p>
        </p:txBody>
      </p:sp>
      <p:sp>
        <p:nvSpPr>
          <p:cNvPr id="19" name="Text Placeholder 7"/>
          <p:cNvSpPr>
            <a:spLocks noGrp="1"/>
          </p:cNvSpPr>
          <p:nvPr>
            <p:ph type="body" sz="quarter" idx="19" hasCustomPrompt="1"/>
          </p:nvPr>
        </p:nvSpPr>
        <p:spPr>
          <a:xfrm>
            <a:off x="8163079" y="5479774"/>
            <a:ext cx="2498440" cy="406401"/>
          </a:xfrm>
          <a:prstGeom prst="rect">
            <a:avLst/>
          </a:prstGeom>
        </p:spPr>
        <p:txBody>
          <a:bodyPr/>
          <a:lstStyle>
            <a:lvl1pPr marL="0" indent="0" algn="ctr">
              <a:buNone/>
              <a:defRPr sz="1867" baseline="0">
                <a:solidFill>
                  <a:schemeClr val="tx1"/>
                </a:solidFill>
              </a:defRPr>
            </a:lvl1pPr>
          </a:lstStyle>
          <a:p>
            <a:pPr lvl="0"/>
            <a:r>
              <a:rPr lang="en-US" dirty="0"/>
              <a:t>Place text here</a:t>
            </a:r>
          </a:p>
        </p:txBody>
      </p:sp>
      <p:sp>
        <p:nvSpPr>
          <p:cNvPr id="10" name="Picture Placeholder 3">
            <a:extLst>
              <a:ext uri="{FF2B5EF4-FFF2-40B4-BE49-F238E27FC236}">
                <a16:creationId xmlns:a16="http://schemas.microsoft.com/office/drawing/2014/main" id="{5912C578-2CFA-2609-B2B9-3A660B33A60F}"/>
              </a:ext>
            </a:extLst>
          </p:cNvPr>
          <p:cNvSpPr>
            <a:spLocks noGrp="1"/>
          </p:cNvSpPr>
          <p:nvPr>
            <p:ph type="pic" sz="quarter" idx="20"/>
          </p:nvPr>
        </p:nvSpPr>
        <p:spPr>
          <a:xfrm>
            <a:off x="4709773"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1" name="Picture Placeholder 3">
            <a:extLst>
              <a:ext uri="{FF2B5EF4-FFF2-40B4-BE49-F238E27FC236}">
                <a16:creationId xmlns:a16="http://schemas.microsoft.com/office/drawing/2014/main" id="{75019E6F-7EDE-0A1E-A05A-9C903808C1F4}"/>
              </a:ext>
            </a:extLst>
          </p:cNvPr>
          <p:cNvSpPr>
            <a:spLocks noGrp="1"/>
          </p:cNvSpPr>
          <p:nvPr>
            <p:ph type="pic" sz="quarter" idx="21"/>
          </p:nvPr>
        </p:nvSpPr>
        <p:spPr>
          <a:xfrm>
            <a:off x="8034540" y="1430868"/>
            <a:ext cx="2755521" cy="3742549"/>
          </a:xfrm>
          <a:prstGeom prst="rect">
            <a:avLst/>
          </a:prstGeom>
          <a:ln>
            <a:noFill/>
          </a:ln>
        </p:spPr>
        <p:txBody>
          <a:bodyPr anchor="ctr" anchorCtr="0"/>
          <a:lstStyle>
            <a:lvl1pPr marL="0" indent="0" algn="ctr">
              <a:buNone/>
              <a:defRPr sz="1467">
                <a:solidFill>
                  <a:schemeClr val="tx1"/>
                </a:solidFill>
              </a:defRPr>
            </a:lvl1pPr>
          </a:lstStyle>
          <a:p>
            <a:r>
              <a:rPr lang="en-US"/>
              <a:t>Click icon to add picture</a:t>
            </a:r>
          </a:p>
        </p:txBody>
      </p:sp>
      <p:sp>
        <p:nvSpPr>
          <p:cNvPr id="12" name="Text Placeholder 6">
            <a:extLst>
              <a:ext uri="{FF2B5EF4-FFF2-40B4-BE49-F238E27FC236}">
                <a16:creationId xmlns:a16="http://schemas.microsoft.com/office/drawing/2014/main" id="{F1968240-A2D7-3AFB-E139-4C8B1C67EA55}"/>
              </a:ext>
            </a:extLst>
          </p:cNvPr>
          <p:cNvSpPr>
            <a:spLocks noGrp="1"/>
          </p:cNvSpPr>
          <p:nvPr>
            <p:ph type="body" sz="quarter" idx="90" hasCustomPrompt="1"/>
          </p:nvPr>
        </p:nvSpPr>
        <p:spPr>
          <a:xfrm>
            <a:off x="625928" y="450012"/>
            <a:ext cx="7460073" cy="482748"/>
          </a:xfrm>
          <a:prstGeom prst="rect">
            <a:avLst/>
          </a:prstGeom>
        </p:spPr>
        <p:txBody>
          <a:bodyPr lIns="0" tIns="0" rIns="0" bIns="0" anchor="t" anchorCtr="0"/>
          <a:lstStyle>
            <a:lvl1pPr marL="0" indent="0">
              <a:lnSpc>
                <a:spcPct val="100000"/>
              </a:lnSpc>
              <a:spcBef>
                <a:spcPts val="0"/>
              </a:spcBef>
              <a:buNone/>
              <a:defRPr sz="3200" b="0" i="0">
                <a:solidFill>
                  <a:schemeClr val="bg1"/>
                </a:solidFill>
                <a:latin typeface="CiscoSansTT ExtraLight" panose="020B0303020201020303" pitchFamily="34" charset="0"/>
                <a:cs typeface="CiscoSansTT ExtraLight" panose="020B0303020201020303" pitchFamily="34" charset="0"/>
              </a:defRPr>
            </a:lvl1pPr>
          </a:lstStyle>
          <a:p>
            <a:r>
              <a:rPr lang="en-GB" dirty="0"/>
              <a:t>Heading goes here</a:t>
            </a:r>
          </a:p>
        </p:txBody>
      </p:sp>
    </p:spTree>
    <p:extLst>
      <p:ext uri="{BB962C8B-B14F-4D97-AF65-F5344CB8AC3E}">
        <p14:creationId xmlns:p14="http://schemas.microsoft.com/office/powerpoint/2010/main" val="3395843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hoto grid 6">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2C94DA5F-CCF7-A048-8A5D-EE8276E9014F}"/>
              </a:ext>
            </a:extLst>
          </p:cNvPr>
          <p:cNvSpPr>
            <a:spLocks noGrp="1"/>
          </p:cNvSpPr>
          <p:nvPr>
            <p:ph type="pic" sz="quarter" idx="10"/>
          </p:nvPr>
        </p:nvSpPr>
        <p:spPr>
          <a:xfrm>
            <a:off x="6087533" y="2"/>
            <a:ext cx="2737152" cy="4409831"/>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3" name="Picture Placeholder 6">
            <a:extLst>
              <a:ext uri="{FF2B5EF4-FFF2-40B4-BE49-F238E27FC236}">
                <a16:creationId xmlns:a16="http://schemas.microsoft.com/office/drawing/2014/main" id="{4C8B1DB1-55C6-E44A-9630-610A391F3189}"/>
              </a:ext>
            </a:extLst>
          </p:cNvPr>
          <p:cNvSpPr>
            <a:spLocks noGrp="1"/>
          </p:cNvSpPr>
          <p:nvPr>
            <p:ph type="pic" sz="quarter" idx="33"/>
          </p:nvPr>
        </p:nvSpPr>
        <p:spPr>
          <a:xfrm>
            <a:off x="6087533" y="4645904"/>
            <a:ext cx="2737152" cy="221209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4" name="Picture Placeholder 6">
            <a:extLst>
              <a:ext uri="{FF2B5EF4-FFF2-40B4-BE49-F238E27FC236}">
                <a16:creationId xmlns:a16="http://schemas.microsoft.com/office/drawing/2014/main" id="{00000B7C-B9C2-3692-DA0C-7CD43971473C}"/>
              </a:ext>
            </a:extLst>
          </p:cNvPr>
          <p:cNvSpPr>
            <a:spLocks noGrp="1"/>
          </p:cNvSpPr>
          <p:nvPr>
            <p:ph type="pic" sz="quarter" idx="34"/>
          </p:nvPr>
        </p:nvSpPr>
        <p:spPr>
          <a:xfrm>
            <a:off x="9106505" y="2448171"/>
            <a:ext cx="2737152" cy="4409831"/>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6" name="Picture Placeholder 6">
            <a:extLst>
              <a:ext uri="{FF2B5EF4-FFF2-40B4-BE49-F238E27FC236}">
                <a16:creationId xmlns:a16="http://schemas.microsoft.com/office/drawing/2014/main" id="{66766FEE-7FB9-ABDC-C0E5-6CCEACB6769D}"/>
              </a:ext>
            </a:extLst>
          </p:cNvPr>
          <p:cNvSpPr>
            <a:spLocks noGrp="1"/>
          </p:cNvSpPr>
          <p:nvPr>
            <p:ph type="pic" sz="quarter" idx="35"/>
          </p:nvPr>
        </p:nvSpPr>
        <p:spPr>
          <a:xfrm>
            <a:off x="9106505" y="-7181"/>
            <a:ext cx="2737152" cy="2212096"/>
          </a:xfrm>
          <a:prstGeom prst="rect">
            <a:avLst/>
          </a:prstGeom>
        </p:spPr>
        <p:txBody>
          <a:bodyPr anchor="ctr" anchorCtr="0"/>
          <a:lstStyle>
            <a:lvl1pPr marL="0" indent="0" algn="ctr">
              <a:buNone/>
              <a:defRPr>
                <a:solidFill>
                  <a:schemeClr val="tx1"/>
                </a:solidFill>
              </a:defRPr>
            </a:lvl1pPr>
          </a:lstStyle>
          <a:p>
            <a:r>
              <a:rPr lang="en-US"/>
              <a:t>Click icon to add picture</a:t>
            </a:r>
            <a:endParaRPr lang="en-US" dirty="0"/>
          </a:p>
        </p:txBody>
      </p:sp>
      <p:sp>
        <p:nvSpPr>
          <p:cNvPr id="11" name="Title 1">
            <a:extLst>
              <a:ext uri="{FF2B5EF4-FFF2-40B4-BE49-F238E27FC236}">
                <a16:creationId xmlns:a16="http://schemas.microsoft.com/office/drawing/2014/main" id="{A089A6F4-712F-CDCA-8B9E-9557816C62EB}"/>
              </a:ext>
            </a:extLst>
          </p:cNvPr>
          <p:cNvSpPr>
            <a:spLocks noGrp="1"/>
          </p:cNvSpPr>
          <p:nvPr>
            <p:ph type="ctrTitle" hasCustomPrompt="1"/>
          </p:nvPr>
        </p:nvSpPr>
        <p:spPr>
          <a:xfrm>
            <a:off x="632125" y="1761828"/>
            <a:ext cx="3489235" cy="443753"/>
          </a:xfrm>
          <a:prstGeom prst="rect">
            <a:avLst/>
          </a:prstGeom>
        </p:spPr>
        <p:txBody>
          <a:bodyPr lIns="0" tIns="0" rIns="0" bIns="0" anchor="b"/>
          <a:lstStyle>
            <a:lvl1pPr marL="0" indent="0" algn="l">
              <a:lnSpc>
                <a:spcPct val="100000"/>
              </a:lnSpc>
              <a:buFont typeface="Arial" panose="020B0604020202020204" pitchFamily="34" charset="0"/>
              <a:buNone/>
              <a:defRPr sz="3200" b="0" i="0" spc="0" baseline="0">
                <a:solidFill>
                  <a:schemeClr val="bg1"/>
                </a:solidFill>
                <a:latin typeface="CiscoSansTT ExtraLight" panose="020B0303020201020303" pitchFamily="34" charset="0"/>
                <a:cs typeface="CiscoSansTT ExtraLight" panose="020B0303020201020303" pitchFamily="34" charset="0"/>
              </a:defRPr>
            </a:lvl1pPr>
          </a:lstStyle>
          <a:p>
            <a:r>
              <a:rPr lang="en-GB" dirty="0"/>
              <a:t>Heading </a:t>
            </a:r>
            <a:endParaRPr lang="en-US" dirty="0"/>
          </a:p>
        </p:txBody>
      </p:sp>
      <p:sp>
        <p:nvSpPr>
          <p:cNvPr id="17" name="Text Placeholder 2">
            <a:extLst>
              <a:ext uri="{FF2B5EF4-FFF2-40B4-BE49-F238E27FC236}">
                <a16:creationId xmlns:a16="http://schemas.microsoft.com/office/drawing/2014/main" id="{972BF7ED-AC89-B066-6405-86D841A4EB03}"/>
              </a:ext>
            </a:extLst>
          </p:cNvPr>
          <p:cNvSpPr>
            <a:spLocks noGrp="1"/>
          </p:cNvSpPr>
          <p:nvPr>
            <p:ph type="body" sz="quarter" idx="16" hasCustomPrompt="1"/>
          </p:nvPr>
        </p:nvSpPr>
        <p:spPr>
          <a:xfrm>
            <a:off x="632125" y="2372473"/>
            <a:ext cx="3489235" cy="182881"/>
          </a:xfrm>
          <a:prstGeom prst="rect">
            <a:avLst/>
          </a:prstGeom>
        </p:spPr>
        <p:txBody>
          <a:bodyPr lIns="0" tIns="0" rIns="0" bIns="0"/>
          <a:lstStyle>
            <a:lvl1pPr marL="0" indent="0">
              <a:buFont typeface="Arial" panose="020B0604020202020204" pitchFamily="34" charset="0"/>
              <a:buNone/>
              <a:defRPr sz="16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Subtitle</a:t>
            </a:r>
          </a:p>
        </p:txBody>
      </p:sp>
      <p:sp>
        <p:nvSpPr>
          <p:cNvPr id="18" name="Text Placeholder 2">
            <a:extLst>
              <a:ext uri="{FF2B5EF4-FFF2-40B4-BE49-F238E27FC236}">
                <a16:creationId xmlns:a16="http://schemas.microsoft.com/office/drawing/2014/main" id="{0A9F1691-DBBD-8959-76B0-C07758051C17}"/>
              </a:ext>
            </a:extLst>
          </p:cNvPr>
          <p:cNvSpPr>
            <a:spLocks noGrp="1"/>
          </p:cNvSpPr>
          <p:nvPr>
            <p:ph type="body" sz="quarter" idx="30" hasCustomPrompt="1"/>
          </p:nvPr>
        </p:nvSpPr>
        <p:spPr>
          <a:xfrm>
            <a:off x="632125" y="2803020"/>
            <a:ext cx="3489235" cy="1078213"/>
          </a:xfrm>
          <a:prstGeom prst="rect">
            <a:avLst/>
          </a:prstGeom>
        </p:spPr>
        <p:txBody>
          <a:bodyPr lIns="0" tIns="0" rIns="0" bIns="0"/>
          <a:lstStyle>
            <a:lvl1pPr marL="0" marR="0" indent="0" algn="l" defTabSz="912276" rtl="0" eaLnBrk="1" fontAlgn="base" latinLnBrk="0" hangingPunct="1">
              <a:lnSpc>
                <a:spcPts val="1733"/>
              </a:lnSpc>
              <a:spcBef>
                <a:spcPts val="0"/>
              </a:spcBef>
              <a:spcAft>
                <a:spcPts val="800"/>
              </a:spcAft>
              <a:buClr>
                <a:schemeClr val="tx2"/>
              </a:buClr>
              <a:buSzPct val="90000"/>
              <a:buFont typeface="Arial" panose="020B0604020202020204" pitchFamily="34" charset="0"/>
              <a:buNone/>
              <a:tabLst/>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a:t>
            </a:r>
          </a:p>
          <a:p>
            <a:pPr lvl="0"/>
            <a:endParaRPr lang="en-GB" dirty="0"/>
          </a:p>
        </p:txBody>
      </p:sp>
      <p:sp>
        <p:nvSpPr>
          <p:cNvPr id="12" name="Text Placeholder 2">
            <a:extLst>
              <a:ext uri="{FF2B5EF4-FFF2-40B4-BE49-F238E27FC236}">
                <a16:creationId xmlns:a16="http://schemas.microsoft.com/office/drawing/2014/main" id="{C9340E82-B158-1238-2658-3BE2D616C842}"/>
              </a:ext>
            </a:extLst>
          </p:cNvPr>
          <p:cNvSpPr>
            <a:spLocks noGrp="1"/>
          </p:cNvSpPr>
          <p:nvPr>
            <p:ph type="body" sz="quarter" idx="14" hasCustomPrompt="1"/>
          </p:nvPr>
        </p:nvSpPr>
        <p:spPr>
          <a:xfrm>
            <a:off x="632127" y="431800"/>
            <a:ext cx="3489235" cy="304800"/>
          </a:xfrm>
          <a:prstGeom prst="rect">
            <a:avLst/>
          </a:prstGeom>
        </p:spPr>
        <p:txBody>
          <a:bodyPr lIns="0" tIns="0" rIns="0" bIns="0"/>
          <a:lstStyle>
            <a:lvl1pPr marL="0" indent="0">
              <a:spcBef>
                <a:spcPts val="0"/>
              </a:spcBef>
              <a:buFont typeface="Arial" panose="020B0604020202020204" pitchFamily="34" charset="0"/>
              <a:buNone/>
              <a:defRPr sz="1300" b="0" i="0" baseline="0">
                <a:solidFill>
                  <a:schemeClr val="tx1"/>
                </a:solidFill>
                <a:latin typeface="CiscoSansTT Light" panose="020B0503020201020303" pitchFamily="34" charset="0"/>
                <a:cs typeface="CiscoSansTT Light" panose="020B0503020201020303" pitchFamily="34" charset="0"/>
              </a:defRPr>
            </a:lvl1pPr>
            <a:lvl2pPr marL="406371" indent="0">
              <a:buNone/>
              <a:defRPr/>
            </a:lvl2pPr>
            <a:lvl3pPr marL="569863" indent="0">
              <a:buNone/>
              <a:defRPr/>
            </a:lvl3pPr>
            <a:lvl4pPr marL="688920" indent="0">
              <a:buNone/>
              <a:defRPr/>
            </a:lvl4pPr>
            <a:lvl5pPr marL="801621" indent="0">
              <a:buNone/>
              <a:defRPr/>
            </a:lvl5pPr>
          </a:lstStyle>
          <a:p>
            <a:pPr lvl="0"/>
            <a:r>
              <a:rPr lang="en-GB" dirty="0"/>
              <a:t>Section title</a:t>
            </a:r>
          </a:p>
        </p:txBody>
      </p:sp>
    </p:spTree>
    <p:extLst>
      <p:ext uri="{BB962C8B-B14F-4D97-AF65-F5344CB8AC3E}">
        <p14:creationId xmlns:p14="http://schemas.microsoft.com/office/powerpoint/2010/main" val="37538782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4" pos="356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808513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Closin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918706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Sky Closing">
    <p:bg>
      <p:bgPr>
        <a:solidFill>
          <a:schemeClr val="accent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26AD5A65-A7EB-424E-8ADF-62E6668815B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038770" y="2921000"/>
            <a:ext cx="2114461" cy="874949"/>
          </a:xfrm>
          <a:prstGeom prst="rect">
            <a:avLst/>
          </a:prstGeom>
        </p:spPr>
      </p:pic>
    </p:spTree>
    <p:extLst>
      <p:ext uri="{BB962C8B-B14F-4D97-AF65-F5344CB8AC3E}">
        <p14:creationId xmlns:p14="http://schemas.microsoft.com/office/powerpoint/2010/main" val="38947335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1.sv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43E5826-E261-5240-BCCC-F517FDB6EBB5}"/>
              </a:ext>
            </a:extLst>
          </p:cNvPr>
          <p:cNvSpPr>
            <a:spLocks noChangeArrowheads="1"/>
          </p:cNvSpPr>
          <p:nvPr/>
        </p:nvSpPr>
        <p:spPr bwMode="ltGray">
          <a:xfrm>
            <a:off x="1142755" y="6383796"/>
            <a:ext cx="4534733" cy="164924"/>
          </a:xfrm>
          <a:prstGeom prst="rect">
            <a:avLst/>
          </a:prstGeom>
          <a:noFill/>
          <a:ln w="9525">
            <a:noFill/>
            <a:miter lim="800000"/>
            <a:headEnd/>
            <a:tailEnd/>
          </a:ln>
          <a:effectLst/>
        </p:spPr>
        <p:txBody>
          <a:bodyPr wrap="square" lIns="82115" tIns="41056" rIns="82115" bIns="41056" anchor="b">
            <a:spAutoFit/>
          </a:bodyPr>
          <a:lstStyle/>
          <a:p>
            <a:pPr defTabSz="814318" fontAlgn="auto">
              <a:spcBef>
                <a:spcPts val="0"/>
              </a:spcBef>
              <a:spcAft>
                <a:spcPts val="0"/>
              </a:spcAft>
              <a:defRPr/>
            </a:pPr>
            <a:r>
              <a:rPr lang="en-US" sz="533" b="0" i="0" spc="27" baseline="0" dirty="0">
                <a:solidFill>
                  <a:schemeClr val="tx1"/>
                </a:solidFill>
                <a:latin typeface="CiscoSansTT Light" panose="020B0503020201020303" pitchFamily="34" charset="0"/>
                <a:ea typeface="+mn-ea"/>
                <a:cs typeface="CiscoSansTT Light" panose="020B0503020201020303" pitchFamily="34" charset="0"/>
              </a:rPr>
              <a:t>© 2025  Cisco and/or its affiliates. All rights reserved.   Cisco Confidential</a:t>
            </a:r>
          </a:p>
        </p:txBody>
      </p:sp>
      <p:pic>
        <p:nvPicPr>
          <p:cNvPr id="6" name="Picture 7">
            <a:extLst>
              <a:ext uri="{FF2B5EF4-FFF2-40B4-BE49-F238E27FC236}">
                <a16:creationId xmlns:a16="http://schemas.microsoft.com/office/drawing/2014/main" id="{563804D0-1B5B-924C-8995-DA787F4942D5}"/>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7"/>
              </a:ext>
            </a:extLst>
          </a:blip>
          <a:srcRect/>
          <a:stretch/>
        </p:blipFill>
        <p:spPr>
          <a:xfrm>
            <a:off x="609602" y="6342698"/>
            <a:ext cx="396305" cy="208228"/>
          </a:xfrm>
          <a:prstGeom prst="rect">
            <a:avLst/>
          </a:prstGeom>
        </p:spPr>
      </p:pic>
      <p:sp>
        <p:nvSpPr>
          <p:cNvPr id="3" name="TextBox 2">
            <a:extLst>
              <a:ext uri="{FF2B5EF4-FFF2-40B4-BE49-F238E27FC236}">
                <a16:creationId xmlns:a16="http://schemas.microsoft.com/office/drawing/2014/main" id="{F43BD9A6-3E9E-CA92-440E-6C504777B8B1}"/>
              </a:ext>
            </a:extLst>
          </p:cNvPr>
          <p:cNvSpPr txBox="1"/>
          <p:nvPr userDrawn="1">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GB" sz="800">
                <a:solidFill>
                  <a:srgbClr val="000000"/>
                </a:solidFill>
                <a:latin typeface="Calibri" panose="020F0502020204030204" pitchFamily="34" charset="0"/>
                <a:ea typeface="Calibri" panose="020F0502020204030204" pitchFamily="34" charset="0"/>
                <a:cs typeface="Calibri" panose="020F0502020204030204" pitchFamily="34" charset="0"/>
              </a:rPr>
              <a:t>Cisco Confidential</a:t>
            </a:r>
          </a:p>
        </p:txBody>
      </p:sp>
    </p:spTree>
  </p:cSld>
  <p:clrMap bg1="dk1" tx1="lt1" bg2="dk2" tx2="lt2" accent1="accent1" accent2="accent2" accent3="accent3" accent4="accent4" accent5="accent5" accent6="accent6" hlink="hlink" folHlink="folHlink"/>
  <p:sldLayoutIdLst>
    <p:sldLayoutId id="2147484017" r:id="rId1"/>
    <p:sldLayoutId id="2147484043" r:id="rId2"/>
    <p:sldLayoutId id="2147484065" r:id="rId3"/>
    <p:sldLayoutId id="2147484042" r:id="rId4"/>
    <p:sldLayoutId id="2147484016" r:id="rId5"/>
    <p:sldLayoutId id="2147484013" r:id="rId6"/>
    <p:sldLayoutId id="2147484066" r:id="rId7"/>
    <p:sldLayoutId id="2147484019" r:id="rId8"/>
    <p:sldLayoutId id="2147484076" r:id="rId9"/>
    <p:sldLayoutId id="2147484014" r:id="rId10"/>
    <p:sldLayoutId id="2147484067" r:id="rId11"/>
    <p:sldLayoutId id="2147483879" r:id="rId12"/>
    <p:sldLayoutId id="2147484068" r:id="rId13"/>
    <p:sldLayoutId id="2147484023" r:id="rId14"/>
    <p:sldLayoutId id="2147484074" r:id="rId15"/>
    <p:sldLayoutId id="2147484063" r:id="rId16"/>
    <p:sldLayoutId id="2147483976" r:id="rId17"/>
    <p:sldLayoutId id="2147484062" r:id="rId18"/>
    <p:sldLayoutId id="2147484026" r:id="rId19"/>
    <p:sldLayoutId id="2147484069" r:id="rId20"/>
    <p:sldLayoutId id="2147484047" r:id="rId21"/>
    <p:sldLayoutId id="2147484046" r:id="rId22"/>
    <p:sldLayoutId id="2147483985" r:id="rId23"/>
    <p:sldLayoutId id="2147483986" r:id="rId24"/>
    <p:sldLayoutId id="2147484012" r:id="rId25"/>
    <p:sldLayoutId id="2147484060" r:id="rId26"/>
    <p:sldLayoutId id="2147483969" r:id="rId27"/>
    <p:sldLayoutId id="2147483968" r:id="rId28"/>
    <p:sldLayoutId id="2147484064" r:id="rId29"/>
    <p:sldLayoutId id="2147484027" r:id="rId30"/>
    <p:sldLayoutId id="2147483973" r:id="rId31"/>
    <p:sldLayoutId id="2147483979" r:id="rId32"/>
    <p:sldLayoutId id="2147484071" r:id="rId33"/>
    <p:sldLayoutId id="2147483981" r:id="rId34"/>
    <p:sldLayoutId id="2147484070" r:id="rId35"/>
    <p:sldLayoutId id="2147483967" r:id="rId36"/>
    <p:sldLayoutId id="2147484072" r:id="rId37"/>
    <p:sldLayoutId id="2147484033" r:id="rId38"/>
    <p:sldLayoutId id="2147484073" r:id="rId39"/>
    <p:sldLayoutId id="2147484038" r:id="rId40"/>
    <p:sldLayoutId id="2147484059" r:id="rId41"/>
    <p:sldLayoutId id="2147483971" r:id="rId42"/>
    <p:sldLayoutId id="2147484040" r:id="rId43"/>
    <p:sldLayoutId id="2147484048" r:id="rId44"/>
    <p:sldLayoutId id="2147484049" r:id="rId45"/>
    <p:sldLayoutId id="2147484050" r:id="rId46"/>
    <p:sldLayoutId id="2147484051" r:id="rId47"/>
    <p:sldLayoutId id="2147484052" r:id="rId48"/>
    <p:sldLayoutId id="2147484053" r:id="rId49"/>
    <p:sldLayoutId id="2147484054" r:id="rId50"/>
    <p:sldLayoutId id="2147484055" r:id="rId51"/>
    <p:sldLayoutId id="2147484056" r:id="rId52"/>
    <p:sldLayoutId id="2147484057" r:id="rId53"/>
    <p:sldLayoutId id="2147484032" r:id="rId54"/>
    <p:sldLayoutId id="2147484075" r:id="rId55"/>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2276" rtl="0" eaLnBrk="1" fontAlgn="base" hangingPunct="1">
        <a:lnSpc>
          <a:spcPct val="80000"/>
        </a:lnSpc>
        <a:spcBef>
          <a:spcPct val="0"/>
        </a:spcBef>
        <a:spcAft>
          <a:spcPct val="0"/>
        </a:spcAft>
        <a:defRPr lang="en-US" sz="3733" b="0" i="0" u="none" kern="1200" dirty="0">
          <a:solidFill>
            <a:schemeClr val="tx2"/>
          </a:solidFill>
          <a:latin typeface="+mj-lt"/>
          <a:ea typeface="CiscoSansTT Thin"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226482" indent="-226482" algn="l" defTabSz="912276" rtl="0" eaLnBrk="1" fontAlgn="base" hangingPunct="1">
        <a:lnSpc>
          <a:spcPct val="95000"/>
        </a:lnSpc>
        <a:spcBef>
          <a:spcPts val="1433"/>
        </a:spcBef>
        <a:spcAft>
          <a:spcPct val="0"/>
        </a:spcAft>
        <a:buClr>
          <a:schemeClr val="tx2"/>
        </a:buClr>
        <a:buSzPct val="90000"/>
        <a:buFont typeface="Arial" charset="0"/>
        <a:buChar char="•"/>
        <a:defRPr lang="en-US" sz="2000" kern="1200" dirty="0">
          <a:solidFill>
            <a:schemeClr val="tx1"/>
          </a:solidFill>
          <a:latin typeface="+mn-lt"/>
          <a:ea typeface="ＭＳ Ｐゴシック" charset="0"/>
          <a:cs typeface="CiscoSans"/>
        </a:defRPr>
      </a:lvl1pPr>
      <a:lvl2pPr marL="478363" indent="-287865" algn="l" defTabSz="912276" rtl="0" eaLnBrk="1" fontAlgn="base" hangingPunct="1">
        <a:lnSpc>
          <a:spcPct val="95000"/>
        </a:lnSpc>
        <a:spcBef>
          <a:spcPts val="800"/>
        </a:spcBef>
        <a:spcAft>
          <a:spcPct val="0"/>
        </a:spcAft>
        <a:buClr>
          <a:schemeClr val="tx2"/>
        </a:buClr>
        <a:buFont typeface="Arial" charset="0"/>
        <a:buChar char="•"/>
        <a:defRPr lang="en-US" sz="1867" kern="1200" dirty="0">
          <a:solidFill>
            <a:schemeClr val="tx1"/>
          </a:solidFill>
          <a:latin typeface="+mn-lt"/>
          <a:ea typeface="ＭＳ Ｐゴシック" charset="0"/>
          <a:cs typeface="CiscoSans"/>
        </a:defRPr>
      </a:lvl2pPr>
      <a:lvl3pPr marL="575728" indent="-226482" algn="l" defTabSz="912276" rtl="0" eaLnBrk="1" fontAlgn="base" hangingPunct="1">
        <a:lnSpc>
          <a:spcPct val="95000"/>
        </a:lnSpc>
        <a:spcBef>
          <a:spcPts val="833"/>
        </a:spcBef>
        <a:spcAft>
          <a:spcPct val="0"/>
        </a:spcAft>
        <a:buFont typeface="Arial" charset="0"/>
        <a:buChar char="•"/>
        <a:defRPr lang="en-US" sz="1600" kern="1200" dirty="0">
          <a:solidFill>
            <a:schemeClr val="tx1"/>
          </a:solidFill>
          <a:latin typeface="+mn-lt"/>
          <a:ea typeface="ＭＳ Ｐゴシック" charset="0"/>
          <a:cs typeface="CiscoSans"/>
        </a:defRPr>
      </a:lvl3pPr>
      <a:lvl4pPr marL="67097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4pPr>
      <a:lvl5pPr marL="766228" indent="-226482" algn="l" defTabSz="912276" rtl="0" eaLnBrk="1" fontAlgn="base" hangingPunct="1">
        <a:lnSpc>
          <a:spcPct val="95000"/>
        </a:lnSpc>
        <a:spcBef>
          <a:spcPts val="833"/>
        </a:spcBef>
        <a:spcAft>
          <a:spcPct val="0"/>
        </a:spcAft>
        <a:buFont typeface="Arial" charset="0"/>
        <a:buChar char="•"/>
        <a:defRPr lang="en-US" sz="1467" kern="1200" dirty="0">
          <a:solidFill>
            <a:schemeClr val="tx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0">
          <p15:clr>
            <a:srgbClr val="F26B43"/>
          </p15:clr>
        </p15:guide>
        <p15:guide id="2" pos="384">
          <p15:clr>
            <a:srgbClr val="F26B43"/>
          </p15:clr>
        </p15:guide>
        <p15:guide id="3" pos="7296">
          <p15:clr>
            <a:srgbClr val="F26B43"/>
          </p15:clr>
        </p15:guide>
        <p15:guide id="4" orient="horz" pos="1392">
          <p15:clr>
            <a:srgbClr val="F26B43"/>
          </p15:clr>
        </p15:guide>
        <p15:guide id="5" orient="horz" pos="272">
          <p15:clr>
            <a:srgbClr val="F26B43"/>
          </p15:clr>
        </p15:guide>
        <p15:guide id="6" pos="3835">
          <p15:clr>
            <a:srgbClr val="F26B43"/>
          </p15:clr>
        </p15:guide>
        <p15:guide id="7" orient="horz" pos="1616">
          <p15:clr>
            <a:srgbClr val="F26B43"/>
          </p15:clr>
        </p15:guide>
        <p15:guide id="9" orient="horz" pos="3856">
          <p15:clr>
            <a:srgbClr val="F26B43"/>
          </p15:clr>
        </p15:guide>
        <p15:guide id="10" orient="horz" pos="464">
          <p15:clr>
            <a:srgbClr val="F26B43"/>
          </p15:clr>
        </p15:guide>
        <p15:guide id="11" orient="horz" pos="1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53.xml"/></Relationships>
</file>

<file path=ppt/slides/_rels/slide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310.png"/><Relationship Id="rId3" Type="http://schemas.openxmlformats.org/officeDocument/2006/relationships/slide" Target="slide3.xml"/><Relationship Id="rId7" Type="http://schemas.openxmlformats.org/officeDocument/2006/relationships/image" Target="../media/image290.png"/><Relationship Id="rId12" Type="http://schemas.openxmlformats.org/officeDocument/2006/relationships/slide" Target="slide14.xml"/><Relationship Id="rId2" Type="http://schemas.openxmlformats.org/officeDocument/2006/relationships/image" Target="../media/image16.png"/><Relationship Id="rId1" Type="http://schemas.openxmlformats.org/officeDocument/2006/relationships/slideLayout" Target="../slideLayouts/slideLayout25.xml"/><Relationship Id="rId6" Type="http://schemas.openxmlformats.org/officeDocument/2006/relationships/slide" Target="slide5.xml"/><Relationship Id="rId11" Type="http://schemas.openxmlformats.org/officeDocument/2006/relationships/image" Target="../media/image19.png"/><Relationship Id="rId5" Type="http://schemas.openxmlformats.org/officeDocument/2006/relationships/image" Target="../media/image17.png"/><Relationship Id="rId10" Type="http://schemas.openxmlformats.org/officeDocument/2006/relationships/image" Target="../media/image300.png"/><Relationship Id="rId4" Type="http://schemas.openxmlformats.org/officeDocument/2006/relationships/image" Target="../media/image280.png"/><Relationship Id="rId9" Type="http://schemas.openxmlformats.org/officeDocument/2006/relationships/slide" Target="slide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53.xml"/></Relationships>
</file>

<file path=ppt/slides/_rels/slide6.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5.xml"/><Relationship Id="rId1" Type="http://schemas.openxmlformats.org/officeDocument/2006/relationships/slideLayout" Target="../slideLayouts/slideLayout26.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6.xml"/><Relationship Id="rId1" Type="http://schemas.openxmlformats.org/officeDocument/2006/relationships/slideLayout" Target="../slideLayouts/slideLayout26.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7.xml"/><Relationship Id="rId1" Type="http://schemas.openxmlformats.org/officeDocument/2006/relationships/slideLayout" Target="../slideLayouts/slideLayout26.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notesSlide" Target="../notesSlides/notesSlide8.xml"/><Relationship Id="rId1" Type="http://schemas.openxmlformats.org/officeDocument/2006/relationships/slideLayout" Target="../slideLayouts/slideLayout26.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slideLayout" Target="../slideLayouts/slideLayout26.xml"/><Relationship Id="rId5" Type="http://schemas.openxmlformats.org/officeDocument/2006/relationships/image" Target="../media/image30.svg"/><Relationship Id="rId4" Type="http://schemas.openxmlformats.org/officeDocument/2006/relationships/image" Target="../media/image29.svg"/></Relationships>
</file>

<file path=ppt/slides/_rels/slide1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notesSlide" Target="../notesSlides/notesSlide9.xml"/><Relationship Id="rId1" Type="http://schemas.openxmlformats.org/officeDocument/2006/relationships/slideLayout" Target="../slideLayouts/slideLayout26.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6.xml"/><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image" Target="../media/image39.svg"/><Relationship Id="rId1" Type="http://schemas.openxmlformats.org/officeDocument/2006/relationships/slideLayout" Target="../slideLayouts/slideLayout53.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15.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5.svg"/><Relationship Id="rId7" Type="http://schemas.openxmlformats.org/officeDocument/2006/relationships/hyperlink" Target="https://app.vidcast.io/share/3ab58766-cd9a-41c6-bff1-79c2fe112823?playerMode=vidcast" TargetMode="External"/><Relationship Id="rId2" Type="http://schemas.openxmlformats.org/officeDocument/2006/relationships/notesSlide" Target="../notesSlides/notesSlide10.xml"/><Relationship Id="rId1" Type="http://schemas.openxmlformats.org/officeDocument/2006/relationships/slideLayout" Target="../slideLayouts/slideLayout26.xml"/><Relationship Id="rId6" Type="http://schemas.openxmlformats.org/officeDocument/2006/relationships/image" Target="../media/image48.svg"/><Relationship Id="rId11" Type="http://schemas.openxmlformats.org/officeDocument/2006/relationships/hyperlink" Target="https://app.vidcast.io/share/a8629fe2-e6bf-4419-8755-0a9bedf78c73?playerMode=vidcast" TargetMode="External"/><Relationship Id="rId5" Type="http://schemas.openxmlformats.org/officeDocument/2006/relationships/image" Target="../media/image47.svg"/><Relationship Id="rId10" Type="http://schemas.openxmlformats.org/officeDocument/2006/relationships/image" Target="../media/image50.svg"/><Relationship Id="rId4" Type="http://schemas.openxmlformats.org/officeDocument/2006/relationships/image" Target="../media/image46.svg"/><Relationship Id="rId9" Type="http://schemas.openxmlformats.org/officeDocument/2006/relationships/hyperlink" Target="https://app.vidcast.io/share/ff59bedb-12cf-494c-bad9-a72b22259a93?playerMode=vidcas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5B7B708-2D0D-E5DC-3B33-FCD42807AA6F}"/>
              </a:ext>
            </a:extLst>
          </p:cNvPr>
          <p:cNvSpPr/>
          <p:nvPr/>
        </p:nvSpPr>
        <p:spPr>
          <a:xfrm>
            <a:off x="0" y="2276872"/>
            <a:ext cx="12192000" cy="1728192"/>
          </a:xfrm>
          <a:prstGeom prst="rect">
            <a:avLst/>
          </a:prstGeom>
          <a:gradFill flip="none" rotWithShape="1">
            <a:gsLst>
              <a:gs pos="100000">
                <a:schemeClr val="bg1">
                  <a:lumMod val="25000"/>
                  <a:lumOff val="75000"/>
                </a:schemeClr>
              </a:gs>
              <a:gs pos="50000">
                <a:schemeClr val="bg1">
                  <a:lumMod val="75000"/>
                  <a:lumOff val="25000"/>
                </a:schemeClr>
              </a:gs>
            </a:gsLst>
            <a:lin ang="10800000" scaled="1"/>
            <a:tileRect/>
          </a:gradFill>
          <a:ln>
            <a:noFill/>
          </a:ln>
          <a:effectLst>
            <a:outerShdw blurRad="1143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Picture 8" descr="A blue logo with black background&#10;&#10;AI-generated content may be incorrect.">
            <a:extLst>
              <a:ext uri="{FF2B5EF4-FFF2-40B4-BE49-F238E27FC236}">
                <a16:creationId xmlns:a16="http://schemas.microsoft.com/office/drawing/2014/main" id="{400EDBF7-B23E-9148-2CE8-53D00E292DEA}"/>
              </a:ext>
            </a:extLst>
          </p:cNvPr>
          <p:cNvPicPr>
            <a:picLocks noChangeAspect="1"/>
          </p:cNvPicPr>
          <p:nvPr/>
        </p:nvPicPr>
        <p:blipFill>
          <a:blip r:embed="rId3">
            <a:lum bright="70000" contrast="-70000"/>
            <a:alphaModFix amt="70000"/>
          </a:blip>
          <a:srcRect t="18196" r="31955"/>
          <a:stretch/>
        </p:blipFill>
        <p:spPr>
          <a:xfrm>
            <a:off x="1775520" y="0"/>
            <a:ext cx="13940950" cy="8829600"/>
          </a:xfrm>
          <a:prstGeom prst="rect">
            <a:avLst/>
          </a:prstGeom>
        </p:spPr>
      </p:pic>
      <p:pic>
        <p:nvPicPr>
          <p:cNvPr id="4" name="Picture 3" descr="A blue logo with black background&#10;&#10;AI-generated content may be incorrect.">
            <a:extLst>
              <a:ext uri="{FF2B5EF4-FFF2-40B4-BE49-F238E27FC236}">
                <a16:creationId xmlns:a16="http://schemas.microsoft.com/office/drawing/2014/main" id="{A056B633-99A3-AB84-3466-53AF9C75E062}"/>
              </a:ext>
            </a:extLst>
          </p:cNvPr>
          <p:cNvPicPr>
            <a:picLocks noChangeAspect="1"/>
          </p:cNvPicPr>
          <p:nvPr/>
        </p:nvPicPr>
        <p:blipFill>
          <a:blip r:embed="rId3"/>
          <a:stretch>
            <a:fillRect/>
          </a:stretch>
        </p:blipFill>
        <p:spPr>
          <a:xfrm>
            <a:off x="695400" y="2420888"/>
            <a:ext cx="2460250" cy="1296144"/>
          </a:xfrm>
          <a:prstGeom prst="rect">
            <a:avLst/>
          </a:prstGeom>
        </p:spPr>
      </p:pic>
      <p:sp>
        <p:nvSpPr>
          <p:cNvPr id="11" name="TextBox 10">
            <a:extLst>
              <a:ext uri="{FF2B5EF4-FFF2-40B4-BE49-F238E27FC236}">
                <a16:creationId xmlns:a16="http://schemas.microsoft.com/office/drawing/2014/main" id="{FEC33185-3037-0F63-C384-3475A70268EC}"/>
              </a:ext>
            </a:extLst>
          </p:cNvPr>
          <p:cNvSpPr txBox="1"/>
          <p:nvPr/>
        </p:nvSpPr>
        <p:spPr>
          <a:xfrm>
            <a:off x="4295800" y="2852936"/>
            <a:ext cx="7200800" cy="646331"/>
          </a:xfrm>
          <a:prstGeom prst="rect">
            <a:avLst/>
          </a:prstGeom>
          <a:noFill/>
        </p:spPr>
        <p:txBody>
          <a:bodyPr wrap="square" rtlCol="0">
            <a:spAutoFit/>
          </a:bodyPr>
          <a:lstStyle/>
          <a:p>
            <a:r>
              <a:rPr lang="en-GB" sz="3600" dirty="0">
                <a:solidFill>
                  <a:schemeClr val="bg2"/>
                </a:solidFill>
                <a:latin typeface="+mn-lt"/>
              </a:rPr>
              <a:t>Precedence &amp; Persistence Logic</a:t>
            </a:r>
          </a:p>
        </p:txBody>
      </p:sp>
      <p:sp>
        <p:nvSpPr>
          <p:cNvPr id="2" name="Rectangle: Rounded Corners 1">
            <a:extLst>
              <a:ext uri="{FF2B5EF4-FFF2-40B4-BE49-F238E27FC236}">
                <a16:creationId xmlns:a16="http://schemas.microsoft.com/office/drawing/2014/main" id="{EEB19290-F6F4-FAAF-46C5-D8FB28F5082C}"/>
              </a:ext>
            </a:extLst>
          </p:cNvPr>
          <p:cNvSpPr/>
          <p:nvPr/>
        </p:nvSpPr>
        <p:spPr>
          <a:xfrm>
            <a:off x="8256240" y="4221088"/>
            <a:ext cx="3600400" cy="720080"/>
          </a:xfrm>
          <a:prstGeom prst="roundRect">
            <a:avLst/>
          </a:prstGeom>
          <a:gradFill flip="none" rotWithShape="1">
            <a:gsLst>
              <a:gs pos="100000">
                <a:schemeClr val="bg1">
                  <a:lumMod val="25000"/>
                  <a:lumOff val="75000"/>
                </a:schemeClr>
              </a:gs>
              <a:gs pos="50000">
                <a:schemeClr val="bg1">
                  <a:lumMod val="75000"/>
                  <a:lumOff val="25000"/>
                </a:schemeClr>
              </a:gs>
            </a:gsLst>
            <a:lin ang="10800000" scaled="1"/>
            <a:tileRect/>
          </a:gradFill>
          <a:ln>
            <a:noFill/>
          </a:ln>
          <a:effectLst>
            <a:outerShdw blurRad="114300" dist="1397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2"/>
                </a:solidFill>
              </a:rPr>
              <a:t>April 2025</a:t>
            </a:r>
          </a:p>
          <a:p>
            <a:pPr algn="ctr"/>
            <a:r>
              <a:rPr lang="en-GB" dirty="0">
                <a:solidFill>
                  <a:schemeClr val="bg2"/>
                </a:solidFill>
              </a:rPr>
              <a:t>Amanda Chenery</a:t>
            </a:r>
          </a:p>
        </p:txBody>
      </p:sp>
    </p:spTree>
    <p:extLst>
      <p:ext uri="{BB962C8B-B14F-4D97-AF65-F5344CB8AC3E}">
        <p14:creationId xmlns:p14="http://schemas.microsoft.com/office/powerpoint/2010/main" val="11582847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AAB1EF03-9379-D4CA-3E07-707C9645D24B}"/>
              </a:ext>
            </a:extLst>
          </p:cNvPr>
          <p:cNvSpPr/>
          <p:nvPr/>
        </p:nvSpPr>
        <p:spPr>
          <a:xfrm>
            <a:off x="911424" y="1268760"/>
            <a:ext cx="10369152" cy="4320480"/>
          </a:xfrm>
          <a:prstGeom prst="roundRect">
            <a:avLst>
              <a:gd name="adj" fmla="val 7187"/>
            </a:avLst>
          </a:prstGeom>
          <a:solidFill>
            <a:schemeClr val="bg2"/>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l" defTabSz="609559" rtl="0" fontAlgn="base">
              <a:spcBef>
                <a:spcPct val="0"/>
              </a:spcBef>
              <a:spcAft>
                <a:spcPct val="0"/>
              </a:spcAft>
              <a:defRPr kern="1200">
                <a:solidFill>
                  <a:schemeClr val="lt1"/>
                </a:solidFill>
                <a:latin typeface="+mn-lt"/>
                <a:ea typeface="+mn-ea"/>
                <a:cs typeface="+mn-cs"/>
              </a:defRPr>
            </a:lvl1pPr>
            <a:lvl2pPr marL="609559" algn="l" defTabSz="609559" rtl="0" fontAlgn="base">
              <a:spcBef>
                <a:spcPct val="0"/>
              </a:spcBef>
              <a:spcAft>
                <a:spcPct val="0"/>
              </a:spcAft>
              <a:defRPr kern="1200">
                <a:solidFill>
                  <a:schemeClr val="lt1"/>
                </a:solidFill>
                <a:latin typeface="+mn-lt"/>
                <a:ea typeface="+mn-ea"/>
                <a:cs typeface="+mn-cs"/>
              </a:defRPr>
            </a:lvl2pPr>
            <a:lvl3pPr marL="1219119" algn="l" defTabSz="609559" rtl="0" fontAlgn="base">
              <a:spcBef>
                <a:spcPct val="0"/>
              </a:spcBef>
              <a:spcAft>
                <a:spcPct val="0"/>
              </a:spcAft>
              <a:defRPr kern="1200">
                <a:solidFill>
                  <a:schemeClr val="lt1"/>
                </a:solidFill>
                <a:latin typeface="+mn-lt"/>
                <a:ea typeface="+mn-ea"/>
                <a:cs typeface="+mn-cs"/>
              </a:defRPr>
            </a:lvl3pPr>
            <a:lvl4pPr marL="1828678" algn="l" defTabSz="609559" rtl="0" fontAlgn="base">
              <a:spcBef>
                <a:spcPct val="0"/>
              </a:spcBef>
              <a:spcAft>
                <a:spcPct val="0"/>
              </a:spcAft>
              <a:defRPr kern="1200">
                <a:solidFill>
                  <a:schemeClr val="lt1"/>
                </a:solidFill>
                <a:latin typeface="+mn-lt"/>
                <a:ea typeface="+mn-ea"/>
                <a:cs typeface="+mn-cs"/>
              </a:defRPr>
            </a:lvl4pPr>
            <a:lvl5pPr marL="2438238" algn="l" defTabSz="609559" rtl="0" fontAlgn="base">
              <a:spcBef>
                <a:spcPct val="0"/>
              </a:spcBef>
              <a:spcAft>
                <a:spcPct val="0"/>
              </a:spcAft>
              <a:defRPr kern="1200">
                <a:solidFill>
                  <a:schemeClr val="lt1"/>
                </a:solidFill>
                <a:latin typeface="+mn-lt"/>
                <a:ea typeface="+mn-ea"/>
                <a:cs typeface="+mn-cs"/>
              </a:defRPr>
            </a:lvl5pPr>
            <a:lvl6pPr marL="3047797" algn="l" defTabSz="609559" rtl="0" eaLnBrk="1" latinLnBrk="0" hangingPunct="1">
              <a:defRPr kern="1200">
                <a:solidFill>
                  <a:schemeClr val="lt1"/>
                </a:solidFill>
                <a:latin typeface="+mn-lt"/>
                <a:ea typeface="+mn-ea"/>
                <a:cs typeface="+mn-cs"/>
              </a:defRPr>
            </a:lvl6pPr>
            <a:lvl7pPr marL="3657357" algn="l" defTabSz="609559" rtl="0" eaLnBrk="1" latinLnBrk="0" hangingPunct="1">
              <a:defRPr kern="1200">
                <a:solidFill>
                  <a:schemeClr val="lt1"/>
                </a:solidFill>
                <a:latin typeface="+mn-lt"/>
                <a:ea typeface="+mn-ea"/>
                <a:cs typeface="+mn-cs"/>
              </a:defRPr>
            </a:lvl7pPr>
            <a:lvl8pPr marL="4266915" algn="l" defTabSz="609559" rtl="0" eaLnBrk="1" latinLnBrk="0" hangingPunct="1">
              <a:defRPr kern="1200">
                <a:solidFill>
                  <a:schemeClr val="lt1"/>
                </a:solidFill>
                <a:latin typeface="+mn-lt"/>
                <a:ea typeface="+mn-ea"/>
                <a:cs typeface="+mn-cs"/>
              </a:defRPr>
            </a:lvl8pPr>
            <a:lvl9pPr marL="4876475" algn="l" defTabSz="609559" rtl="0" eaLnBrk="1" latinLnBrk="0" hangingPunct="1">
              <a:defRPr kern="1200">
                <a:solidFill>
                  <a:schemeClr val="lt1"/>
                </a:solidFill>
                <a:latin typeface="+mn-lt"/>
                <a:ea typeface="+mn-ea"/>
                <a:cs typeface="+mn-cs"/>
              </a:defRPr>
            </a:lvl9pPr>
          </a:lstStyle>
          <a:p>
            <a:pPr algn="ctr"/>
            <a:endParaRPr lang="en-GB"/>
          </a:p>
        </p:txBody>
      </p:sp>
      <p:sp>
        <p:nvSpPr>
          <p:cNvPr id="2" name="Text Placeholder 1">
            <a:extLst>
              <a:ext uri="{FF2B5EF4-FFF2-40B4-BE49-F238E27FC236}">
                <a16:creationId xmlns:a16="http://schemas.microsoft.com/office/drawing/2014/main" id="{0CC5AF0D-7535-4D48-D277-4ECBC50CAA3B}"/>
              </a:ext>
            </a:extLst>
          </p:cNvPr>
          <p:cNvSpPr>
            <a:spLocks noGrp="1"/>
          </p:cNvSpPr>
          <p:nvPr>
            <p:ph type="body" sz="quarter" idx="16"/>
          </p:nvPr>
        </p:nvSpPr>
        <p:spPr/>
        <p:txBody>
          <a:bodyPr/>
          <a:lstStyle/>
          <a:p>
            <a:endParaRPr lang="en-GB"/>
          </a:p>
        </p:txBody>
      </p:sp>
      <p:sp>
        <p:nvSpPr>
          <p:cNvPr id="4" name="Text Placeholder 3">
            <a:extLst>
              <a:ext uri="{FF2B5EF4-FFF2-40B4-BE49-F238E27FC236}">
                <a16:creationId xmlns:a16="http://schemas.microsoft.com/office/drawing/2014/main" id="{36C9FBD7-E271-F2B1-C6C9-CD4EDA26401A}"/>
              </a:ext>
            </a:extLst>
          </p:cNvPr>
          <p:cNvSpPr>
            <a:spLocks noGrp="1"/>
          </p:cNvSpPr>
          <p:nvPr>
            <p:ph type="body" sz="quarter" idx="14"/>
          </p:nvPr>
        </p:nvSpPr>
        <p:spPr/>
        <p:txBody>
          <a:bodyPr/>
          <a:lstStyle/>
          <a:p>
            <a:endParaRPr lang="en-GB"/>
          </a:p>
        </p:txBody>
      </p:sp>
      <p:sp>
        <p:nvSpPr>
          <p:cNvPr id="5" name="Text Placeholder 4">
            <a:extLst>
              <a:ext uri="{FF2B5EF4-FFF2-40B4-BE49-F238E27FC236}">
                <a16:creationId xmlns:a16="http://schemas.microsoft.com/office/drawing/2014/main" id="{F7D11C48-D156-9092-E39E-7EB0B20CBEB9}"/>
              </a:ext>
            </a:extLst>
          </p:cNvPr>
          <p:cNvSpPr>
            <a:spLocks noGrp="1"/>
          </p:cNvSpPr>
          <p:nvPr>
            <p:ph type="body" sz="quarter" idx="23"/>
          </p:nvPr>
        </p:nvSpPr>
        <p:spPr/>
        <p:txBody>
          <a:bodyPr/>
          <a:lstStyle/>
          <a:p>
            <a:r>
              <a:rPr lang="en-GB" dirty="0"/>
              <a:t>Summary Section</a:t>
            </a:r>
          </a:p>
        </p:txBody>
      </p:sp>
      <mc:AlternateContent xmlns:mc="http://schemas.openxmlformats.org/markup-compatibility/2006" xmlns:psez="http://schemas.microsoft.com/office/powerpoint/2016/sectionzoom">
        <mc:Choice Requires="psez">
          <p:graphicFrame>
            <p:nvGraphicFramePr>
              <p:cNvPr id="11" name="Section Zoom 10">
                <a:extLst>
                  <a:ext uri="{FF2B5EF4-FFF2-40B4-BE49-F238E27FC236}">
                    <a16:creationId xmlns:a16="http://schemas.microsoft.com/office/drawing/2014/main" id="{EA949127-DF68-1210-FC80-F822C472701B}"/>
                  </a:ext>
                </a:extLst>
              </p:cNvPr>
              <p:cNvGraphicFramePr>
                <a:graphicFrameLocks noChangeAspect="1"/>
              </p:cNvGraphicFramePr>
              <p:nvPr>
                <p:extLst>
                  <p:ext uri="{D42A27DB-BD31-4B8C-83A1-F6EECF244321}">
                    <p14:modId xmlns:p14="http://schemas.microsoft.com/office/powerpoint/2010/main" val="939990722"/>
                  </p:ext>
                </p:extLst>
              </p:nvPr>
            </p:nvGraphicFramePr>
            <p:xfrm>
              <a:off x="2639616" y="1556792"/>
              <a:ext cx="3048000" cy="1714500"/>
            </p:xfrm>
            <a:graphic>
              <a:graphicData uri="http://schemas.microsoft.com/office/powerpoint/2016/sectionzoom">
                <psez:sectionZm>
                  <psez:sectionZmObj sectionId="{6039E665-091C-40CB-BD3E-CA0179EE1782}">
                    <psez:zmPr id="{40850FDC-09DE-4000-A184-75A418B4909E}" transitionDur="1000">
                      <p166:blipFill xmlns:p166="http://schemas.microsoft.com/office/powerpoint/2016/6/main">
                        <a:blip r:embed="rId2"/>
                        <a:stretch>
                          <a:fillRect/>
                        </a:stretch>
                      </p166:blipFill>
                      <p166:spPr xmlns:p166="http://schemas.microsoft.com/office/powerpoint/2016/6/main">
                        <a:xfrm>
                          <a:off x="0" y="0"/>
                          <a:ext cx="3048000" cy="1714500"/>
                        </a:xfrm>
                        <a:prstGeom prst="rect">
                          <a:avLst/>
                        </a:prstGeom>
                        <a:ln w="3175">
                          <a:solidFill>
                            <a:prstClr val="ltGray"/>
                          </a:solidFill>
                        </a:ln>
                      </p166:spPr>
                    </psez:zmPr>
                  </psez:sectionZmObj>
                </psez:sectionZm>
              </a:graphicData>
            </a:graphic>
          </p:graphicFrame>
        </mc:Choice>
        <mc:Fallback xmlns="">
          <p:pic>
            <p:nvPicPr>
              <p:cNvPr id="11" name="Section Zoom 10">
                <a:hlinkClick r:id="rId3" action="ppaction://hlinksldjump"/>
                <a:extLst>
                  <a:ext uri="{FF2B5EF4-FFF2-40B4-BE49-F238E27FC236}">
                    <a16:creationId xmlns:a16="http://schemas.microsoft.com/office/drawing/2014/main" id="{EA949127-DF68-1210-FC80-F822C472701B}"/>
                  </a:ext>
                </a:extLst>
              </p:cNvPr>
              <p:cNvPicPr>
                <a:picLocks noGrp="1" noRot="1" noChangeAspect="1" noMove="1" noResize="1" noEditPoints="1" noAdjustHandles="1" noChangeArrowheads="1" noChangeShapeType="1"/>
              </p:cNvPicPr>
              <p:nvPr/>
            </p:nvPicPr>
            <p:blipFill>
              <a:blip r:embed="rId4"/>
              <a:stretch>
                <a:fillRect/>
              </a:stretch>
            </p:blipFill>
            <p:spPr>
              <a:xfrm>
                <a:off x="2639616" y="1556792"/>
                <a:ext cx="3048000" cy="1714500"/>
              </a:xfrm>
              <a:prstGeom prst="rect">
                <a:avLst/>
              </a:prstGeom>
              <a:ln w="3175">
                <a:solidFill>
                  <a:prstClr val="ltGray"/>
                </a:solidFill>
              </a:ln>
            </p:spPr>
          </p:pic>
        </mc:Fallback>
      </mc:AlternateContent>
      <mc:AlternateContent xmlns:mc="http://schemas.openxmlformats.org/markup-compatibility/2006" xmlns:psez="http://schemas.microsoft.com/office/powerpoint/2016/sectionzoom">
        <mc:Choice Requires="psez">
          <p:graphicFrame>
            <p:nvGraphicFramePr>
              <p:cNvPr id="13" name="Section Zoom 12">
                <a:extLst>
                  <a:ext uri="{FF2B5EF4-FFF2-40B4-BE49-F238E27FC236}">
                    <a16:creationId xmlns:a16="http://schemas.microsoft.com/office/drawing/2014/main" id="{558F9FA0-6E1F-163B-C744-473241485143}"/>
                  </a:ext>
                </a:extLst>
              </p:cNvPr>
              <p:cNvGraphicFramePr>
                <a:graphicFrameLocks noChangeAspect="1"/>
              </p:cNvGraphicFramePr>
              <p:nvPr>
                <p:extLst>
                  <p:ext uri="{D42A27DB-BD31-4B8C-83A1-F6EECF244321}">
                    <p14:modId xmlns:p14="http://schemas.microsoft.com/office/powerpoint/2010/main" val="422947351"/>
                  </p:ext>
                </p:extLst>
              </p:nvPr>
            </p:nvGraphicFramePr>
            <p:xfrm>
              <a:off x="2711624" y="3429000"/>
              <a:ext cx="3048000" cy="1714500"/>
            </p:xfrm>
            <a:graphic>
              <a:graphicData uri="http://schemas.microsoft.com/office/powerpoint/2016/sectionzoom">
                <psez:sectionZm>
                  <psez:sectionZmObj sectionId="{F503DD1B-8654-4F65-9320-CEA4EF711EFB}">
                    <psez:zmPr id="{CB887D89-7C2E-4E01-A474-3513C759A0C2}" transitionDur="1000">
                      <p166:blipFill xmlns:p166="http://schemas.microsoft.com/office/powerpoint/2016/6/main">
                        <a:blip r:embed="rId5"/>
                        <a:stretch>
                          <a:fillRect/>
                        </a:stretch>
                      </p166:blipFill>
                      <p166:spPr xmlns:p166="http://schemas.microsoft.com/office/powerpoint/2016/6/main">
                        <a:xfrm>
                          <a:off x="0" y="0"/>
                          <a:ext cx="3048000" cy="1714500"/>
                        </a:xfrm>
                        <a:prstGeom prst="rect">
                          <a:avLst/>
                        </a:prstGeom>
                        <a:ln w="3175">
                          <a:solidFill>
                            <a:prstClr val="ltGray"/>
                          </a:solidFill>
                        </a:ln>
                      </p166:spPr>
                    </psez:zmPr>
                  </psez:sectionZmObj>
                </psez:sectionZm>
              </a:graphicData>
            </a:graphic>
          </p:graphicFrame>
        </mc:Choice>
        <mc:Fallback xmlns="">
          <p:pic>
            <p:nvPicPr>
              <p:cNvPr id="13" name="Section Zoom 12">
                <a:hlinkClick r:id="rId6" action="ppaction://hlinksldjump"/>
                <a:extLst>
                  <a:ext uri="{FF2B5EF4-FFF2-40B4-BE49-F238E27FC236}">
                    <a16:creationId xmlns:a16="http://schemas.microsoft.com/office/drawing/2014/main" id="{558F9FA0-6E1F-163B-C744-473241485143}"/>
                  </a:ext>
                </a:extLst>
              </p:cNvPr>
              <p:cNvPicPr>
                <a:picLocks noGrp="1" noRot="1" noChangeAspect="1" noMove="1" noResize="1" noEditPoints="1" noAdjustHandles="1" noChangeArrowheads="1" noChangeShapeType="1"/>
              </p:cNvPicPr>
              <p:nvPr/>
            </p:nvPicPr>
            <p:blipFill>
              <a:blip r:embed="rId7"/>
              <a:stretch>
                <a:fillRect/>
              </a:stretch>
            </p:blipFill>
            <p:spPr>
              <a:xfrm>
                <a:off x="2711624" y="3429000"/>
                <a:ext cx="3048000" cy="1714500"/>
              </a:xfrm>
              <a:prstGeom prst="rect">
                <a:avLst/>
              </a:prstGeom>
              <a:ln w="3175">
                <a:solidFill>
                  <a:prstClr val="ltGray"/>
                </a:solidFill>
              </a:ln>
            </p:spPr>
          </p:pic>
        </mc:Fallback>
      </mc:AlternateContent>
      <mc:AlternateContent xmlns:mc="http://schemas.openxmlformats.org/markup-compatibility/2006" xmlns:psez="http://schemas.microsoft.com/office/powerpoint/2016/sectionzoom">
        <mc:Choice Requires="psez">
          <p:graphicFrame>
            <p:nvGraphicFramePr>
              <p:cNvPr id="15" name="Section Zoom 14">
                <a:extLst>
                  <a:ext uri="{FF2B5EF4-FFF2-40B4-BE49-F238E27FC236}">
                    <a16:creationId xmlns:a16="http://schemas.microsoft.com/office/drawing/2014/main" id="{472463F0-3CB4-32E4-5178-5A12348A9215}"/>
                  </a:ext>
                </a:extLst>
              </p:cNvPr>
              <p:cNvGraphicFramePr>
                <a:graphicFrameLocks noChangeAspect="1"/>
              </p:cNvGraphicFramePr>
              <p:nvPr>
                <p:extLst>
                  <p:ext uri="{D42A27DB-BD31-4B8C-83A1-F6EECF244321}">
                    <p14:modId xmlns:p14="http://schemas.microsoft.com/office/powerpoint/2010/main" val="1814748524"/>
                  </p:ext>
                </p:extLst>
              </p:nvPr>
            </p:nvGraphicFramePr>
            <p:xfrm>
              <a:off x="6960096" y="3501008"/>
              <a:ext cx="3048000" cy="1714500"/>
            </p:xfrm>
            <a:graphic>
              <a:graphicData uri="http://schemas.microsoft.com/office/powerpoint/2016/sectionzoom">
                <psez:sectionZm>
                  <psez:sectionZmObj sectionId="{BC69D4F2-127A-4EF3-BD31-1030D4C9FCB1}">
                    <psez:zmPr id="{35C59280-83FA-407D-89C3-22EC60CDE9E1}" transitionDur="1000">
                      <p166:blipFill xmlns:p166="http://schemas.microsoft.com/office/powerpoint/2016/6/main">
                        <a:blip r:embed="rId8"/>
                        <a:stretch>
                          <a:fillRect/>
                        </a:stretch>
                      </p166:blipFill>
                      <p166:spPr xmlns:p166="http://schemas.microsoft.com/office/powerpoint/2016/6/main">
                        <a:xfrm>
                          <a:off x="0" y="0"/>
                          <a:ext cx="3048000" cy="1714500"/>
                        </a:xfrm>
                        <a:prstGeom prst="rect">
                          <a:avLst/>
                        </a:prstGeom>
                        <a:ln w="3175">
                          <a:solidFill>
                            <a:prstClr val="ltGray"/>
                          </a:solidFill>
                        </a:ln>
                      </p166:spPr>
                    </psez:zmPr>
                  </psez:sectionZmObj>
                </psez:sectionZm>
              </a:graphicData>
            </a:graphic>
          </p:graphicFrame>
        </mc:Choice>
        <mc:Fallback xmlns="">
          <p:pic>
            <p:nvPicPr>
              <p:cNvPr id="15" name="Section Zoom 14">
                <a:hlinkClick r:id="rId9" action="ppaction://hlinksldjump"/>
                <a:extLst>
                  <a:ext uri="{FF2B5EF4-FFF2-40B4-BE49-F238E27FC236}">
                    <a16:creationId xmlns:a16="http://schemas.microsoft.com/office/drawing/2014/main" id="{472463F0-3CB4-32E4-5178-5A12348A9215}"/>
                  </a:ext>
                </a:extLst>
              </p:cNvPr>
              <p:cNvPicPr>
                <a:picLocks noGrp="1" noRot="1" noChangeAspect="1" noMove="1" noResize="1" noEditPoints="1" noAdjustHandles="1" noChangeArrowheads="1" noChangeShapeType="1"/>
              </p:cNvPicPr>
              <p:nvPr/>
            </p:nvPicPr>
            <p:blipFill>
              <a:blip r:embed="rId10"/>
              <a:stretch>
                <a:fillRect/>
              </a:stretch>
            </p:blipFill>
            <p:spPr>
              <a:xfrm>
                <a:off x="6960096" y="3501008"/>
                <a:ext cx="3048000" cy="1714500"/>
              </a:xfrm>
              <a:prstGeom prst="rect">
                <a:avLst/>
              </a:prstGeom>
              <a:ln w="3175">
                <a:solidFill>
                  <a:prstClr val="ltGray"/>
                </a:solidFill>
              </a:ln>
            </p:spPr>
          </p:pic>
        </mc:Fallback>
      </mc:AlternateContent>
      <mc:AlternateContent xmlns:mc="http://schemas.openxmlformats.org/markup-compatibility/2006" xmlns:psez="http://schemas.microsoft.com/office/powerpoint/2016/sectionzoom">
        <mc:Choice Requires="psez">
          <p:graphicFrame>
            <p:nvGraphicFramePr>
              <p:cNvPr id="17" name="Section Zoom 16">
                <a:extLst>
                  <a:ext uri="{FF2B5EF4-FFF2-40B4-BE49-F238E27FC236}">
                    <a16:creationId xmlns:a16="http://schemas.microsoft.com/office/drawing/2014/main" id="{5D4EDD3E-591F-7B16-04F0-3D46858F96F5}"/>
                  </a:ext>
                </a:extLst>
              </p:cNvPr>
              <p:cNvGraphicFramePr>
                <a:graphicFrameLocks noChangeAspect="1"/>
              </p:cNvGraphicFramePr>
              <p:nvPr>
                <p:extLst>
                  <p:ext uri="{D42A27DB-BD31-4B8C-83A1-F6EECF244321}">
                    <p14:modId xmlns:p14="http://schemas.microsoft.com/office/powerpoint/2010/main" val="4112218024"/>
                  </p:ext>
                </p:extLst>
              </p:nvPr>
            </p:nvGraphicFramePr>
            <p:xfrm>
              <a:off x="6816080" y="1340768"/>
              <a:ext cx="3048000" cy="1714500"/>
            </p:xfrm>
            <a:graphic>
              <a:graphicData uri="http://schemas.microsoft.com/office/powerpoint/2016/sectionzoom">
                <psez:sectionZm>
                  <psez:sectionZmObj sectionId="{4B625091-2419-4DF5-80F9-20EE46346DBF}">
                    <psez:zmPr id="{5F03A1EF-60AE-4D75-94ED-DCCEDDD37849}" transitionDur="1000">
                      <p166:blipFill xmlns:p166="http://schemas.microsoft.com/office/powerpoint/2016/6/main">
                        <a:blip r:embed="rId11"/>
                        <a:stretch>
                          <a:fillRect/>
                        </a:stretch>
                      </p166:blipFill>
                      <p166:spPr xmlns:p166="http://schemas.microsoft.com/office/powerpoint/2016/6/main">
                        <a:xfrm>
                          <a:off x="0" y="0"/>
                          <a:ext cx="3048000" cy="1714500"/>
                        </a:xfrm>
                        <a:prstGeom prst="rect">
                          <a:avLst/>
                        </a:prstGeom>
                        <a:ln w="3175">
                          <a:solidFill>
                            <a:prstClr val="ltGray"/>
                          </a:solidFill>
                        </a:ln>
                      </p166:spPr>
                    </psez:zmPr>
                  </psez:sectionZmObj>
                </psez:sectionZm>
              </a:graphicData>
            </a:graphic>
          </p:graphicFrame>
        </mc:Choice>
        <mc:Fallback xmlns="">
          <p:pic>
            <p:nvPicPr>
              <p:cNvPr id="17" name="Section Zoom 16">
                <a:hlinkClick r:id="rId12" action="ppaction://hlinksldjump"/>
                <a:extLst>
                  <a:ext uri="{FF2B5EF4-FFF2-40B4-BE49-F238E27FC236}">
                    <a16:creationId xmlns:a16="http://schemas.microsoft.com/office/drawing/2014/main" id="{5D4EDD3E-591F-7B16-04F0-3D46858F96F5}"/>
                  </a:ext>
                </a:extLst>
              </p:cNvPr>
              <p:cNvPicPr>
                <a:picLocks noGrp="1" noRot="1" noChangeAspect="1" noMove="1" noResize="1" noEditPoints="1" noAdjustHandles="1" noChangeArrowheads="1" noChangeShapeType="1"/>
              </p:cNvPicPr>
              <p:nvPr/>
            </p:nvPicPr>
            <p:blipFill>
              <a:blip r:embed="rId13"/>
              <a:stretch>
                <a:fillRect/>
              </a:stretch>
            </p:blipFill>
            <p:spPr>
              <a:xfrm>
                <a:off x="6816080" y="1340768"/>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14602408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32ED1-5513-370C-002F-E840D54032E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1E38FC9-BD33-BD59-880C-067A520AD8CD}"/>
              </a:ext>
            </a:extLst>
          </p:cNvPr>
          <p:cNvSpPr/>
          <p:nvPr/>
        </p:nvSpPr>
        <p:spPr>
          <a:xfrm>
            <a:off x="0" y="0"/>
            <a:ext cx="3431704" cy="6858000"/>
          </a:xfrm>
          <a:prstGeom prst="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3E657492-B9DA-1F8B-AB9D-C49762C10F14}"/>
              </a:ext>
            </a:extLst>
          </p:cNvPr>
          <p:cNvSpPr/>
          <p:nvPr/>
        </p:nvSpPr>
        <p:spPr>
          <a:xfrm>
            <a:off x="0" y="1304764"/>
            <a:ext cx="10972800" cy="4248472"/>
          </a:xfrm>
          <a:prstGeom prst="rect">
            <a:avLst/>
          </a:prstGeom>
          <a:solidFill>
            <a:schemeClr val="bg1">
              <a:lumMod val="10000"/>
              <a:lumOff val="9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5BED1C41-0AE7-D2DF-8685-88F3D7EA08A6}"/>
              </a:ext>
            </a:extLst>
          </p:cNvPr>
          <p:cNvSpPr txBox="1"/>
          <p:nvPr/>
        </p:nvSpPr>
        <p:spPr>
          <a:xfrm>
            <a:off x="3791744" y="1340768"/>
            <a:ext cx="7056784" cy="3962880"/>
          </a:xfrm>
          <a:prstGeom prst="rect">
            <a:avLst/>
          </a:prstGeom>
          <a:noFill/>
        </p:spPr>
        <p:txBody>
          <a:bodyPr wrap="square" rtlCol="0">
            <a:spAutoFit/>
          </a:bodyPr>
          <a:lstStyle/>
          <a:p>
            <a:pPr algn="ctr"/>
            <a:r>
              <a:rPr lang="en-GB" sz="4800" dirty="0">
                <a:latin typeface="+mn-lt"/>
              </a:rPr>
              <a:t>Why Persistence &amp; Precedence Logic?</a:t>
            </a:r>
          </a:p>
          <a:p>
            <a:pPr marL="0" marR="0" algn="ctr">
              <a:lnSpc>
                <a:spcPct val="107000"/>
              </a:lnSpc>
              <a:spcAft>
                <a:spcPts val="800"/>
              </a:spcAft>
            </a:pPr>
            <a:r>
              <a:rPr lang="en-US" sz="2000" kern="100" dirty="0">
                <a:solidFill>
                  <a:srgbClr val="001D35"/>
                </a:solidFill>
                <a:latin typeface="+mj-lt"/>
                <a:cs typeface="Times New Roman" panose="02020603050405020304" pitchFamily="18" charset="0"/>
              </a:rPr>
              <a:t>Persistence logic is responsible for saving, retrieving, updating, and deleting data from storage.  Its primary goal is to manage the flow of data between the application and the database, focusing on ensuring data is stored and retrieved efficiently.</a:t>
            </a:r>
          </a:p>
          <a:p>
            <a:pPr marL="0" marR="0" algn="ctr">
              <a:lnSpc>
                <a:spcPct val="107000"/>
              </a:lnSpc>
              <a:spcAft>
                <a:spcPts val="800"/>
              </a:spcAft>
            </a:pPr>
            <a:r>
              <a:rPr lang="en-GB" sz="2000" kern="100" dirty="0">
                <a:solidFill>
                  <a:srgbClr val="001D35"/>
                </a:solidFill>
                <a:latin typeface="+mj-lt"/>
                <a:cs typeface="Times New Roman" panose="02020603050405020304" pitchFamily="18" charset="0"/>
              </a:rPr>
              <a:t>Precedence logic is the pre-defined order of ID capture that was defined to support data capture without the use of google or adobe analytics</a:t>
            </a:r>
            <a:endParaRPr lang="en-US" sz="2000" kern="100" dirty="0">
              <a:solidFill>
                <a:srgbClr val="001D35"/>
              </a:solidFill>
              <a:latin typeface="+mj-lt"/>
              <a:cs typeface="Times New Roman" panose="02020603050405020304" pitchFamily="18" charset="0"/>
            </a:endParaRPr>
          </a:p>
        </p:txBody>
      </p:sp>
      <p:grpSp>
        <p:nvGrpSpPr>
          <p:cNvPr id="6" name="Group 5">
            <a:extLst>
              <a:ext uri="{FF2B5EF4-FFF2-40B4-BE49-F238E27FC236}">
                <a16:creationId xmlns:a16="http://schemas.microsoft.com/office/drawing/2014/main" id="{367E4DE3-93E0-E87F-D806-117BA9C76579}"/>
              </a:ext>
            </a:extLst>
          </p:cNvPr>
          <p:cNvGrpSpPr/>
          <p:nvPr/>
        </p:nvGrpSpPr>
        <p:grpSpPr>
          <a:xfrm>
            <a:off x="551384" y="1628800"/>
            <a:ext cx="3024336" cy="3384376"/>
            <a:chOff x="2279576" y="1340768"/>
            <a:chExt cx="3024336" cy="3384376"/>
          </a:xfrm>
        </p:grpSpPr>
        <p:sp>
          <p:nvSpPr>
            <p:cNvPr id="7" name="Rectangle: Rounded Corners 6">
              <a:extLst>
                <a:ext uri="{FF2B5EF4-FFF2-40B4-BE49-F238E27FC236}">
                  <a16:creationId xmlns:a16="http://schemas.microsoft.com/office/drawing/2014/main" id="{6B5CC4D8-0298-5415-4148-27040D868995}"/>
                </a:ext>
              </a:extLst>
            </p:cNvPr>
            <p:cNvSpPr/>
            <p:nvPr/>
          </p:nvSpPr>
          <p:spPr>
            <a:xfrm>
              <a:off x="2279576" y="1340768"/>
              <a:ext cx="3024336" cy="3384376"/>
            </a:xfrm>
            <a:prstGeom prst="roundRect">
              <a:avLst>
                <a:gd name="adj" fmla="val 6589"/>
              </a:avLst>
            </a:prstGeom>
            <a:solidFill>
              <a:schemeClr val="bg2"/>
            </a:solidFill>
            <a:ln>
              <a:solidFill>
                <a:schemeClr val="bg1">
                  <a:lumMod val="75000"/>
                  <a:lumOff val="2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 name="Group 7">
              <a:extLst>
                <a:ext uri="{FF2B5EF4-FFF2-40B4-BE49-F238E27FC236}">
                  <a16:creationId xmlns:a16="http://schemas.microsoft.com/office/drawing/2014/main" id="{68CF6424-E133-A109-A03A-3837684687CB}"/>
                </a:ext>
              </a:extLst>
            </p:cNvPr>
            <p:cNvGrpSpPr/>
            <p:nvPr/>
          </p:nvGrpSpPr>
          <p:grpSpPr>
            <a:xfrm>
              <a:off x="2459596" y="1425987"/>
              <a:ext cx="2664296" cy="3213938"/>
              <a:chOff x="2423592" y="1484784"/>
              <a:chExt cx="2664296" cy="3213938"/>
            </a:xfrm>
          </p:grpSpPr>
          <p:grpSp>
            <p:nvGrpSpPr>
              <p:cNvPr id="9" name="Group 8">
                <a:extLst>
                  <a:ext uri="{FF2B5EF4-FFF2-40B4-BE49-F238E27FC236}">
                    <a16:creationId xmlns:a16="http://schemas.microsoft.com/office/drawing/2014/main" id="{85BF2015-120F-67DA-969E-34B4485629A3}"/>
                  </a:ext>
                </a:extLst>
              </p:cNvPr>
              <p:cNvGrpSpPr/>
              <p:nvPr/>
            </p:nvGrpSpPr>
            <p:grpSpPr>
              <a:xfrm>
                <a:off x="2423592" y="1484784"/>
                <a:ext cx="1224136" cy="1053698"/>
                <a:chOff x="2783632" y="2060848"/>
                <a:chExt cx="1224136" cy="1053698"/>
              </a:xfrm>
            </p:grpSpPr>
            <p:sp>
              <p:nvSpPr>
                <p:cNvPr id="50" name="Rectangle: Rounded Corners 49">
                  <a:extLst>
                    <a:ext uri="{FF2B5EF4-FFF2-40B4-BE49-F238E27FC236}">
                      <a16:creationId xmlns:a16="http://schemas.microsoft.com/office/drawing/2014/main" id="{4F58CD3C-1367-1AC3-EF6A-1D4982618B41}"/>
                    </a:ext>
                  </a:extLst>
                </p:cNvPr>
                <p:cNvSpPr/>
                <p:nvPr/>
              </p:nvSpPr>
              <p:spPr>
                <a:xfrm>
                  <a:off x="2783632" y="2060848"/>
                  <a:ext cx="1224136" cy="720080"/>
                </a:xfrm>
                <a:prstGeom prst="roundRect">
                  <a:avLst>
                    <a:gd name="adj" fmla="val 8730"/>
                  </a:avLst>
                </a:prstGeom>
                <a:solidFill>
                  <a:schemeClr val="bg2"/>
                </a:solidFill>
                <a:ln>
                  <a:solidFill>
                    <a:schemeClr val="bg1">
                      <a:lumMod val="75000"/>
                      <a:lumOff val="25000"/>
                    </a:schemeClr>
                  </a:solidFill>
                </a:ln>
                <a:effectLst>
                  <a:outerShdw blurRad="508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TextBox 50">
                  <a:extLst>
                    <a:ext uri="{FF2B5EF4-FFF2-40B4-BE49-F238E27FC236}">
                      <a16:creationId xmlns:a16="http://schemas.microsoft.com/office/drawing/2014/main" id="{D0841DE6-DD74-1BB7-F247-BC9BB602907B}"/>
                    </a:ext>
                  </a:extLst>
                </p:cNvPr>
                <p:cNvSpPr txBox="1"/>
                <p:nvPr/>
              </p:nvSpPr>
              <p:spPr>
                <a:xfrm>
                  <a:off x="2783632" y="2852936"/>
                  <a:ext cx="1152128" cy="261610"/>
                </a:xfrm>
                <a:prstGeom prst="rect">
                  <a:avLst/>
                </a:prstGeom>
                <a:noFill/>
              </p:spPr>
              <p:txBody>
                <a:bodyPr wrap="square" rtlCol="0">
                  <a:spAutoFit/>
                </a:bodyPr>
                <a:lstStyle/>
                <a:p>
                  <a:pPr algn="ctr"/>
                  <a:r>
                    <a:rPr lang="en-GB" sz="1100">
                      <a:latin typeface="+mn-lt"/>
                    </a:rPr>
                    <a:t>Last Touch</a:t>
                  </a:r>
                </a:p>
              </p:txBody>
            </p:sp>
            <p:sp>
              <p:nvSpPr>
                <p:cNvPr id="52" name="Rectangle: Rounded Corners 51">
                  <a:extLst>
                    <a:ext uri="{FF2B5EF4-FFF2-40B4-BE49-F238E27FC236}">
                      <a16:creationId xmlns:a16="http://schemas.microsoft.com/office/drawing/2014/main" id="{E20F55AC-3A14-BEAE-3413-E1C7F00C77C4}"/>
                    </a:ext>
                  </a:extLst>
                </p:cNvPr>
                <p:cNvSpPr/>
                <p:nvPr/>
              </p:nvSpPr>
              <p:spPr>
                <a:xfrm>
                  <a:off x="285564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Rounded Corners 52">
                  <a:extLst>
                    <a:ext uri="{FF2B5EF4-FFF2-40B4-BE49-F238E27FC236}">
                      <a16:creationId xmlns:a16="http://schemas.microsoft.com/office/drawing/2014/main" id="{926EBAF6-B1EE-1D7C-BA57-9FEA3F4F22E8}"/>
                    </a:ext>
                  </a:extLst>
                </p:cNvPr>
                <p:cNvSpPr/>
                <p:nvPr/>
              </p:nvSpPr>
              <p:spPr>
                <a:xfrm>
                  <a:off x="307995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Rounded Corners 53">
                  <a:extLst>
                    <a:ext uri="{FF2B5EF4-FFF2-40B4-BE49-F238E27FC236}">
                      <a16:creationId xmlns:a16="http://schemas.microsoft.com/office/drawing/2014/main" id="{25B48BDE-A4F5-F05C-248A-43806519F384}"/>
                    </a:ext>
                  </a:extLst>
                </p:cNvPr>
                <p:cNvSpPr/>
                <p:nvPr/>
              </p:nvSpPr>
              <p:spPr>
                <a:xfrm>
                  <a:off x="330426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Rounded Corners 54">
                  <a:extLst>
                    <a:ext uri="{FF2B5EF4-FFF2-40B4-BE49-F238E27FC236}">
                      <a16:creationId xmlns:a16="http://schemas.microsoft.com/office/drawing/2014/main" id="{C9DE8CF5-382A-6982-B1E9-E7B2B4F4B870}"/>
                    </a:ext>
                  </a:extLst>
                </p:cNvPr>
                <p:cNvSpPr/>
                <p:nvPr/>
              </p:nvSpPr>
              <p:spPr>
                <a:xfrm>
                  <a:off x="3752880" y="2132856"/>
                  <a:ext cx="182880" cy="576064"/>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Rectangle: Rounded Corners 55">
                  <a:extLst>
                    <a:ext uri="{FF2B5EF4-FFF2-40B4-BE49-F238E27FC236}">
                      <a16:creationId xmlns:a16="http://schemas.microsoft.com/office/drawing/2014/main" id="{F811468F-FDBC-AA14-CD9E-74139065A6FC}"/>
                    </a:ext>
                  </a:extLst>
                </p:cNvPr>
                <p:cNvSpPr/>
                <p:nvPr/>
              </p:nvSpPr>
              <p:spPr>
                <a:xfrm>
                  <a:off x="352857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0" name="Group 9">
                <a:extLst>
                  <a:ext uri="{FF2B5EF4-FFF2-40B4-BE49-F238E27FC236}">
                    <a16:creationId xmlns:a16="http://schemas.microsoft.com/office/drawing/2014/main" id="{D4413761-61B7-B9C6-CE4E-1A46A9ABA2EC}"/>
                  </a:ext>
                </a:extLst>
              </p:cNvPr>
              <p:cNvGrpSpPr/>
              <p:nvPr/>
            </p:nvGrpSpPr>
            <p:grpSpPr>
              <a:xfrm>
                <a:off x="2423592" y="2564904"/>
                <a:ext cx="1224136" cy="1053698"/>
                <a:chOff x="2783632" y="2060848"/>
                <a:chExt cx="1224136" cy="1053698"/>
              </a:xfrm>
            </p:grpSpPr>
            <p:sp>
              <p:nvSpPr>
                <p:cNvPr id="43" name="Rectangle: Rounded Corners 42">
                  <a:extLst>
                    <a:ext uri="{FF2B5EF4-FFF2-40B4-BE49-F238E27FC236}">
                      <a16:creationId xmlns:a16="http://schemas.microsoft.com/office/drawing/2014/main" id="{CE0D4E21-F35F-8209-3F80-E2FCDDE36DCA}"/>
                    </a:ext>
                  </a:extLst>
                </p:cNvPr>
                <p:cNvSpPr/>
                <p:nvPr/>
              </p:nvSpPr>
              <p:spPr>
                <a:xfrm>
                  <a:off x="2783632" y="2060848"/>
                  <a:ext cx="1224136" cy="720080"/>
                </a:xfrm>
                <a:prstGeom prst="roundRect">
                  <a:avLst>
                    <a:gd name="adj" fmla="val 8730"/>
                  </a:avLst>
                </a:prstGeom>
                <a:solidFill>
                  <a:schemeClr val="bg2"/>
                </a:solidFill>
                <a:ln>
                  <a:solidFill>
                    <a:schemeClr val="bg1">
                      <a:lumMod val="75000"/>
                      <a:lumOff val="25000"/>
                    </a:schemeClr>
                  </a:solidFill>
                </a:ln>
                <a:effectLst>
                  <a:outerShdw blurRad="508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1E094BE2-F056-5056-69C3-026D735AAF09}"/>
                    </a:ext>
                  </a:extLst>
                </p:cNvPr>
                <p:cNvSpPr txBox="1"/>
                <p:nvPr/>
              </p:nvSpPr>
              <p:spPr>
                <a:xfrm>
                  <a:off x="2783632" y="2852936"/>
                  <a:ext cx="1152128" cy="261610"/>
                </a:xfrm>
                <a:prstGeom prst="rect">
                  <a:avLst/>
                </a:prstGeom>
                <a:noFill/>
              </p:spPr>
              <p:txBody>
                <a:bodyPr wrap="square" rtlCol="0">
                  <a:spAutoFit/>
                </a:bodyPr>
                <a:lstStyle/>
                <a:p>
                  <a:pPr algn="ctr"/>
                  <a:r>
                    <a:rPr lang="en-GB" sz="1100">
                      <a:latin typeface="+mn-lt"/>
                    </a:rPr>
                    <a:t>Linear</a:t>
                  </a:r>
                </a:p>
              </p:txBody>
            </p:sp>
            <p:sp>
              <p:nvSpPr>
                <p:cNvPr id="45" name="Rectangle: Rounded Corners 44">
                  <a:extLst>
                    <a:ext uri="{FF2B5EF4-FFF2-40B4-BE49-F238E27FC236}">
                      <a16:creationId xmlns:a16="http://schemas.microsoft.com/office/drawing/2014/main" id="{2B2006F1-4EA4-B4F2-7E97-A1F01CE92BA2}"/>
                    </a:ext>
                  </a:extLst>
                </p:cNvPr>
                <p:cNvSpPr/>
                <p:nvPr/>
              </p:nvSpPr>
              <p:spPr>
                <a:xfrm>
                  <a:off x="2855640" y="2132856"/>
                  <a:ext cx="182880" cy="576072"/>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Rectangle: Rounded Corners 45">
                  <a:extLst>
                    <a:ext uri="{FF2B5EF4-FFF2-40B4-BE49-F238E27FC236}">
                      <a16:creationId xmlns:a16="http://schemas.microsoft.com/office/drawing/2014/main" id="{D8E75890-4FB8-4CE8-FA41-520A7AFEAACB}"/>
                    </a:ext>
                  </a:extLst>
                </p:cNvPr>
                <p:cNvSpPr/>
                <p:nvPr/>
              </p:nvSpPr>
              <p:spPr>
                <a:xfrm>
                  <a:off x="3079950" y="2132856"/>
                  <a:ext cx="182880" cy="576072"/>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Rounded Corners 46">
                  <a:extLst>
                    <a:ext uri="{FF2B5EF4-FFF2-40B4-BE49-F238E27FC236}">
                      <a16:creationId xmlns:a16="http://schemas.microsoft.com/office/drawing/2014/main" id="{FC5DF9F7-96AB-4E0B-BAF6-105F1E781A84}"/>
                    </a:ext>
                  </a:extLst>
                </p:cNvPr>
                <p:cNvSpPr/>
                <p:nvPr/>
              </p:nvSpPr>
              <p:spPr>
                <a:xfrm>
                  <a:off x="3304260" y="2132856"/>
                  <a:ext cx="182880" cy="576072"/>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Rounded Corners 47">
                  <a:extLst>
                    <a:ext uri="{FF2B5EF4-FFF2-40B4-BE49-F238E27FC236}">
                      <a16:creationId xmlns:a16="http://schemas.microsoft.com/office/drawing/2014/main" id="{9733ED56-8AB3-FFE6-31AB-D97554700DE7}"/>
                    </a:ext>
                  </a:extLst>
                </p:cNvPr>
                <p:cNvSpPr/>
                <p:nvPr/>
              </p:nvSpPr>
              <p:spPr>
                <a:xfrm>
                  <a:off x="3752880" y="2132856"/>
                  <a:ext cx="182880" cy="576064"/>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Rounded Corners 48">
                  <a:extLst>
                    <a:ext uri="{FF2B5EF4-FFF2-40B4-BE49-F238E27FC236}">
                      <a16:creationId xmlns:a16="http://schemas.microsoft.com/office/drawing/2014/main" id="{E98EB21F-D627-7D5B-50F3-89629E0731A5}"/>
                    </a:ext>
                  </a:extLst>
                </p:cNvPr>
                <p:cNvSpPr/>
                <p:nvPr/>
              </p:nvSpPr>
              <p:spPr>
                <a:xfrm>
                  <a:off x="3528570" y="2132856"/>
                  <a:ext cx="182880" cy="576072"/>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1" name="Group 10">
                <a:extLst>
                  <a:ext uri="{FF2B5EF4-FFF2-40B4-BE49-F238E27FC236}">
                    <a16:creationId xmlns:a16="http://schemas.microsoft.com/office/drawing/2014/main" id="{D9F28A58-D76C-E599-14CE-9EB0D07E1365}"/>
                  </a:ext>
                </a:extLst>
              </p:cNvPr>
              <p:cNvGrpSpPr/>
              <p:nvPr/>
            </p:nvGrpSpPr>
            <p:grpSpPr>
              <a:xfrm>
                <a:off x="3863752" y="1484784"/>
                <a:ext cx="1224136" cy="1053698"/>
                <a:chOff x="2783632" y="2060848"/>
                <a:chExt cx="1224136" cy="1053698"/>
              </a:xfrm>
            </p:grpSpPr>
            <p:sp>
              <p:nvSpPr>
                <p:cNvPr id="36" name="Rectangle: Rounded Corners 35">
                  <a:extLst>
                    <a:ext uri="{FF2B5EF4-FFF2-40B4-BE49-F238E27FC236}">
                      <a16:creationId xmlns:a16="http://schemas.microsoft.com/office/drawing/2014/main" id="{10C19861-48F1-CE09-6C33-53EA32035E5E}"/>
                    </a:ext>
                  </a:extLst>
                </p:cNvPr>
                <p:cNvSpPr/>
                <p:nvPr/>
              </p:nvSpPr>
              <p:spPr>
                <a:xfrm>
                  <a:off x="2783632" y="2060848"/>
                  <a:ext cx="1224136" cy="720080"/>
                </a:xfrm>
                <a:prstGeom prst="roundRect">
                  <a:avLst>
                    <a:gd name="adj" fmla="val 8730"/>
                  </a:avLst>
                </a:prstGeom>
                <a:solidFill>
                  <a:schemeClr val="bg2"/>
                </a:solidFill>
                <a:ln>
                  <a:solidFill>
                    <a:schemeClr val="bg1">
                      <a:lumMod val="75000"/>
                      <a:lumOff val="25000"/>
                    </a:schemeClr>
                  </a:solidFill>
                </a:ln>
                <a:effectLst>
                  <a:outerShdw blurRad="508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a:extLst>
                    <a:ext uri="{FF2B5EF4-FFF2-40B4-BE49-F238E27FC236}">
                      <a16:creationId xmlns:a16="http://schemas.microsoft.com/office/drawing/2014/main" id="{D2D81A31-2767-D851-1C89-B35C1727AA5A}"/>
                    </a:ext>
                  </a:extLst>
                </p:cNvPr>
                <p:cNvSpPr txBox="1"/>
                <p:nvPr/>
              </p:nvSpPr>
              <p:spPr>
                <a:xfrm>
                  <a:off x="2783632" y="2852936"/>
                  <a:ext cx="1152128" cy="261610"/>
                </a:xfrm>
                <a:prstGeom prst="rect">
                  <a:avLst/>
                </a:prstGeom>
                <a:noFill/>
              </p:spPr>
              <p:txBody>
                <a:bodyPr wrap="square" rtlCol="0">
                  <a:spAutoFit/>
                </a:bodyPr>
                <a:lstStyle/>
                <a:p>
                  <a:pPr algn="ctr"/>
                  <a:r>
                    <a:rPr lang="en-GB" sz="1100">
                      <a:latin typeface="+mn-lt"/>
                    </a:rPr>
                    <a:t>First Touch</a:t>
                  </a:r>
                </a:p>
              </p:txBody>
            </p:sp>
            <p:sp>
              <p:nvSpPr>
                <p:cNvPr id="38" name="Rectangle: Rounded Corners 37">
                  <a:extLst>
                    <a:ext uri="{FF2B5EF4-FFF2-40B4-BE49-F238E27FC236}">
                      <a16:creationId xmlns:a16="http://schemas.microsoft.com/office/drawing/2014/main" id="{4F590A28-6D6A-F3FA-161B-C08F052DD463}"/>
                    </a:ext>
                  </a:extLst>
                </p:cNvPr>
                <p:cNvSpPr/>
                <p:nvPr/>
              </p:nvSpPr>
              <p:spPr>
                <a:xfrm>
                  <a:off x="2855640" y="2132848"/>
                  <a:ext cx="182880" cy="576072"/>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Rounded Corners 38">
                  <a:extLst>
                    <a:ext uri="{FF2B5EF4-FFF2-40B4-BE49-F238E27FC236}">
                      <a16:creationId xmlns:a16="http://schemas.microsoft.com/office/drawing/2014/main" id="{ECE162EF-2C01-C4EE-BBB1-ACC6C9DAB020}"/>
                    </a:ext>
                  </a:extLst>
                </p:cNvPr>
                <p:cNvSpPr/>
                <p:nvPr/>
              </p:nvSpPr>
              <p:spPr>
                <a:xfrm>
                  <a:off x="307995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Rounded Corners 39">
                  <a:extLst>
                    <a:ext uri="{FF2B5EF4-FFF2-40B4-BE49-F238E27FC236}">
                      <a16:creationId xmlns:a16="http://schemas.microsoft.com/office/drawing/2014/main" id="{FC93B707-8F6A-A7F0-4CEF-B2DABD34705A}"/>
                    </a:ext>
                  </a:extLst>
                </p:cNvPr>
                <p:cNvSpPr/>
                <p:nvPr/>
              </p:nvSpPr>
              <p:spPr>
                <a:xfrm>
                  <a:off x="330426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Rounded Corners 40">
                  <a:extLst>
                    <a:ext uri="{FF2B5EF4-FFF2-40B4-BE49-F238E27FC236}">
                      <a16:creationId xmlns:a16="http://schemas.microsoft.com/office/drawing/2014/main" id="{CFE212DA-B960-19C0-0924-F5F835718107}"/>
                    </a:ext>
                  </a:extLst>
                </p:cNvPr>
                <p:cNvSpPr/>
                <p:nvPr/>
              </p:nvSpPr>
              <p:spPr>
                <a:xfrm>
                  <a:off x="375288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2" name="Rectangle: Rounded Corners 41">
                  <a:extLst>
                    <a:ext uri="{FF2B5EF4-FFF2-40B4-BE49-F238E27FC236}">
                      <a16:creationId xmlns:a16="http://schemas.microsoft.com/office/drawing/2014/main" id="{8DCAC37A-94AB-D22C-D459-7E17D2AD9A10}"/>
                    </a:ext>
                  </a:extLst>
                </p:cNvPr>
                <p:cNvSpPr/>
                <p:nvPr/>
              </p:nvSpPr>
              <p:spPr>
                <a:xfrm>
                  <a:off x="352857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2" name="Group 11">
                <a:extLst>
                  <a:ext uri="{FF2B5EF4-FFF2-40B4-BE49-F238E27FC236}">
                    <a16:creationId xmlns:a16="http://schemas.microsoft.com/office/drawing/2014/main" id="{3E94C21E-66DB-A0C9-4694-58F83CFD430D}"/>
                  </a:ext>
                </a:extLst>
              </p:cNvPr>
              <p:cNvGrpSpPr/>
              <p:nvPr/>
            </p:nvGrpSpPr>
            <p:grpSpPr>
              <a:xfrm>
                <a:off x="3863752" y="2564904"/>
                <a:ext cx="1224136" cy="1053698"/>
                <a:chOff x="2783632" y="2060848"/>
                <a:chExt cx="1224136" cy="1053698"/>
              </a:xfrm>
            </p:grpSpPr>
            <p:sp>
              <p:nvSpPr>
                <p:cNvPr id="29" name="Rectangle: Rounded Corners 28">
                  <a:extLst>
                    <a:ext uri="{FF2B5EF4-FFF2-40B4-BE49-F238E27FC236}">
                      <a16:creationId xmlns:a16="http://schemas.microsoft.com/office/drawing/2014/main" id="{7F0AEE2A-FD99-A8AA-27F0-6C6B450A04CE}"/>
                    </a:ext>
                  </a:extLst>
                </p:cNvPr>
                <p:cNvSpPr/>
                <p:nvPr/>
              </p:nvSpPr>
              <p:spPr>
                <a:xfrm>
                  <a:off x="2783632" y="2060848"/>
                  <a:ext cx="1224136" cy="720080"/>
                </a:xfrm>
                <a:prstGeom prst="roundRect">
                  <a:avLst>
                    <a:gd name="adj" fmla="val 8730"/>
                  </a:avLst>
                </a:prstGeom>
                <a:solidFill>
                  <a:schemeClr val="bg2"/>
                </a:solidFill>
                <a:ln>
                  <a:solidFill>
                    <a:schemeClr val="bg1">
                      <a:lumMod val="75000"/>
                      <a:lumOff val="25000"/>
                    </a:schemeClr>
                  </a:solidFill>
                </a:ln>
                <a:effectLst>
                  <a:outerShdw blurRad="508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FEA70ED3-E534-8FB0-CA85-5B19FE22C6D0}"/>
                    </a:ext>
                  </a:extLst>
                </p:cNvPr>
                <p:cNvSpPr txBox="1"/>
                <p:nvPr/>
              </p:nvSpPr>
              <p:spPr>
                <a:xfrm>
                  <a:off x="2783632" y="2852936"/>
                  <a:ext cx="1152128" cy="261610"/>
                </a:xfrm>
                <a:prstGeom prst="rect">
                  <a:avLst/>
                </a:prstGeom>
                <a:noFill/>
              </p:spPr>
              <p:txBody>
                <a:bodyPr wrap="square" rtlCol="0">
                  <a:spAutoFit/>
                </a:bodyPr>
                <a:lstStyle/>
                <a:p>
                  <a:pPr algn="ctr"/>
                  <a:r>
                    <a:rPr lang="en-GB" sz="1100">
                      <a:latin typeface="+mn-lt"/>
                    </a:rPr>
                    <a:t>Position</a:t>
                  </a:r>
                </a:p>
              </p:txBody>
            </p:sp>
            <p:sp>
              <p:nvSpPr>
                <p:cNvPr id="31" name="Rectangle: Rounded Corners 30">
                  <a:extLst>
                    <a:ext uri="{FF2B5EF4-FFF2-40B4-BE49-F238E27FC236}">
                      <a16:creationId xmlns:a16="http://schemas.microsoft.com/office/drawing/2014/main" id="{5FBC063E-5951-F488-1FDC-98F57A80E451}"/>
                    </a:ext>
                  </a:extLst>
                </p:cNvPr>
                <p:cNvSpPr/>
                <p:nvPr/>
              </p:nvSpPr>
              <p:spPr>
                <a:xfrm>
                  <a:off x="2855640" y="2132848"/>
                  <a:ext cx="182880" cy="576072"/>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Rounded Corners 31">
                  <a:extLst>
                    <a:ext uri="{FF2B5EF4-FFF2-40B4-BE49-F238E27FC236}">
                      <a16:creationId xmlns:a16="http://schemas.microsoft.com/office/drawing/2014/main" id="{72A0FB2F-5497-CC1D-115F-2918F5742021}"/>
                    </a:ext>
                  </a:extLst>
                </p:cNvPr>
                <p:cNvSpPr/>
                <p:nvPr/>
              </p:nvSpPr>
              <p:spPr>
                <a:xfrm>
                  <a:off x="307995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DA98E1FF-2996-035A-A3D2-087E2B0FC430}"/>
                    </a:ext>
                  </a:extLst>
                </p:cNvPr>
                <p:cNvSpPr/>
                <p:nvPr/>
              </p:nvSpPr>
              <p:spPr>
                <a:xfrm>
                  <a:off x="330426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AB6999D6-5544-F124-1AA4-0CE620089304}"/>
                    </a:ext>
                  </a:extLst>
                </p:cNvPr>
                <p:cNvSpPr/>
                <p:nvPr/>
              </p:nvSpPr>
              <p:spPr>
                <a:xfrm>
                  <a:off x="3752880" y="2132856"/>
                  <a:ext cx="182880" cy="576064"/>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Rectangle: Rounded Corners 34">
                  <a:extLst>
                    <a:ext uri="{FF2B5EF4-FFF2-40B4-BE49-F238E27FC236}">
                      <a16:creationId xmlns:a16="http://schemas.microsoft.com/office/drawing/2014/main" id="{FA623A40-2501-0B30-24F7-B9064E9E2CB4}"/>
                    </a:ext>
                  </a:extLst>
                </p:cNvPr>
                <p:cNvSpPr/>
                <p:nvPr/>
              </p:nvSpPr>
              <p:spPr>
                <a:xfrm>
                  <a:off x="352857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48E97DDE-3476-B026-BDF1-6E42BBDFF299}"/>
                  </a:ext>
                </a:extLst>
              </p:cNvPr>
              <p:cNvGrpSpPr/>
              <p:nvPr/>
            </p:nvGrpSpPr>
            <p:grpSpPr>
              <a:xfrm>
                <a:off x="2423592" y="3645024"/>
                <a:ext cx="1224136" cy="1053698"/>
                <a:chOff x="2783632" y="2060848"/>
                <a:chExt cx="1224136" cy="1053698"/>
              </a:xfrm>
            </p:grpSpPr>
            <p:sp>
              <p:nvSpPr>
                <p:cNvPr id="22" name="Rectangle: Rounded Corners 21">
                  <a:extLst>
                    <a:ext uri="{FF2B5EF4-FFF2-40B4-BE49-F238E27FC236}">
                      <a16:creationId xmlns:a16="http://schemas.microsoft.com/office/drawing/2014/main" id="{92AB115A-BC98-9278-F735-5C2EAE530E9D}"/>
                    </a:ext>
                  </a:extLst>
                </p:cNvPr>
                <p:cNvSpPr/>
                <p:nvPr/>
              </p:nvSpPr>
              <p:spPr>
                <a:xfrm>
                  <a:off x="2783632" y="2060848"/>
                  <a:ext cx="1224136" cy="720080"/>
                </a:xfrm>
                <a:prstGeom prst="roundRect">
                  <a:avLst>
                    <a:gd name="adj" fmla="val 8730"/>
                  </a:avLst>
                </a:prstGeom>
                <a:solidFill>
                  <a:schemeClr val="bg2"/>
                </a:solidFill>
                <a:ln>
                  <a:solidFill>
                    <a:schemeClr val="bg1">
                      <a:lumMod val="75000"/>
                      <a:lumOff val="25000"/>
                    </a:schemeClr>
                  </a:solidFill>
                </a:ln>
                <a:effectLst>
                  <a:outerShdw blurRad="508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3C55FEF7-EC77-3F0E-D21C-2B2AB47B854A}"/>
                    </a:ext>
                  </a:extLst>
                </p:cNvPr>
                <p:cNvSpPr txBox="1"/>
                <p:nvPr/>
              </p:nvSpPr>
              <p:spPr>
                <a:xfrm>
                  <a:off x="2783632" y="2852936"/>
                  <a:ext cx="1152128" cy="261610"/>
                </a:xfrm>
                <a:prstGeom prst="rect">
                  <a:avLst/>
                </a:prstGeom>
                <a:noFill/>
              </p:spPr>
              <p:txBody>
                <a:bodyPr wrap="square" rtlCol="0">
                  <a:spAutoFit/>
                </a:bodyPr>
                <a:lstStyle/>
                <a:p>
                  <a:pPr algn="ctr"/>
                  <a:r>
                    <a:rPr lang="en-GB" sz="1100">
                      <a:latin typeface="+mn-lt"/>
                    </a:rPr>
                    <a:t>Time Decay</a:t>
                  </a:r>
                </a:p>
              </p:txBody>
            </p:sp>
            <p:sp>
              <p:nvSpPr>
                <p:cNvPr id="24" name="Rectangle: Rounded Corners 23">
                  <a:extLst>
                    <a:ext uri="{FF2B5EF4-FFF2-40B4-BE49-F238E27FC236}">
                      <a16:creationId xmlns:a16="http://schemas.microsoft.com/office/drawing/2014/main" id="{7526882B-7573-6BA1-2057-C364630E753C}"/>
                    </a:ext>
                  </a:extLst>
                </p:cNvPr>
                <p:cNvSpPr/>
                <p:nvPr/>
              </p:nvSpPr>
              <p:spPr>
                <a:xfrm>
                  <a:off x="285564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Rounded Corners 24">
                  <a:extLst>
                    <a:ext uri="{FF2B5EF4-FFF2-40B4-BE49-F238E27FC236}">
                      <a16:creationId xmlns:a16="http://schemas.microsoft.com/office/drawing/2014/main" id="{4CB0A3AA-B2FC-4637-03CB-07E67BC89FB7}"/>
                    </a:ext>
                  </a:extLst>
                </p:cNvPr>
                <p:cNvSpPr/>
                <p:nvPr/>
              </p:nvSpPr>
              <p:spPr>
                <a:xfrm>
                  <a:off x="3079950" y="2434600"/>
                  <a:ext cx="182880" cy="27432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Rounded Corners 25">
                  <a:extLst>
                    <a:ext uri="{FF2B5EF4-FFF2-40B4-BE49-F238E27FC236}">
                      <a16:creationId xmlns:a16="http://schemas.microsoft.com/office/drawing/2014/main" id="{B1CBB9A3-3B75-DB55-8A3F-91153A8EBE7B}"/>
                    </a:ext>
                  </a:extLst>
                </p:cNvPr>
                <p:cNvSpPr/>
                <p:nvPr/>
              </p:nvSpPr>
              <p:spPr>
                <a:xfrm>
                  <a:off x="3304260" y="2343160"/>
                  <a:ext cx="182880" cy="36576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Rounded Corners 26">
                  <a:extLst>
                    <a:ext uri="{FF2B5EF4-FFF2-40B4-BE49-F238E27FC236}">
                      <a16:creationId xmlns:a16="http://schemas.microsoft.com/office/drawing/2014/main" id="{C08DC4C7-09D5-60F8-959E-58B7290B1DDA}"/>
                    </a:ext>
                  </a:extLst>
                </p:cNvPr>
                <p:cNvSpPr/>
                <p:nvPr/>
              </p:nvSpPr>
              <p:spPr>
                <a:xfrm>
                  <a:off x="3752880" y="2132856"/>
                  <a:ext cx="182880" cy="576064"/>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CDEC3896-D943-1385-35FA-862C91E27A2C}"/>
                    </a:ext>
                  </a:extLst>
                </p:cNvPr>
                <p:cNvSpPr/>
                <p:nvPr/>
              </p:nvSpPr>
              <p:spPr>
                <a:xfrm>
                  <a:off x="3528570" y="2251720"/>
                  <a:ext cx="182880" cy="45720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CC1D1C77-839A-9C91-1008-40D0E927295C}"/>
                  </a:ext>
                </a:extLst>
              </p:cNvPr>
              <p:cNvGrpSpPr/>
              <p:nvPr/>
            </p:nvGrpSpPr>
            <p:grpSpPr>
              <a:xfrm>
                <a:off x="3863752" y="3645024"/>
                <a:ext cx="1224136" cy="1053698"/>
                <a:chOff x="2783632" y="2060848"/>
                <a:chExt cx="1224136" cy="1053698"/>
              </a:xfrm>
            </p:grpSpPr>
            <p:sp>
              <p:nvSpPr>
                <p:cNvPr id="15" name="Rectangle: Rounded Corners 14">
                  <a:extLst>
                    <a:ext uri="{FF2B5EF4-FFF2-40B4-BE49-F238E27FC236}">
                      <a16:creationId xmlns:a16="http://schemas.microsoft.com/office/drawing/2014/main" id="{3723EB4C-983F-943F-A653-CC2F52DBE8F6}"/>
                    </a:ext>
                  </a:extLst>
                </p:cNvPr>
                <p:cNvSpPr/>
                <p:nvPr/>
              </p:nvSpPr>
              <p:spPr>
                <a:xfrm>
                  <a:off x="2783632" y="2060848"/>
                  <a:ext cx="1224136" cy="720080"/>
                </a:xfrm>
                <a:prstGeom prst="roundRect">
                  <a:avLst>
                    <a:gd name="adj" fmla="val 8730"/>
                  </a:avLst>
                </a:prstGeom>
                <a:solidFill>
                  <a:schemeClr val="bg2"/>
                </a:solidFill>
                <a:ln>
                  <a:solidFill>
                    <a:schemeClr val="bg1">
                      <a:lumMod val="75000"/>
                      <a:lumOff val="25000"/>
                    </a:schemeClr>
                  </a:solidFill>
                </a:ln>
                <a:effectLst>
                  <a:outerShdw blurRad="50800" dist="508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314D8BBC-F8EB-B600-A046-240A65A05CD1}"/>
                    </a:ext>
                  </a:extLst>
                </p:cNvPr>
                <p:cNvSpPr txBox="1"/>
                <p:nvPr/>
              </p:nvSpPr>
              <p:spPr>
                <a:xfrm>
                  <a:off x="2783632" y="2852936"/>
                  <a:ext cx="1152128" cy="261610"/>
                </a:xfrm>
                <a:prstGeom prst="rect">
                  <a:avLst/>
                </a:prstGeom>
                <a:noFill/>
              </p:spPr>
              <p:txBody>
                <a:bodyPr wrap="square" rtlCol="0">
                  <a:spAutoFit/>
                </a:bodyPr>
                <a:lstStyle/>
                <a:p>
                  <a:pPr algn="ctr"/>
                  <a:r>
                    <a:rPr lang="en-GB" sz="1100">
                      <a:latin typeface="+mn-lt"/>
                    </a:rPr>
                    <a:t>Data-Driven</a:t>
                  </a:r>
                </a:p>
              </p:txBody>
            </p:sp>
            <p:sp>
              <p:nvSpPr>
                <p:cNvPr id="17" name="Rectangle: Rounded Corners 16">
                  <a:extLst>
                    <a:ext uri="{FF2B5EF4-FFF2-40B4-BE49-F238E27FC236}">
                      <a16:creationId xmlns:a16="http://schemas.microsoft.com/office/drawing/2014/main" id="{6A0164EE-5D9D-0653-9D35-AD3F3E82CBB8}"/>
                    </a:ext>
                  </a:extLst>
                </p:cNvPr>
                <p:cNvSpPr/>
                <p:nvPr/>
              </p:nvSpPr>
              <p:spPr>
                <a:xfrm>
                  <a:off x="2855640" y="2526040"/>
                  <a:ext cx="182880" cy="18288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Rounded Corners 17">
                  <a:extLst>
                    <a:ext uri="{FF2B5EF4-FFF2-40B4-BE49-F238E27FC236}">
                      <a16:creationId xmlns:a16="http://schemas.microsoft.com/office/drawing/2014/main" id="{3226204B-E24D-34DA-58A6-E0BAF7046552}"/>
                    </a:ext>
                  </a:extLst>
                </p:cNvPr>
                <p:cNvSpPr/>
                <p:nvPr/>
              </p:nvSpPr>
              <p:spPr>
                <a:xfrm>
                  <a:off x="3079950" y="2343160"/>
                  <a:ext cx="182880" cy="365760"/>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09A80067-8A76-FE4A-0644-38743E8B1B86}"/>
                    </a:ext>
                  </a:extLst>
                </p:cNvPr>
                <p:cNvSpPr/>
                <p:nvPr/>
              </p:nvSpPr>
              <p:spPr>
                <a:xfrm>
                  <a:off x="3304260" y="2434600"/>
                  <a:ext cx="182880" cy="274320"/>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ectangle: Rounded Corners 19">
                  <a:extLst>
                    <a:ext uri="{FF2B5EF4-FFF2-40B4-BE49-F238E27FC236}">
                      <a16:creationId xmlns:a16="http://schemas.microsoft.com/office/drawing/2014/main" id="{F13DB8FD-7DC9-72BE-61C0-FF0CA2D5F73C}"/>
                    </a:ext>
                  </a:extLst>
                </p:cNvPr>
                <p:cNvSpPr/>
                <p:nvPr/>
              </p:nvSpPr>
              <p:spPr>
                <a:xfrm>
                  <a:off x="3752880" y="2132856"/>
                  <a:ext cx="182880" cy="576064"/>
                </a:xfrm>
                <a:prstGeom prst="roundRect">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Rounded Corners 20">
                  <a:extLst>
                    <a:ext uri="{FF2B5EF4-FFF2-40B4-BE49-F238E27FC236}">
                      <a16:creationId xmlns:a16="http://schemas.microsoft.com/office/drawing/2014/main" id="{C3CF7DF7-8B37-E878-96C8-E718CD147709}"/>
                    </a:ext>
                  </a:extLst>
                </p:cNvPr>
                <p:cNvSpPr/>
                <p:nvPr/>
              </p:nvSpPr>
              <p:spPr>
                <a:xfrm>
                  <a:off x="3528570" y="2297440"/>
                  <a:ext cx="182880" cy="411480"/>
                </a:xfrm>
                <a:prstGeom prst="round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Tree>
    <p:extLst>
      <p:ext uri="{BB962C8B-B14F-4D97-AF65-F5344CB8AC3E}">
        <p14:creationId xmlns:p14="http://schemas.microsoft.com/office/powerpoint/2010/main" val="885785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7293F-E51C-E92E-A249-AE0230ADA173}"/>
            </a:ext>
          </a:extLst>
        </p:cNvPr>
        <p:cNvGrpSpPr/>
        <p:nvPr/>
      </p:nvGrpSpPr>
      <p:grpSpPr>
        <a:xfrm>
          <a:off x="0" y="0"/>
          <a:ext cx="0" cy="0"/>
          <a:chOff x="0" y="0"/>
          <a:chExt cx="0" cy="0"/>
        </a:xfrm>
      </p:grpSpPr>
      <p:sp>
        <p:nvSpPr>
          <p:cNvPr id="2" name="Flowchart: Predefined Process 1">
            <a:extLst>
              <a:ext uri="{FF2B5EF4-FFF2-40B4-BE49-F238E27FC236}">
                <a16:creationId xmlns:a16="http://schemas.microsoft.com/office/drawing/2014/main" id="{3A96FB42-CC1F-395E-0E37-5CA0FBD78200}"/>
              </a:ext>
            </a:extLst>
          </p:cNvPr>
          <p:cNvSpPr/>
          <p:nvPr/>
        </p:nvSpPr>
        <p:spPr>
          <a:xfrm>
            <a:off x="1415480" y="1412776"/>
            <a:ext cx="1224136" cy="792088"/>
          </a:xfrm>
          <a:prstGeom prst="flowChartPredefinedProcess">
            <a:avLst/>
          </a:prstGeom>
          <a:solidFill>
            <a:schemeClr val="bg1">
              <a:lumMod val="25000"/>
              <a:lumOff val="75000"/>
            </a:schemeClr>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t>Determine Source of Engagement</a:t>
            </a:r>
          </a:p>
        </p:txBody>
      </p:sp>
      <p:sp>
        <p:nvSpPr>
          <p:cNvPr id="3" name="Text Placeholder 2">
            <a:extLst>
              <a:ext uri="{FF2B5EF4-FFF2-40B4-BE49-F238E27FC236}">
                <a16:creationId xmlns:a16="http://schemas.microsoft.com/office/drawing/2014/main" id="{83B6A4B6-9A48-2CF3-E932-C2CE872B23BC}"/>
              </a:ext>
            </a:extLst>
          </p:cNvPr>
          <p:cNvSpPr>
            <a:spLocks noGrp="1"/>
          </p:cNvSpPr>
          <p:nvPr>
            <p:ph type="body" sz="quarter" idx="82"/>
          </p:nvPr>
        </p:nvSpPr>
        <p:spPr/>
        <p:txBody>
          <a:bodyPr/>
          <a:lstStyle/>
          <a:p>
            <a:r>
              <a:rPr lang="en-GB" dirty="0"/>
              <a:t>Precedence Logic</a:t>
            </a:r>
          </a:p>
        </p:txBody>
      </p:sp>
      <p:sp>
        <p:nvSpPr>
          <p:cNvPr id="4" name="Flowchart: Terminator 3">
            <a:extLst>
              <a:ext uri="{FF2B5EF4-FFF2-40B4-BE49-F238E27FC236}">
                <a16:creationId xmlns:a16="http://schemas.microsoft.com/office/drawing/2014/main" id="{3F873C68-52E4-F96F-8107-7295475A1C58}"/>
              </a:ext>
            </a:extLst>
          </p:cNvPr>
          <p:cNvSpPr/>
          <p:nvPr/>
        </p:nvSpPr>
        <p:spPr>
          <a:xfrm>
            <a:off x="263352" y="1592796"/>
            <a:ext cx="792088" cy="432048"/>
          </a:xfrm>
          <a:prstGeom prst="flowChartTerminator">
            <a:avLst/>
          </a:prstGeom>
          <a:solidFill>
            <a:schemeClr val="tx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a:t>Customer Engages</a:t>
            </a:r>
          </a:p>
        </p:txBody>
      </p:sp>
      <p:sp>
        <p:nvSpPr>
          <p:cNvPr id="5" name="Flowchart: Decision 4">
            <a:extLst>
              <a:ext uri="{FF2B5EF4-FFF2-40B4-BE49-F238E27FC236}">
                <a16:creationId xmlns:a16="http://schemas.microsoft.com/office/drawing/2014/main" id="{28B82621-58F5-A170-3E5F-137431E8F79F}"/>
              </a:ext>
            </a:extLst>
          </p:cNvPr>
          <p:cNvSpPr/>
          <p:nvPr/>
        </p:nvSpPr>
        <p:spPr>
          <a:xfrm>
            <a:off x="2963652" y="1484784"/>
            <a:ext cx="1080120" cy="648072"/>
          </a:xfrm>
          <a:prstGeom prst="flowChartDecision">
            <a:avLst/>
          </a:prstGeom>
          <a:solidFill>
            <a:schemeClr val="accent4">
              <a:lumMod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600">
                <a:solidFill>
                  <a:schemeClr val="bg1"/>
                </a:solidFill>
              </a:rPr>
              <a:t>Type</a:t>
            </a:r>
          </a:p>
        </p:txBody>
      </p:sp>
      <p:sp>
        <p:nvSpPr>
          <p:cNvPr id="6" name="Flowchart: Predefined Process 5">
            <a:extLst>
              <a:ext uri="{FF2B5EF4-FFF2-40B4-BE49-F238E27FC236}">
                <a16:creationId xmlns:a16="http://schemas.microsoft.com/office/drawing/2014/main" id="{6A2256C6-ECB6-4A05-A43A-8ADD28DF2E8A}"/>
              </a:ext>
            </a:extLst>
          </p:cNvPr>
          <p:cNvSpPr/>
          <p:nvPr/>
        </p:nvSpPr>
        <p:spPr>
          <a:xfrm>
            <a:off x="4727848" y="1412776"/>
            <a:ext cx="1440160" cy="792088"/>
          </a:xfrm>
          <a:prstGeom prst="flowChartPredefinedProcess">
            <a:avLst/>
          </a:prstGeom>
          <a:solidFill>
            <a:schemeClr val="bg1">
              <a:lumMod val="25000"/>
              <a:lumOff val="75000"/>
            </a:schemeClr>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t>Write URL Parameters to Local Storage for CCID and DTID</a:t>
            </a:r>
          </a:p>
        </p:txBody>
      </p:sp>
      <p:sp>
        <p:nvSpPr>
          <p:cNvPr id="7" name="Flowchart: Predefined Process 6">
            <a:extLst>
              <a:ext uri="{FF2B5EF4-FFF2-40B4-BE49-F238E27FC236}">
                <a16:creationId xmlns:a16="http://schemas.microsoft.com/office/drawing/2014/main" id="{2223C193-7A53-E088-7AFC-A0D62253927C}"/>
              </a:ext>
            </a:extLst>
          </p:cNvPr>
          <p:cNvSpPr/>
          <p:nvPr/>
        </p:nvSpPr>
        <p:spPr>
          <a:xfrm>
            <a:off x="2476350" y="4869160"/>
            <a:ext cx="2077154" cy="1080120"/>
          </a:xfrm>
          <a:prstGeom prst="flowChartPredefinedProcess">
            <a:avLst/>
          </a:prstGeom>
          <a:solidFill>
            <a:schemeClr val="bg1">
              <a:lumMod val="25000"/>
              <a:lumOff val="75000"/>
            </a:schemeClr>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t>Align Page to Activity ID relating to keyword match of each URL touched and capture in Local Storage</a:t>
            </a:r>
          </a:p>
        </p:txBody>
      </p:sp>
      <p:cxnSp>
        <p:nvCxnSpPr>
          <p:cNvPr id="10" name="Straight Arrow Connector 9">
            <a:extLst>
              <a:ext uri="{FF2B5EF4-FFF2-40B4-BE49-F238E27FC236}">
                <a16:creationId xmlns:a16="http://schemas.microsoft.com/office/drawing/2014/main" id="{4038C863-4E39-8582-9549-88B31BE5E224}"/>
              </a:ext>
            </a:extLst>
          </p:cNvPr>
          <p:cNvCxnSpPr>
            <a:stCxn id="4" idx="3"/>
            <a:endCxn id="2" idx="1"/>
          </p:cNvCxnSpPr>
          <p:nvPr/>
        </p:nvCxnSpPr>
        <p:spPr>
          <a:xfrm>
            <a:off x="1055440" y="1808820"/>
            <a:ext cx="36004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E9091BDC-1B5A-B5FF-42B9-F9266AFFCBF7}"/>
              </a:ext>
            </a:extLst>
          </p:cNvPr>
          <p:cNvCxnSpPr>
            <a:stCxn id="2" idx="3"/>
            <a:endCxn id="5" idx="1"/>
          </p:cNvCxnSpPr>
          <p:nvPr/>
        </p:nvCxnSpPr>
        <p:spPr>
          <a:xfrm>
            <a:off x="2639616" y="1808820"/>
            <a:ext cx="3240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D2258BCC-F240-57F0-04F0-5043E87D9398}"/>
              </a:ext>
            </a:extLst>
          </p:cNvPr>
          <p:cNvCxnSpPr>
            <a:stCxn id="5" idx="3"/>
            <a:endCxn id="6" idx="1"/>
          </p:cNvCxnSpPr>
          <p:nvPr/>
        </p:nvCxnSpPr>
        <p:spPr>
          <a:xfrm>
            <a:off x="4043772" y="1808820"/>
            <a:ext cx="68407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Flowchart: Predefined Process 19">
            <a:extLst>
              <a:ext uri="{FF2B5EF4-FFF2-40B4-BE49-F238E27FC236}">
                <a16:creationId xmlns:a16="http://schemas.microsoft.com/office/drawing/2014/main" id="{9E658628-74AC-EDAE-A928-67229DCB2B4D}"/>
              </a:ext>
            </a:extLst>
          </p:cNvPr>
          <p:cNvSpPr/>
          <p:nvPr/>
        </p:nvSpPr>
        <p:spPr>
          <a:xfrm>
            <a:off x="8076220" y="1412776"/>
            <a:ext cx="1152128" cy="792088"/>
          </a:xfrm>
          <a:prstGeom prst="flowChartPredefinedProcess">
            <a:avLst/>
          </a:prstGeom>
          <a:solidFill>
            <a:schemeClr val="bg1">
              <a:lumMod val="25000"/>
              <a:lumOff val="75000"/>
            </a:schemeClr>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t>Persist with values in Local Storage</a:t>
            </a:r>
          </a:p>
        </p:txBody>
      </p:sp>
      <p:cxnSp>
        <p:nvCxnSpPr>
          <p:cNvPr id="22" name="Straight Arrow Connector 21">
            <a:extLst>
              <a:ext uri="{FF2B5EF4-FFF2-40B4-BE49-F238E27FC236}">
                <a16:creationId xmlns:a16="http://schemas.microsoft.com/office/drawing/2014/main" id="{1C55D657-AC5F-E7B0-4B0D-80F3CB99487D}"/>
              </a:ext>
            </a:extLst>
          </p:cNvPr>
          <p:cNvCxnSpPr>
            <a:cxnSpLocks/>
            <a:stCxn id="6" idx="3"/>
            <a:endCxn id="20" idx="1"/>
          </p:cNvCxnSpPr>
          <p:nvPr/>
        </p:nvCxnSpPr>
        <p:spPr>
          <a:xfrm>
            <a:off x="6168008" y="1808820"/>
            <a:ext cx="19082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Flowchart: Decision 32">
            <a:extLst>
              <a:ext uri="{FF2B5EF4-FFF2-40B4-BE49-F238E27FC236}">
                <a16:creationId xmlns:a16="http://schemas.microsoft.com/office/drawing/2014/main" id="{4104B7E1-FECC-2250-8807-C3041C7C2703}"/>
              </a:ext>
            </a:extLst>
          </p:cNvPr>
          <p:cNvSpPr/>
          <p:nvPr/>
        </p:nvSpPr>
        <p:spPr>
          <a:xfrm>
            <a:off x="2963652" y="3789040"/>
            <a:ext cx="1080120" cy="648072"/>
          </a:xfrm>
          <a:prstGeom prst="flowChartDecision">
            <a:avLst/>
          </a:prstGeom>
          <a:solidFill>
            <a:schemeClr val="accent4">
              <a:lumMod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600">
                <a:solidFill>
                  <a:schemeClr val="bg1"/>
                </a:solidFill>
              </a:rPr>
              <a:t>Persisted IDs</a:t>
            </a:r>
          </a:p>
        </p:txBody>
      </p:sp>
      <p:sp>
        <p:nvSpPr>
          <p:cNvPr id="40" name="TextBox 39">
            <a:extLst>
              <a:ext uri="{FF2B5EF4-FFF2-40B4-BE49-F238E27FC236}">
                <a16:creationId xmlns:a16="http://schemas.microsoft.com/office/drawing/2014/main" id="{93F0AFE6-FF0E-AE9D-DC84-6EB12C2FE251}"/>
              </a:ext>
            </a:extLst>
          </p:cNvPr>
          <p:cNvSpPr txBox="1"/>
          <p:nvPr/>
        </p:nvSpPr>
        <p:spPr>
          <a:xfrm>
            <a:off x="4007768" y="1484784"/>
            <a:ext cx="864096" cy="338554"/>
          </a:xfrm>
          <a:prstGeom prst="rect">
            <a:avLst/>
          </a:prstGeom>
          <a:noFill/>
        </p:spPr>
        <p:txBody>
          <a:bodyPr wrap="square" rtlCol="0">
            <a:spAutoFit/>
          </a:bodyPr>
          <a:lstStyle/>
          <a:p>
            <a:pPr algn="ctr"/>
            <a:r>
              <a:rPr lang="en-GB" sz="800">
                <a:latin typeface="+mn-lt"/>
              </a:rPr>
              <a:t>Marketing Initiative</a:t>
            </a:r>
          </a:p>
        </p:txBody>
      </p:sp>
      <p:sp>
        <p:nvSpPr>
          <p:cNvPr id="41" name="TextBox 40">
            <a:extLst>
              <a:ext uri="{FF2B5EF4-FFF2-40B4-BE49-F238E27FC236}">
                <a16:creationId xmlns:a16="http://schemas.microsoft.com/office/drawing/2014/main" id="{8ED0FFD0-4D22-0C8F-DF4D-87D33316FC6B}"/>
              </a:ext>
            </a:extLst>
          </p:cNvPr>
          <p:cNvSpPr txBox="1"/>
          <p:nvPr/>
        </p:nvSpPr>
        <p:spPr>
          <a:xfrm>
            <a:off x="2783632" y="2276872"/>
            <a:ext cx="864096" cy="461665"/>
          </a:xfrm>
          <a:prstGeom prst="rect">
            <a:avLst/>
          </a:prstGeom>
          <a:noFill/>
        </p:spPr>
        <p:txBody>
          <a:bodyPr wrap="square" rtlCol="0">
            <a:spAutoFit/>
          </a:bodyPr>
          <a:lstStyle/>
          <a:p>
            <a:pPr algn="ctr"/>
            <a:r>
              <a:rPr lang="en-GB" sz="800">
                <a:latin typeface="+mn-lt"/>
              </a:rPr>
              <a:t>Direct or Organic Search</a:t>
            </a:r>
          </a:p>
        </p:txBody>
      </p:sp>
      <p:cxnSp>
        <p:nvCxnSpPr>
          <p:cNvPr id="44" name="Straight Arrow Connector 43">
            <a:extLst>
              <a:ext uri="{FF2B5EF4-FFF2-40B4-BE49-F238E27FC236}">
                <a16:creationId xmlns:a16="http://schemas.microsoft.com/office/drawing/2014/main" id="{3A58BC36-534F-F797-6978-069FA654342A}"/>
              </a:ext>
            </a:extLst>
          </p:cNvPr>
          <p:cNvCxnSpPr>
            <a:cxnSpLocks/>
            <a:stCxn id="33" idx="3"/>
            <a:endCxn id="76" idx="1"/>
          </p:cNvCxnSpPr>
          <p:nvPr/>
        </p:nvCxnSpPr>
        <p:spPr>
          <a:xfrm>
            <a:off x="4043772" y="4113076"/>
            <a:ext cx="63062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E714B46D-94DC-86F7-3415-DE3F1EBFEC7D}"/>
              </a:ext>
            </a:extLst>
          </p:cNvPr>
          <p:cNvSpPr txBox="1"/>
          <p:nvPr/>
        </p:nvSpPr>
        <p:spPr>
          <a:xfrm>
            <a:off x="6312024" y="980728"/>
            <a:ext cx="1584176" cy="507831"/>
          </a:xfrm>
          <a:prstGeom prst="rect">
            <a:avLst/>
          </a:prstGeom>
          <a:noFill/>
        </p:spPr>
        <p:txBody>
          <a:bodyPr wrap="square" rtlCol="0">
            <a:spAutoFit/>
          </a:bodyPr>
          <a:lstStyle/>
          <a:p>
            <a:pPr algn="ctr"/>
            <a:r>
              <a:rPr lang="en-GB" sz="900">
                <a:latin typeface="+mn-lt"/>
              </a:rPr>
              <a:t>Process Flow continues throughout the customers journey on .com</a:t>
            </a:r>
          </a:p>
        </p:txBody>
      </p:sp>
      <p:sp>
        <p:nvSpPr>
          <p:cNvPr id="50" name="Flowchart: Internal Storage 49">
            <a:extLst>
              <a:ext uri="{FF2B5EF4-FFF2-40B4-BE49-F238E27FC236}">
                <a16:creationId xmlns:a16="http://schemas.microsoft.com/office/drawing/2014/main" id="{496E5A27-0AC9-4EB7-08F1-DFCB8C311139}"/>
              </a:ext>
            </a:extLst>
          </p:cNvPr>
          <p:cNvSpPr/>
          <p:nvPr/>
        </p:nvSpPr>
        <p:spPr>
          <a:xfrm>
            <a:off x="2927648" y="2827831"/>
            <a:ext cx="1152128" cy="648072"/>
          </a:xfrm>
          <a:prstGeom prst="flowChartInternalStorage">
            <a:avLst/>
          </a:prstGeom>
          <a:solidFill>
            <a:schemeClr val="bg1">
              <a:lumMod val="10000"/>
              <a:lumOff val="90000"/>
            </a:schemeClr>
          </a:solidFill>
          <a:ln>
            <a:solidFill>
              <a:schemeClr val="bg1">
                <a:lumMod val="50000"/>
                <a:lumOff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t>Check local storage for any CTT IDS</a:t>
            </a:r>
          </a:p>
        </p:txBody>
      </p:sp>
      <p:cxnSp>
        <p:nvCxnSpPr>
          <p:cNvPr id="52" name="Straight Arrow Connector 51">
            <a:extLst>
              <a:ext uri="{FF2B5EF4-FFF2-40B4-BE49-F238E27FC236}">
                <a16:creationId xmlns:a16="http://schemas.microsoft.com/office/drawing/2014/main" id="{B9783BDF-EE5F-4278-CF06-5551D3316D95}"/>
              </a:ext>
            </a:extLst>
          </p:cNvPr>
          <p:cNvCxnSpPr>
            <a:cxnSpLocks/>
            <a:stCxn id="5" idx="2"/>
            <a:endCxn id="50" idx="0"/>
          </p:cNvCxnSpPr>
          <p:nvPr/>
        </p:nvCxnSpPr>
        <p:spPr>
          <a:xfrm>
            <a:off x="3503712" y="2132856"/>
            <a:ext cx="0" cy="6949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493CDBE6-93C3-B3DC-3E70-2E3288C372AD}"/>
              </a:ext>
            </a:extLst>
          </p:cNvPr>
          <p:cNvCxnSpPr>
            <a:stCxn id="50" idx="2"/>
            <a:endCxn id="33" idx="0"/>
          </p:cNvCxnSpPr>
          <p:nvPr/>
        </p:nvCxnSpPr>
        <p:spPr>
          <a:xfrm>
            <a:off x="3503712" y="3475903"/>
            <a:ext cx="0" cy="3131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0C0C3D54-A581-2B10-F3AA-ABEE2CEA3066}"/>
              </a:ext>
            </a:extLst>
          </p:cNvPr>
          <p:cNvSpPr txBox="1"/>
          <p:nvPr/>
        </p:nvSpPr>
        <p:spPr>
          <a:xfrm>
            <a:off x="4007768" y="3861048"/>
            <a:ext cx="504056" cy="216024"/>
          </a:xfrm>
          <a:prstGeom prst="rect">
            <a:avLst/>
          </a:prstGeom>
          <a:noFill/>
        </p:spPr>
        <p:txBody>
          <a:bodyPr wrap="square" rtlCol="0">
            <a:spAutoFit/>
          </a:bodyPr>
          <a:lstStyle/>
          <a:p>
            <a:pPr algn="ctr"/>
            <a:r>
              <a:rPr lang="en-GB" sz="800">
                <a:latin typeface="+mn-lt"/>
              </a:rPr>
              <a:t>Yes</a:t>
            </a:r>
          </a:p>
        </p:txBody>
      </p:sp>
      <p:sp>
        <p:nvSpPr>
          <p:cNvPr id="63" name="Rectangle: Rounded Corners 62">
            <a:extLst>
              <a:ext uri="{FF2B5EF4-FFF2-40B4-BE49-F238E27FC236}">
                <a16:creationId xmlns:a16="http://schemas.microsoft.com/office/drawing/2014/main" id="{4DA36DCD-3DC0-11C3-6202-C2E32D0797FD}"/>
              </a:ext>
            </a:extLst>
          </p:cNvPr>
          <p:cNvSpPr/>
          <p:nvPr/>
        </p:nvSpPr>
        <p:spPr>
          <a:xfrm>
            <a:off x="4151784" y="692696"/>
            <a:ext cx="5472608" cy="1872208"/>
          </a:xfrm>
          <a:prstGeom prst="roundRect">
            <a:avLst>
              <a:gd name="adj" fmla="val 8338"/>
            </a:avLst>
          </a:prstGeom>
          <a:no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Flowchart: Decision 63">
            <a:extLst>
              <a:ext uri="{FF2B5EF4-FFF2-40B4-BE49-F238E27FC236}">
                <a16:creationId xmlns:a16="http://schemas.microsoft.com/office/drawing/2014/main" id="{2B5084B4-7244-A001-56EA-9AA804398865}"/>
              </a:ext>
            </a:extLst>
          </p:cNvPr>
          <p:cNvSpPr/>
          <p:nvPr/>
        </p:nvSpPr>
        <p:spPr>
          <a:xfrm>
            <a:off x="8112224" y="2708920"/>
            <a:ext cx="1080120" cy="648072"/>
          </a:xfrm>
          <a:prstGeom prst="flowChartDecision">
            <a:avLst/>
          </a:prstGeom>
          <a:solidFill>
            <a:schemeClr val="accent4">
              <a:lumMod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600">
                <a:solidFill>
                  <a:schemeClr val="bg1"/>
                </a:solidFill>
              </a:rPr>
              <a:t>Form Submit</a:t>
            </a:r>
          </a:p>
        </p:txBody>
      </p:sp>
      <p:cxnSp>
        <p:nvCxnSpPr>
          <p:cNvPr id="66" name="Straight Arrow Connector 65">
            <a:extLst>
              <a:ext uri="{FF2B5EF4-FFF2-40B4-BE49-F238E27FC236}">
                <a16:creationId xmlns:a16="http://schemas.microsoft.com/office/drawing/2014/main" id="{292F65F9-B9C0-7060-C9CD-D26AD350E3E0}"/>
              </a:ext>
            </a:extLst>
          </p:cNvPr>
          <p:cNvCxnSpPr>
            <a:cxnSpLocks/>
            <a:stCxn id="20" idx="2"/>
            <a:endCxn id="64" idx="0"/>
          </p:cNvCxnSpPr>
          <p:nvPr/>
        </p:nvCxnSpPr>
        <p:spPr>
          <a:xfrm>
            <a:off x="8652284" y="2204864"/>
            <a:ext cx="0" cy="5040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CAD11DE5-21E5-A9E7-CF1C-8CAB57258806}"/>
              </a:ext>
            </a:extLst>
          </p:cNvPr>
          <p:cNvSpPr txBox="1"/>
          <p:nvPr/>
        </p:nvSpPr>
        <p:spPr>
          <a:xfrm>
            <a:off x="5663952" y="2276872"/>
            <a:ext cx="2880320" cy="230832"/>
          </a:xfrm>
          <a:prstGeom prst="rect">
            <a:avLst/>
          </a:prstGeom>
          <a:noFill/>
        </p:spPr>
        <p:txBody>
          <a:bodyPr wrap="square" rtlCol="0">
            <a:spAutoFit/>
          </a:bodyPr>
          <a:lstStyle/>
          <a:p>
            <a:pPr algn="ctr"/>
            <a:r>
              <a:rPr lang="en-GB" sz="900" b="1" i="1">
                <a:solidFill>
                  <a:schemeClr val="bg1">
                    <a:lumMod val="90000"/>
                    <a:lumOff val="10000"/>
                  </a:schemeClr>
                </a:solidFill>
                <a:latin typeface="+mn-lt"/>
              </a:rPr>
              <a:t>Parameters captured include CCID and DTID</a:t>
            </a:r>
          </a:p>
        </p:txBody>
      </p:sp>
      <p:cxnSp>
        <p:nvCxnSpPr>
          <p:cNvPr id="70" name="Straight Arrow Connector 69">
            <a:extLst>
              <a:ext uri="{FF2B5EF4-FFF2-40B4-BE49-F238E27FC236}">
                <a16:creationId xmlns:a16="http://schemas.microsoft.com/office/drawing/2014/main" id="{72BAE403-60D1-9C23-6C3D-09A89F893663}"/>
              </a:ext>
            </a:extLst>
          </p:cNvPr>
          <p:cNvCxnSpPr>
            <a:cxnSpLocks/>
            <a:stCxn id="64" idx="2"/>
            <a:endCxn id="72" idx="0"/>
          </p:cNvCxnSpPr>
          <p:nvPr/>
        </p:nvCxnSpPr>
        <p:spPr>
          <a:xfrm>
            <a:off x="8652284" y="3356992"/>
            <a:ext cx="0" cy="2880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F285CFB4-75B6-BBC0-54C1-25FB1BBA8DDC}"/>
              </a:ext>
            </a:extLst>
          </p:cNvPr>
          <p:cNvSpPr txBox="1"/>
          <p:nvPr/>
        </p:nvSpPr>
        <p:spPr>
          <a:xfrm>
            <a:off x="8544272" y="3284984"/>
            <a:ext cx="504056" cy="216024"/>
          </a:xfrm>
          <a:prstGeom prst="rect">
            <a:avLst/>
          </a:prstGeom>
          <a:noFill/>
        </p:spPr>
        <p:txBody>
          <a:bodyPr wrap="square" rtlCol="0">
            <a:spAutoFit/>
          </a:bodyPr>
          <a:lstStyle/>
          <a:p>
            <a:pPr algn="ctr"/>
            <a:r>
              <a:rPr lang="en-GB" sz="800">
                <a:latin typeface="+mn-lt"/>
              </a:rPr>
              <a:t>Yes</a:t>
            </a:r>
          </a:p>
        </p:txBody>
      </p:sp>
      <p:sp>
        <p:nvSpPr>
          <p:cNvPr id="72" name="Flowchart: Predefined Process 71">
            <a:extLst>
              <a:ext uri="{FF2B5EF4-FFF2-40B4-BE49-F238E27FC236}">
                <a16:creationId xmlns:a16="http://schemas.microsoft.com/office/drawing/2014/main" id="{BC9D3503-0853-8EED-54D6-3D3A59054F3E}"/>
              </a:ext>
            </a:extLst>
          </p:cNvPr>
          <p:cNvSpPr/>
          <p:nvPr/>
        </p:nvSpPr>
        <p:spPr>
          <a:xfrm>
            <a:off x="7860196" y="3645024"/>
            <a:ext cx="1584176" cy="864096"/>
          </a:xfrm>
          <a:prstGeom prst="flowChartPredefinedProcess">
            <a:avLst/>
          </a:prstGeom>
          <a:solidFill>
            <a:schemeClr val="bg1">
              <a:lumMod val="25000"/>
              <a:lumOff val="75000"/>
            </a:schemeClr>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Write Offer ID from hidden tag on Gated Offer Landing Page to Eloqua</a:t>
            </a:r>
          </a:p>
        </p:txBody>
      </p:sp>
      <p:sp>
        <p:nvSpPr>
          <p:cNvPr id="75" name="TextBox 74">
            <a:extLst>
              <a:ext uri="{FF2B5EF4-FFF2-40B4-BE49-F238E27FC236}">
                <a16:creationId xmlns:a16="http://schemas.microsoft.com/office/drawing/2014/main" id="{79012364-2CFF-A46C-1772-431BD857910B}"/>
              </a:ext>
            </a:extLst>
          </p:cNvPr>
          <p:cNvSpPr txBox="1"/>
          <p:nvPr/>
        </p:nvSpPr>
        <p:spPr>
          <a:xfrm>
            <a:off x="9120336" y="260648"/>
            <a:ext cx="2592288" cy="461665"/>
          </a:xfrm>
          <a:prstGeom prst="rect">
            <a:avLst/>
          </a:prstGeom>
          <a:noFill/>
        </p:spPr>
        <p:txBody>
          <a:bodyPr wrap="square" rtlCol="0">
            <a:spAutoFit/>
          </a:bodyPr>
          <a:lstStyle/>
          <a:p>
            <a:pPr algn="ctr"/>
            <a:r>
              <a:rPr lang="en-GB" sz="1200" b="1">
                <a:solidFill>
                  <a:schemeClr val="bg1">
                    <a:lumMod val="50000"/>
                    <a:lumOff val="50000"/>
                  </a:schemeClr>
                </a:solidFill>
                <a:latin typeface="+mn-lt"/>
              </a:rPr>
              <a:t>Assumption that Cookies have been accepted</a:t>
            </a:r>
          </a:p>
        </p:txBody>
      </p:sp>
      <p:sp>
        <p:nvSpPr>
          <p:cNvPr id="76" name="Flowchart: Internal Storage 75">
            <a:extLst>
              <a:ext uri="{FF2B5EF4-FFF2-40B4-BE49-F238E27FC236}">
                <a16:creationId xmlns:a16="http://schemas.microsoft.com/office/drawing/2014/main" id="{8CA2A686-05DD-38EF-F70A-EB915B23C620}"/>
              </a:ext>
            </a:extLst>
          </p:cNvPr>
          <p:cNvSpPr/>
          <p:nvPr/>
        </p:nvSpPr>
        <p:spPr>
          <a:xfrm>
            <a:off x="4674394" y="3717032"/>
            <a:ext cx="1224136" cy="792088"/>
          </a:xfrm>
          <a:prstGeom prst="flowChartInternalStorage">
            <a:avLst/>
          </a:prstGeom>
          <a:solidFill>
            <a:schemeClr val="bg1">
              <a:lumMod val="10000"/>
              <a:lumOff val="90000"/>
            </a:schemeClr>
          </a:solidFill>
          <a:ln>
            <a:solidFill>
              <a:schemeClr val="bg1">
                <a:lumMod val="50000"/>
                <a:lumOff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t>Continue Journey with Local Storage values</a:t>
            </a:r>
          </a:p>
        </p:txBody>
      </p:sp>
      <p:cxnSp>
        <p:nvCxnSpPr>
          <p:cNvPr id="82" name="Connector: Elbow 81">
            <a:extLst>
              <a:ext uri="{FF2B5EF4-FFF2-40B4-BE49-F238E27FC236}">
                <a16:creationId xmlns:a16="http://schemas.microsoft.com/office/drawing/2014/main" id="{D854A041-6ACC-37C3-5407-AEF7AB1116FB}"/>
              </a:ext>
            </a:extLst>
          </p:cNvPr>
          <p:cNvCxnSpPr>
            <a:cxnSpLocks/>
            <a:stCxn id="76" idx="3"/>
          </p:cNvCxnSpPr>
          <p:nvPr/>
        </p:nvCxnSpPr>
        <p:spPr>
          <a:xfrm flipV="1">
            <a:off x="5898530" y="2060848"/>
            <a:ext cx="2141686" cy="205222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84" name="Straight Arrow Connector 83">
            <a:extLst>
              <a:ext uri="{FF2B5EF4-FFF2-40B4-BE49-F238E27FC236}">
                <a16:creationId xmlns:a16="http://schemas.microsoft.com/office/drawing/2014/main" id="{28806240-BEFB-E45B-BA66-B1E79B039361}"/>
              </a:ext>
            </a:extLst>
          </p:cNvPr>
          <p:cNvCxnSpPr>
            <a:cxnSpLocks/>
            <a:stCxn id="33" idx="2"/>
            <a:endCxn id="7" idx="0"/>
          </p:cNvCxnSpPr>
          <p:nvPr/>
        </p:nvCxnSpPr>
        <p:spPr>
          <a:xfrm>
            <a:off x="3503712" y="4437112"/>
            <a:ext cx="11215" cy="4320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6" name="TextBox 85">
            <a:extLst>
              <a:ext uri="{FF2B5EF4-FFF2-40B4-BE49-F238E27FC236}">
                <a16:creationId xmlns:a16="http://schemas.microsoft.com/office/drawing/2014/main" id="{3624D1C9-6778-A917-63E4-74443FAED371}"/>
              </a:ext>
            </a:extLst>
          </p:cNvPr>
          <p:cNvSpPr txBox="1"/>
          <p:nvPr/>
        </p:nvSpPr>
        <p:spPr>
          <a:xfrm>
            <a:off x="3071664" y="4581128"/>
            <a:ext cx="504056" cy="216024"/>
          </a:xfrm>
          <a:prstGeom prst="rect">
            <a:avLst/>
          </a:prstGeom>
          <a:noFill/>
        </p:spPr>
        <p:txBody>
          <a:bodyPr wrap="square" rtlCol="0">
            <a:spAutoFit/>
          </a:bodyPr>
          <a:lstStyle/>
          <a:p>
            <a:pPr algn="ctr"/>
            <a:r>
              <a:rPr lang="en-GB" sz="800">
                <a:latin typeface="+mn-lt"/>
              </a:rPr>
              <a:t>No</a:t>
            </a:r>
          </a:p>
        </p:txBody>
      </p:sp>
      <p:cxnSp>
        <p:nvCxnSpPr>
          <p:cNvPr id="92" name="Connector: Elbow 91">
            <a:extLst>
              <a:ext uri="{FF2B5EF4-FFF2-40B4-BE49-F238E27FC236}">
                <a16:creationId xmlns:a16="http://schemas.microsoft.com/office/drawing/2014/main" id="{CE3143A4-1271-F221-9030-DF15167BED87}"/>
              </a:ext>
            </a:extLst>
          </p:cNvPr>
          <p:cNvCxnSpPr>
            <a:cxnSpLocks/>
            <a:stCxn id="7" idx="3"/>
            <a:endCxn id="76" idx="2"/>
          </p:cNvCxnSpPr>
          <p:nvPr/>
        </p:nvCxnSpPr>
        <p:spPr>
          <a:xfrm flipV="1">
            <a:off x="4553504" y="4509120"/>
            <a:ext cx="732958" cy="90010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95" name="Flowchart: Predefined Process 94">
            <a:extLst>
              <a:ext uri="{FF2B5EF4-FFF2-40B4-BE49-F238E27FC236}">
                <a16:creationId xmlns:a16="http://schemas.microsoft.com/office/drawing/2014/main" id="{B64EFA18-7BC8-C721-2169-E448C4486087}"/>
              </a:ext>
            </a:extLst>
          </p:cNvPr>
          <p:cNvSpPr/>
          <p:nvPr/>
        </p:nvSpPr>
        <p:spPr>
          <a:xfrm>
            <a:off x="7680176" y="5085184"/>
            <a:ext cx="1944216" cy="936104"/>
          </a:xfrm>
          <a:prstGeom prst="flowChartPredefinedProcess">
            <a:avLst/>
          </a:prstGeom>
          <a:solidFill>
            <a:schemeClr val="bg1">
              <a:lumMod val="25000"/>
              <a:lumOff val="75000"/>
            </a:schemeClr>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t>Write Activity ID and Drive to ID Data from Local Storage to Eloqua and persist for 24 Hours</a:t>
            </a:r>
          </a:p>
        </p:txBody>
      </p:sp>
      <p:cxnSp>
        <p:nvCxnSpPr>
          <p:cNvPr id="108" name="Straight Arrow Connector 107">
            <a:extLst>
              <a:ext uri="{FF2B5EF4-FFF2-40B4-BE49-F238E27FC236}">
                <a16:creationId xmlns:a16="http://schemas.microsoft.com/office/drawing/2014/main" id="{3B6BFA34-28E5-B3C3-8CB9-0AA77971FBC2}"/>
              </a:ext>
            </a:extLst>
          </p:cNvPr>
          <p:cNvCxnSpPr>
            <a:cxnSpLocks/>
            <a:stCxn id="72" idx="2"/>
            <a:endCxn id="95" idx="0"/>
          </p:cNvCxnSpPr>
          <p:nvPr/>
        </p:nvCxnSpPr>
        <p:spPr>
          <a:xfrm>
            <a:off x="8652284" y="4509120"/>
            <a:ext cx="0" cy="5760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3" name="Flowchart: Terminator 112">
            <a:extLst>
              <a:ext uri="{FF2B5EF4-FFF2-40B4-BE49-F238E27FC236}">
                <a16:creationId xmlns:a16="http://schemas.microsoft.com/office/drawing/2014/main" id="{8005EAC8-BB46-A357-AF37-B086151C7502}"/>
              </a:ext>
            </a:extLst>
          </p:cNvPr>
          <p:cNvSpPr/>
          <p:nvPr/>
        </p:nvSpPr>
        <p:spPr>
          <a:xfrm>
            <a:off x="10355687" y="5337212"/>
            <a:ext cx="792088" cy="432048"/>
          </a:xfrm>
          <a:prstGeom prst="flowChartTerminator">
            <a:avLst/>
          </a:prstGeom>
          <a:solidFill>
            <a:schemeClr val="tx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a:t>End Process</a:t>
            </a:r>
          </a:p>
        </p:txBody>
      </p:sp>
      <p:cxnSp>
        <p:nvCxnSpPr>
          <p:cNvPr id="117" name="Straight Arrow Connector 116">
            <a:extLst>
              <a:ext uri="{FF2B5EF4-FFF2-40B4-BE49-F238E27FC236}">
                <a16:creationId xmlns:a16="http://schemas.microsoft.com/office/drawing/2014/main" id="{7A61AEBF-4F1C-F71F-C319-82FE19C8C45F}"/>
              </a:ext>
            </a:extLst>
          </p:cNvPr>
          <p:cNvCxnSpPr>
            <a:cxnSpLocks/>
            <a:stCxn id="95" idx="3"/>
            <a:endCxn id="113" idx="1"/>
          </p:cNvCxnSpPr>
          <p:nvPr/>
        </p:nvCxnSpPr>
        <p:spPr>
          <a:xfrm>
            <a:off x="9624392" y="5553236"/>
            <a:ext cx="73129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8" name="Flowchart: Predefined Process 117">
            <a:extLst>
              <a:ext uri="{FF2B5EF4-FFF2-40B4-BE49-F238E27FC236}">
                <a16:creationId xmlns:a16="http://schemas.microsoft.com/office/drawing/2014/main" id="{5654A810-6C57-F07E-DC3B-80F6796408CE}"/>
              </a:ext>
            </a:extLst>
          </p:cNvPr>
          <p:cNvSpPr/>
          <p:nvPr/>
        </p:nvSpPr>
        <p:spPr>
          <a:xfrm>
            <a:off x="9768408" y="2636912"/>
            <a:ext cx="1152128" cy="792088"/>
          </a:xfrm>
          <a:prstGeom prst="flowChartPredefinedProcess">
            <a:avLst/>
          </a:prstGeom>
          <a:solidFill>
            <a:schemeClr val="bg1">
              <a:lumMod val="25000"/>
              <a:lumOff val="75000"/>
            </a:schemeClr>
          </a:solidFill>
          <a:ln>
            <a:solidFill>
              <a:schemeClr val="bg1">
                <a:lumMod val="90000"/>
                <a:lumOff val="1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t>Persist IDs in Local Storage for 24 Hours</a:t>
            </a:r>
          </a:p>
        </p:txBody>
      </p:sp>
      <p:cxnSp>
        <p:nvCxnSpPr>
          <p:cNvPr id="120" name="Straight Arrow Connector 119">
            <a:extLst>
              <a:ext uri="{FF2B5EF4-FFF2-40B4-BE49-F238E27FC236}">
                <a16:creationId xmlns:a16="http://schemas.microsoft.com/office/drawing/2014/main" id="{5C3268BC-EC01-2009-0531-4F714E0B022B}"/>
              </a:ext>
            </a:extLst>
          </p:cNvPr>
          <p:cNvCxnSpPr>
            <a:stCxn id="64" idx="3"/>
            <a:endCxn id="118" idx="1"/>
          </p:cNvCxnSpPr>
          <p:nvPr/>
        </p:nvCxnSpPr>
        <p:spPr>
          <a:xfrm>
            <a:off x="9192344" y="3032956"/>
            <a:ext cx="57606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1" name="TextBox 120">
            <a:extLst>
              <a:ext uri="{FF2B5EF4-FFF2-40B4-BE49-F238E27FC236}">
                <a16:creationId xmlns:a16="http://schemas.microsoft.com/office/drawing/2014/main" id="{6172B1B0-89AA-FE3A-BCCA-C674EAA592B3}"/>
              </a:ext>
            </a:extLst>
          </p:cNvPr>
          <p:cNvSpPr txBox="1"/>
          <p:nvPr/>
        </p:nvSpPr>
        <p:spPr>
          <a:xfrm>
            <a:off x="9048328" y="2780928"/>
            <a:ext cx="792088" cy="215444"/>
          </a:xfrm>
          <a:prstGeom prst="rect">
            <a:avLst/>
          </a:prstGeom>
          <a:noFill/>
        </p:spPr>
        <p:txBody>
          <a:bodyPr wrap="square" rtlCol="0">
            <a:spAutoFit/>
          </a:bodyPr>
          <a:lstStyle/>
          <a:p>
            <a:pPr algn="ctr"/>
            <a:r>
              <a:rPr lang="en-GB" sz="800">
                <a:latin typeface="+mn-lt"/>
              </a:rPr>
              <a:t>Exit .com</a:t>
            </a:r>
          </a:p>
        </p:txBody>
      </p:sp>
      <p:cxnSp>
        <p:nvCxnSpPr>
          <p:cNvPr id="123" name="Connector: Elbow 122">
            <a:extLst>
              <a:ext uri="{FF2B5EF4-FFF2-40B4-BE49-F238E27FC236}">
                <a16:creationId xmlns:a16="http://schemas.microsoft.com/office/drawing/2014/main" id="{81D49EC1-B349-4BA7-5706-ED57945A5A26}"/>
              </a:ext>
            </a:extLst>
          </p:cNvPr>
          <p:cNvCxnSpPr>
            <a:stCxn id="118" idx="3"/>
            <a:endCxn id="113" idx="3"/>
          </p:cNvCxnSpPr>
          <p:nvPr/>
        </p:nvCxnSpPr>
        <p:spPr>
          <a:xfrm>
            <a:off x="10920536" y="3032956"/>
            <a:ext cx="227239" cy="2520280"/>
          </a:xfrm>
          <a:prstGeom prst="bentConnector3">
            <a:avLst>
              <a:gd name="adj1" fmla="val 200599"/>
            </a:avLst>
          </a:prstGeom>
          <a:ln>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4C42D973-73FC-AB5C-4CDE-F95B1EB8E950}"/>
              </a:ext>
            </a:extLst>
          </p:cNvPr>
          <p:cNvSpPr txBox="1"/>
          <p:nvPr/>
        </p:nvSpPr>
        <p:spPr>
          <a:xfrm>
            <a:off x="911424" y="5085184"/>
            <a:ext cx="1440160" cy="707886"/>
          </a:xfrm>
          <a:prstGeom prst="rect">
            <a:avLst/>
          </a:prstGeom>
          <a:noFill/>
        </p:spPr>
        <p:txBody>
          <a:bodyPr wrap="square" rtlCol="0">
            <a:spAutoFit/>
          </a:bodyPr>
          <a:lstStyle/>
          <a:p>
            <a:pPr algn="ctr"/>
            <a:r>
              <a:rPr lang="en-GB" sz="800" b="1" i="1">
                <a:solidFill>
                  <a:schemeClr val="bg1">
                    <a:lumMod val="50000"/>
                    <a:lumOff val="50000"/>
                  </a:schemeClr>
                </a:solidFill>
                <a:latin typeface="+mn-lt"/>
              </a:rPr>
              <a:t>Page Alignment will remain until we have confirmation that it can be removed and not impact reporting</a:t>
            </a:r>
          </a:p>
        </p:txBody>
      </p:sp>
    </p:spTree>
    <p:extLst>
      <p:ext uri="{BB962C8B-B14F-4D97-AF65-F5344CB8AC3E}">
        <p14:creationId xmlns:p14="http://schemas.microsoft.com/office/powerpoint/2010/main" val="4034934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06C9A-76C5-AA39-8A83-7C12F5DD57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7E4DB5A-109F-2D29-CE94-AB1088279720}"/>
              </a:ext>
            </a:extLst>
          </p:cNvPr>
          <p:cNvSpPr/>
          <p:nvPr/>
        </p:nvSpPr>
        <p:spPr>
          <a:xfrm>
            <a:off x="0" y="0"/>
            <a:ext cx="3431704" cy="6858000"/>
          </a:xfrm>
          <a:prstGeom prst="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3BCAD0C1-FEC2-CF34-32C8-CBC6D4BF771C}"/>
              </a:ext>
            </a:extLst>
          </p:cNvPr>
          <p:cNvSpPr/>
          <p:nvPr/>
        </p:nvSpPr>
        <p:spPr>
          <a:xfrm>
            <a:off x="0" y="1304764"/>
            <a:ext cx="10972800" cy="4248472"/>
          </a:xfrm>
          <a:prstGeom prst="rect">
            <a:avLst/>
          </a:prstGeom>
          <a:solidFill>
            <a:schemeClr val="bg1">
              <a:lumMod val="10000"/>
              <a:lumOff val="90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E616D0ED-24A3-285B-7A33-A61AE8C858BE}"/>
              </a:ext>
            </a:extLst>
          </p:cNvPr>
          <p:cNvSpPr txBox="1"/>
          <p:nvPr/>
        </p:nvSpPr>
        <p:spPr>
          <a:xfrm>
            <a:off x="3863752" y="2060848"/>
            <a:ext cx="7056784" cy="2367956"/>
          </a:xfrm>
          <a:prstGeom prst="rect">
            <a:avLst/>
          </a:prstGeom>
          <a:noFill/>
        </p:spPr>
        <p:txBody>
          <a:bodyPr wrap="square" rtlCol="0">
            <a:spAutoFit/>
          </a:bodyPr>
          <a:lstStyle/>
          <a:p>
            <a:pPr algn="ctr"/>
            <a:r>
              <a:rPr lang="en-GB" sz="4800" dirty="0">
                <a:latin typeface="+mn-lt"/>
              </a:rPr>
              <a:t>Data Capture Examples</a:t>
            </a:r>
          </a:p>
          <a:p>
            <a:pPr marL="0" marR="0" algn="ctr">
              <a:lnSpc>
                <a:spcPct val="107000"/>
              </a:lnSpc>
              <a:spcAft>
                <a:spcPts val="800"/>
              </a:spcAft>
            </a:pPr>
            <a:endParaRPr lang="en-GB" sz="4800" kern="100" dirty="0">
              <a:solidFill>
                <a:srgbClr val="001D35"/>
              </a:solidFill>
              <a:latin typeface="+mn-lt"/>
              <a:cs typeface="Times New Roman" panose="02020603050405020304" pitchFamily="18" charset="0"/>
            </a:endParaRPr>
          </a:p>
          <a:p>
            <a:pPr marL="0" marR="0" algn="ctr">
              <a:lnSpc>
                <a:spcPct val="107000"/>
              </a:lnSpc>
              <a:spcAft>
                <a:spcPts val="800"/>
              </a:spcAft>
            </a:pPr>
            <a:r>
              <a:rPr lang="en-GB" sz="2000" kern="100" dirty="0">
                <a:solidFill>
                  <a:srgbClr val="001D35"/>
                </a:solidFill>
                <a:latin typeface="+mj-lt"/>
                <a:cs typeface="Times New Roman" panose="02020603050405020304" pitchFamily="18" charset="0"/>
              </a:rPr>
              <a:t>In this section we will look at how data is stored for reporting and lead generation using the precedence and persistence logic </a:t>
            </a:r>
          </a:p>
        </p:txBody>
      </p:sp>
      <p:pic>
        <p:nvPicPr>
          <p:cNvPr id="57" name="Picture 56">
            <a:extLst>
              <a:ext uri="{FF2B5EF4-FFF2-40B4-BE49-F238E27FC236}">
                <a16:creationId xmlns:a16="http://schemas.microsoft.com/office/drawing/2014/main" id="{C9DEA2BE-4016-282C-80AA-21CE990C6BEB}"/>
              </a:ext>
            </a:extLst>
          </p:cNvPr>
          <p:cNvPicPr>
            <a:picLocks noChangeAspect="1"/>
          </p:cNvPicPr>
          <p:nvPr/>
        </p:nvPicPr>
        <p:blipFill>
          <a:blip r:embed="rId3"/>
          <a:stretch>
            <a:fillRect/>
          </a:stretch>
        </p:blipFill>
        <p:spPr>
          <a:xfrm>
            <a:off x="191344" y="1988840"/>
            <a:ext cx="3424437" cy="2770480"/>
          </a:xfrm>
          <a:prstGeom prst="rect">
            <a:avLst/>
          </a:prstGeom>
        </p:spPr>
      </p:pic>
    </p:spTree>
    <p:extLst>
      <p:ext uri="{BB962C8B-B14F-4D97-AF65-F5344CB8AC3E}">
        <p14:creationId xmlns:p14="http://schemas.microsoft.com/office/powerpoint/2010/main" val="28378100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10EB7-D584-F261-807C-7182CC4C3002}"/>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F738983C-DF85-07DC-85A1-AA414E02067E}"/>
              </a:ext>
            </a:extLst>
          </p:cNvPr>
          <p:cNvGrpSpPr/>
          <p:nvPr/>
        </p:nvGrpSpPr>
        <p:grpSpPr>
          <a:xfrm rot="10800000" flipH="1" flipV="1">
            <a:off x="191344" y="1124744"/>
            <a:ext cx="944488" cy="5112568"/>
            <a:chOff x="6023992" y="999789"/>
            <a:chExt cx="944488" cy="5093587"/>
          </a:xfrm>
        </p:grpSpPr>
        <p:sp>
          <p:nvSpPr>
            <p:cNvPr id="6" name="Rectangle 5">
              <a:extLst>
                <a:ext uri="{FF2B5EF4-FFF2-40B4-BE49-F238E27FC236}">
                  <a16:creationId xmlns:a16="http://schemas.microsoft.com/office/drawing/2014/main" id="{49F9DAB8-1F3F-F0DB-B1AA-FE07F3E9AA23}"/>
                </a:ext>
              </a:extLst>
            </p:cNvPr>
            <p:cNvSpPr/>
            <p:nvPr/>
          </p:nvSpPr>
          <p:spPr>
            <a:xfrm>
              <a:off x="6384032" y="999789"/>
              <a:ext cx="584448" cy="5093587"/>
            </a:xfrm>
            <a:prstGeom prst="rect">
              <a:avLst/>
            </a:prstGeom>
            <a:gradFill>
              <a:gsLst>
                <a:gs pos="0">
                  <a:schemeClr val="tx1">
                    <a:lumMod val="50000"/>
                    <a:alpha val="36000"/>
                  </a:schemeClr>
                </a:gs>
                <a:gs pos="90000">
                  <a:schemeClr val="tx1">
                    <a:lumMod val="50000"/>
                    <a:alpha val="0"/>
                  </a:scheme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87760FA4-C061-8F47-6A94-DE1B6F35E81C}"/>
                </a:ext>
              </a:extLst>
            </p:cNvPr>
            <p:cNvSpPr/>
            <p:nvPr/>
          </p:nvSpPr>
          <p:spPr>
            <a:xfrm>
              <a:off x="6023992" y="1010308"/>
              <a:ext cx="792088" cy="5082988"/>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 name="Rectangle: Rounded Corners 17">
            <a:extLst>
              <a:ext uri="{FF2B5EF4-FFF2-40B4-BE49-F238E27FC236}">
                <a16:creationId xmlns:a16="http://schemas.microsoft.com/office/drawing/2014/main" id="{DDCE8730-4708-FAC7-8FCA-6305EA429774}"/>
              </a:ext>
            </a:extLst>
          </p:cNvPr>
          <p:cNvSpPr/>
          <p:nvPr/>
        </p:nvSpPr>
        <p:spPr>
          <a:xfrm>
            <a:off x="-1176808" y="4509120"/>
            <a:ext cx="10369152" cy="1584176"/>
          </a:xfrm>
          <a:prstGeom prst="roundRect">
            <a:avLst/>
          </a:prstGeom>
          <a:solidFill>
            <a:schemeClr val="bg1">
              <a:lumMod val="10000"/>
              <a:lumOff val="9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56853F83-529A-7596-9ED0-D37FE8CA8AB2}"/>
              </a:ext>
            </a:extLst>
          </p:cNvPr>
          <p:cNvSpPr/>
          <p:nvPr/>
        </p:nvSpPr>
        <p:spPr>
          <a:xfrm>
            <a:off x="-1176808" y="2996952"/>
            <a:ext cx="10369152" cy="1368152"/>
          </a:xfrm>
          <a:prstGeom prst="roundRect">
            <a:avLst/>
          </a:prstGeom>
          <a:solidFill>
            <a:schemeClr val="bg1">
              <a:lumMod val="25000"/>
              <a:lumOff val="75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4013180E-95A2-5AD1-B505-9D9A7C3E2EC9}"/>
              </a:ext>
            </a:extLst>
          </p:cNvPr>
          <p:cNvSpPr/>
          <p:nvPr/>
        </p:nvSpPr>
        <p:spPr>
          <a:xfrm>
            <a:off x="-1176808" y="1484784"/>
            <a:ext cx="14257584" cy="1368152"/>
          </a:xfrm>
          <a:prstGeom prst="roundRect">
            <a:avLst/>
          </a:prstGeom>
          <a:solidFill>
            <a:schemeClr val="bg1">
              <a:lumMod val="50000"/>
              <a:lumOff val="5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lowchart: Terminator 2">
            <a:extLst>
              <a:ext uri="{FF2B5EF4-FFF2-40B4-BE49-F238E27FC236}">
                <a16:creationId xmlns:a16="http://schemas.microsoft.com/office/drawing/2014/main" id="{9BB0867F-ABAC-0AC3-4FD2-5A9E51631B99}"/>
              </a:ext>
            </a:extLst>
          </p:cNvPr>
          <p:cNvSpPr/>
          <p:nvPr/>
        </p:nvSpPr>
        <p:spPr>
          <a:xfrm>
            <a:off x="1595500" y="1876327"/>
            <a:ext cx="648072" cy="360040"/>
          </a:xfrm>
          <a:prstGeom prst="flowChartTerminator">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Start</a:t>
            </a:r>
          </a:p>
        </p:txBody>
      </p:sp>
      <p:sp>
        <p:nvSpPr>
          <p:cNvPr id="4" name="TextBox 3">
            <a:extLst>
              <a:ext uri="{FF2B5EF4-FFF2-40B4-BE49-F238E27FC236}">
                <a16:creationId xmlns:a16="http://schemas.microsoft.com/office/drawing/2014/main" id="{3AE0B017-0EAD-7C35-B288-179E553C6D58}"/>
              </a:ext>
            </a:extLst>
          </p:cNvPr>
          <p:cNvSpPr txBox="1"/>
          <p:nvPr/>
        </p:nvSpPr>
        <p:spPr>
          <a:xfrm>
            <a:off x="1307468" y="2348880"/>
            <a:ext cx="1224136" cy="461665"/>
          </a:xfrm>
          <a:prstGeom prst="rect">
            <a:avLst/>
          </a:prstGeom>
          <a:noFill/>
        </p:spPr>
        <p:txBody>
          <a:bodyPr wrap="square" rtlCol="0">
            <a:spAutoFit/>
          </a:bodyPr>
          <a:lstStyle/>
          <a:p>
            <a:pPr algn="ctr"/>
            <a:r>
              <a:rPr lang="en-GB" sz="800">
                <a:latin typeface="+mn-lt"/>
              </a:rPr>
              <a:t>Customer arrives on .com from a Marketing Email</a:t>
            </a:r>
          </a:p>
        </p:txBody>
      </p:sp>
      <p:sp>
        <p:nvSpPr>
          <p:cNvPr id="11" name="TextBox 10">
            <a:extLst>
              <a:ext uri="{FF2B5EF4-FFF2-40B4-BE49-F238E27FC236}">
                <a16:creationId xmlns:a16="http://schemas.microsoft.com/office/drawing/2014/main" id="{9E5AE5DD-5D70-FD9B-9ED2-FF65A16B247E}"/>
              </a:ext>
            </a:extLst>
          </p:cNvPr>
          <p:cNvSpPr txBox="1"/>
          <p:nvPr/>
        </p:nvSpPr>
        <p:spPr>
          <a:xfrm>
            <a:off x="1163452" y="3174067"/>
            <a:ext cx="1512168" cy="954107"/>
          </a:xfrm>
          <a:prstGeom prst="rect">
            <a:avLst/>
          </a:prstGeom>
          <a:noFill/>
        </p:spPr>
        <p:txBody>
          <a:bodyPr wrap="square" rtlCol="0">
            <a:spAutoFit/>
          </a:bodyPr>
          <a:lstStyle/>
          <a:p>
            <a:r>
              <a:rPr lang="en-GB" sz="800" kern="0" dirty="0">
                <a:effectLst/>
                <a:latin typeface="+mn-lt"/>
                <a:ea typeface="Times New Roman" panose="02020603050405020304" pitchFamily="18" charset="0"/>
                <a:cs typeface="Times New Roman" panose="02020603050405020304" pitchFamily="18" charset="0"/>
              </a:rPr>
              <a:t>https://www.cisco.com/site/uk/en/solutions/transform-infrastructure/cloud-operating-model-overview.html?ccid=cc004663&amp;dtid=oemels001119&amp;oid=na</a:t>
            </a:r>
            <a:endParaRPr lang="en-GB" sz="800" kern="100" dirty="0">
              <a:effectLst/>
              <a:latin typeface="+mn-lt"/>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C7108FCE-F703-376C-067C-0DD865B93FD5}"/>
              </a:ext>
            </a:extLst>
          </p:cNvPr>
          <p:cNvSpPr txBox="1"/>
          <p:nvPr/>
        </p:nvSpPr>
        <p:spPr>
          <a:xfrm>
            <a:off x="983432" y="4474855"/>
            <a:ext cx="1872208" cy="1569660"/>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URL Parameters captured</a:t>
            </a:r>
          </a:p>
          <a:p>
            <a:r>
              <a:rPr lang="en-GB" sz="800" dirty="0">
                <a:latin typeface="+mn-lt"/>
              </a:rPr>
              <a:t>   CCID: </a:t>
            </a:r>
            <a:r>
              <a:rPr lang="en-GB" sz="800" kern="0" dirty="0">
                <a:effectLst/>
                <a:latin typeface="+mn-lt"/>
                <a:ea typeface="Times New Roman" panose="02020603050405020304" pitchFamily="18" charset="0"/>
                <a:cs typeface="Times New Roman" panose="02020603050405020304" pitchFamily="18" charset="0"/>
              </a:rPr>
              <a:t>cc004663</a:t>
            </a:r>
          </a:p>
          <a:p>
            <a:r>
              <a:rPr lang="en-GB" sz="800" kern="0" dirty="0">
                <a:latin typeface="+mn-lt"/>
                <a:cs typeface="Times New Roman" panose="02020603050405020304" pitchFamily="18" charset="0"/>
              </a:rPr>
              <a:t>   DTID: </a:t>
            </a:r>
            <a:r>
              <a:rPr lang="en-GB" sz="800" kern="0" dirty="0">
                <a:effectLst/>
                <a:latin typeface="+mn-lt"/>
                <a:ea typeface="Times New Roman" panose="02020603050405020304" pitchFamily="18" charset="0"/>
                <a:cs typeface="Times New Roman" panose="02020603050405020304" pitchFamily="18" charset="0"/>
              </a:rPr>
              <a:t>oemels001119</a:t>
            </a:r>
          </a:p>
          <a:p>
            <a:r>
              <a:rPr lang="en-GB" sz="800" kern="0" dirty="0">
                <a:latin typeface="+mn-lt"/>
                <a:cs typeface="Times New Roman" panose="02020603050405020304" pitchFamily="18" charset="0"/>
              </a:rPr>
              <a:t>   OD will be ignored in any URL</a:t>
            </a:r>
            <a:endParaRPr lang="en-GB" sz="800" b="1" dirty="0">
              <a:latin typeface="+mn-lt"/>
            </a:endParaRPr>
          </a:p>
          <a:p>
            <a:endParaRPr lang="en-GB" sz="800" b="1" dirty="0">
              <a:latin typeface="+mn-lt"/>
            </a:endParaRPr>
          </a:p>
          <a:p>
            <a:r>
              <a:rPr lang="en-GB" sz="800" b="1" dirty="0">
                <a:latin typeface="+mn-lt"/>
              </a:rPr>
              <a:t>Persistence Rule: </a:t>
            </a:r>
          </a:p>
          <a:p>
            <a:r>
              <a:rPr lang="en-GB" sz="800" dirty="0">
                <a:latin typeface="+mn-lt"/>
              </a:rPr>
              <a:t>CCID &amp; DTID captured in local storage for 24 hours</a:t>
            </a:r>
          </a:p>
          <a:p>
            <a:endParaRPr lang="en-GB" sz="800" dirty="0">
              <a:latin typeface="+mn-lt"/>
            </a:endParaRPr>
          </a:p>
          <a:p>
            <a:r>
              <a:rPr lang="en-GB" sz="800" b="1" dirty="0">
                <a:latin typeface="+mn-lt"/>
              </a:rPr>
              <a:t>Weblogs::</a:t>
            </a:r>
            <a:r>
              <a:rPr lang="en-GB" sz="800" dirty="0">
                <a:latin typeface="+mn-lt"/>
              </a:rPr>
              <a:t>Any parameters added to the URL will be captured</a:t>
            </a:r>
          </a:p>
        </p:txBody>
      </p:sp>
      <p:pic>
        <p:nvPicPr>
          <p:cNvPr id="15" name="Graphic 14" descr="Badge 1 with solid fill">
            <a:extLst>
              <a:ext uri="{FF2B5EF4-FFF2-40B4-BE49-F238E27FC236}">
                <a16:creationId xmlns:a16="http://schemas.microsoft.com/office/drawing/2014/main" id="{CE666692-CCA7-D97B-D124-ADB1907A88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31504" y="908720"/>
            <a:ext cx="548640" cy="548640"/>
          </a:xfrm>
          <a:prstGeom prst="rect">
            <a:avLst/>
          </a:prstGeom>
        </p:spPr>
      </p:pic>
      <p:sp>
        <p:nvSpPr>
          <p:cNvPr id="2" name="Text Placeholder 1">
            <a:extLst>
              <a:ext uri="{FF2B5EF4-FFF2-40B4-BE49-F238E27FC236}">
                <a16:creationId xmlns:a16="http://schemas.microsoft.com/office/drawing/2014/main" id="{6FAC0BCF-A678-E709-461E-67728D77CF49}"/>
              </a:ext>
            </a:extLst>
          </p:cNvPr>
          <p:cNvSpPr>
            <a:spLocks noGrp="1"/>
          </p:cNvSpPr>
          <p:nvPr>
            <p:ph type="body" sz="quarter" idx="82"/>
          </p:nvPr>
        </p:nvSpPr>
        <p:spPr>
          <a:xfrm>
            <a:off x="625928" y="450012"/>
            <a:ext cx="10942680" cy="530716"/>
          </a:xfrm>
        </p:spPr>
        <p:txBody>
          <a:bodyPr/>
          <a:lstStyle/>
          <a:p>
            <a:r>
              <a:rPr lang="en-GB" dirty="0"/>
              <a:t>All Paths from Marketing Initiative</a:t>
            </a:r>
          </a:p>
        </p:txBody>
      </p:sp>
      <p:sp>
        <p:nvSpPr>
          <p:cNvPr id="8" name="TextBox 7">
            <a:extLst>
              <a:ext uri="{FF2B5EF4-FFF2-40B4-BE49-F238E27FC236}">
                <a16:creationId xmlns:a16="http://schemas.microsoft.com/office/drawing/2014/main" id="{BC4DAD09-9208-87EA-4802-0942A9C03420}"/>
              </a:ext>
            </a:extLst>
          </p:cNvPr>
          <p:cNvSpPr txBox="1"/>
          <p:nvPr/>
        </p:nvSpPr>
        <p:spPr>
          <a:xfrm>
            <a:off x="-168696" y="1916832"/>
            <a:ext cx="1224136" cy="369332"/>
          </a:xfrm>
          <a:prstGeom prst="rect">
            <a:avLst/>
          </a:prstGeom>
          <a:noFill/>
        </p:spPr>
        <p:txBody>
          <a:bodyPr wrap="square" rtlCol="0">
            <a:spAutoFit/>
          </a:bodyPr>
          <a:lstStyle/>
          <a:p>
            <a:pPr algn="ctr"/>
            <a:r>
              <a:rPr lang="en-GB" b="1">
                <a:latin typeface="+mn-lt"/>
              </a:rPr>
              <a:t>Action</a:t>
            </a:r>
          </a:p>
        </p:txBody>
      </p:sp>
      <p:sp>
        <p:nvSpPr>
          <p:cNvPr id="9" name="TextBox 8">
            <a:extLst>
              <a:ext uri="{FF2B5EF4-FFF2-40B4-BE49-F238E27FC236}">
                <a16:creationId xmlns:a16="http://schemas.microsoft.com/office/drawing/2014/main" id="{9E4ADCFA-503A-FBD1-DC16-30936B22651B}"/>
              </a:ext>
            </a:extLst>
          </p:cNvPr>
          <p:cNvSpPr txBox="1"/>
          <p:nvPr/>
        </p:nvSpPr>
        <p:spPr>
          <a:xfrm>
            <a:off x="-168696" y="3462099"/>
            <a:ext cx="1224136" cy="369332"/>
          </a:xfrm>
          <a:prstGeom prst="rect">
            <a:avLst/>
          </a:prstGeom>
          <a:noFill/>
        </p:spPr>
        <p:txBody>
          <a:bodyPr wrap="square" rtlCol="0">
            <a:spAutoFit/>
          </a:bodyPr>
          <a:lstStyle/>
          <a:p>
            <a:pPr algn="ctr"/>
            <a:r>
              <a:rPr lang="en-GB" b="1">
                <a:latin typeface="+mn-lt"/>
              </a:rPr>
              <a:t>URL</a:t>
            </a:r>
          </a:p>
        </p:txBody>
      </p:sp>
      <p:sp>
        <p:nvSpPr>
          <p:cNvPr id="10" name="TextBox 9">
            <a:extLst>
              <a:ext uri="{FF2B5EF4-FFF2-40B4-BE49-F238E27FC236}">
                <a16:creationId xmlns:a16="http://schemas.microsoft.com/office/drawing/2014/main" id="{3C107E38-5387-3368-A41F-E79DCBD55026}"/>
              </a:ext>
            </a:extLst>
          </p:cNvPr>
          <p:cNvSpPr txBox="1"/>
          <p:nvPr/>
        </p:nvSpPr>
        <p:spPr>
          <a:xfrm>
            <a:off x="-168696" y="4762887"/>
            <a:ext cx="1224136" cy="369332"/>
          </a:xfrm>
          <a:prstGeom prst="rect">
            <a:avLst/>
          </a:prstGeom>
          <a:noFill/>
        </p:spPr>
        <p:txBody>
          <a:bodyPr wrap="square" rtlCol="0">
            <a:spAutoFit/>
          </a:bodyPr>
          <a:lstStyle/>
          <a:p>
            <a:pPr algn="ctr"/>
            <a:r>
              <a:rPr lang="en-GB" b="1">
                <a:latin typeface="+mn-lt"/>
              </a:rPr>
              <a:t>Rules</a:t>
            </a:r>
          </a:p>
        </p:txBody>
      </p:sp>
      <p:cxnSp>
        <p:nvCxnSpPr>
          <p:cNvPr id="28" name="Straight Arrow Connector 27">
            <a:extLst>
              <a:ext uri="{FF2B5EF4-FFF2-40B4-BE49-F238E27FC236}">
                <a16:creationId xmlns:a16="http://schemas.microsoft.com/office/drawing/2014/main" id="{7DAD7BB9-2759-2173-5830-1DB1F170C6E1}"/>
              </a:ext>
            </a:extLst>
          </p:cNvPr>
          <p:cNvCxnSpPr>
            <a:cxnSpLocks/>
            <a:stCxn id="3" idx="3"/>
            <a:endCxn id="16" idx="1"/>
          </p:cNvCxnSpPr>
          <p:nvPr/>
        </p:nvCxnSpPr>
        <p:spPr>
          <a:xfrm>
            <a:off x="2243572" y="2056347"/>
            <a:ext cx="10081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Flowchart: Alternate Process 15">
            <a:extLst>
              <a:ext uri="{FF2B5EF4-FFF2-40B4-BE49-F238E27FC236}">
                <a16:creationId xmlns:a16="http://schemas.microsoft.com/office/drawing/2014/main" id="{67D3B63E-B495-1DCE-A79E-7B09D19E1FB8}"/>
              </a:ext>
            </a:extLst>
          </p:cNvPr>
          <p:cNvSpPr/>
          <p:nvPr/>
        </p:nvSpPr>
        <p:spPr>
          <a:xfrm>
            <a:off x="3251684" y="1768315"/>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Navigate to Industrial Security from P&amp;S</a:t>
            </a:r>
          </a:p>
        </p:txBody>
      </p:sp>
      <p:sp>
        <p:nvSpPr>
          <p:cNvPr id="17" name="TextBox 16">
            <a:extLst>
              <a:ext uri="{FF2B5EF4-FFF2-40B4-BE49-F238E27FC236}">
                <a16:creationId xmlns:a16="http://schemas.microsoft.com/office/drawing/2014/main" id="{D022E618-54DE-D289-428D-DA7D40A0960D}"/>
              </a:ext>
            </a:extLst>
          </p:cNvPr>
          <p:cNvSpPr txBox="1"/>
          <p:nvPr/>
        </p:nvSpPr>
        <p:spPr>
          <a:xfrm>
            <a:off x="2945650" y="3174067"/>
            <a:ext cx="1764196" cy="707886"/>
          </a:xfrm>
          <a:prstGeom prst="rect">
            <a:avLst/>
          </a:prstGeom>
          <a:noFill/>
        </p:spPr>
        <p:txBody>
          <a:bodyPr wrap="square" rtlCol="0">
            <a:spAutoFit/>
          </a:bodyPr>
          <a:lstStyle/>
          <a:p>
            <a:r>
              <a:rPr lang="en-GB" sz="800" dirty="0">
                <a:latin typeface="+mn-lt"/>
              </a:rPr>
              <a:t>https://www.cisco.com/site/us/en/products/security/industrial-security/index.html?ccid=cc002176&amp;oid=pstit024545&amp;dtid=odicdc000509</a:t>
            </a:r>
          </a:p>
        </p:txBody>
      </p:sp>
      <p:pic>
        <p:nvPicPr>
          <p:cNvPr id="19" name="Graphic 18" descr="Badge with solid fill">
            <a:extLst>
              <a:ext uri="{FF2B5EF4-FFF2-40B4-BE49-F238E27FC236}">
                <a16:creationId xmlns:a16="http://schemas.microsoft.com/office/drawing/2014/main" id="{89C01F8C-A784-1BD3-5E78-8EEE21A9A2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3712" y="908720"/>
            <a:ext cx="548640" cy="548640"/>
          </a:xfrm>
          <a:prstGeom prst="rect">
            <a:avLst/>
          </a:prstGeom>
        </p:spPr>
      </p:pic>
      <p:sp>
        <p:nvSpPr>
          <p:cNvPr id="20" name="TextBox 19">
            <a:extLst>
              <a:ext uri="{FF2B5EF4-FFF2-40B4-BE49-F238E27FC236}">
                <a16:creationId xmlns:a16="http://schemas.microsoft.com/office/drawing/2014/main" id="{F4164A71-B409-9A21-7287-E45EAC68B21D}"/>
              </a:ext>
            </a:extLst>
          </p:cNvPr>
          <p:cNvSpPr txBox="1"/>
          <p:nvPr/>
        </p:nvSpPr>
        <p:spPr>
          <a:xfrm>
            <a:off x="2783632" y="4474855"/>
            <a:ext cx="2088232" cy="1569660"/>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No Change to CCID and DTID as the referring URL takes precedence from local storage</a:t>
            </a:r>
          </a:p>
          <a:p>
            <a:endParaRPr lang="en-GB" sz="800" b="1" dirty="0">
              <a:latin typeface="+mn-lt"/>
            </a:endParaRPr>
          </a:p>
          <a:p>
            <a:endParaRPr lang="en-GB" sz="800" b="1" dirty="0">
              <a:latin typeface="+mn-lt"/>
            </a:endParaRPr>
          </a:p>
          <a:p>
            <a:r>
              <a:rPr lang="en-GB" sz="800" b="1" dirty="0">
                <a:latin typeface="+mn-lt"/>
              </a:rPr>
              <a:t>Persistence Rule: </a:t>
            </a:r>
          </a:p>
          <a:p>
            <a:r>
              <a:rPr lang="en-GB" sz="800" dirty="0">
                <a:latin typeface="+mn-lt"/>
              </a:rPr>
              <a:t>CCID &amp; DTID maintained in local storage for 24 hours</a:t>
            </a:r>
          </a:p>
          <a:p>
            <a:endParaRPr lang="en-GB" sz="800" dirty="0">
              <a:latin typeface="+mn-lt"/>
            </a:endParaRPr>
          </a:p>
          <a:p>
            <a:r>
              <a:rPr lang="en-GB" sz="800" b="1" dirty="0">
                <a:latin typeface="+mn-lt"/>
              </a:rPr>
              <a:t>Weblogs: </a:t>
            </a:r>
            <a:r>
              <a:rPr lang="en-GB" sz="800" dirty="0">
                <a:latin typeface="+mn-lt"/>
              </a:rPr>
              <a:t>Any parameters added to the URL will be captured</a:t>
            </a:r>
          </a:p>
        </p:txBody>
      </p:sp>
      <p:sp>
        <p:nvSpPr>
          <p:cNvPr id="31" name="TextBox 30">
            <a:extLst>
              <a:ext uri="{FF2B5EF4-FFF2-40B4-BE49-F238E27FC236}">
                <a16:creationId xmlns:a16="http://schemas.microsoft.com/office/drawing/2014/main" id="{4C1BD47D-4F96-9567-9C48-C7E67B7DFF94}"/>
              </a:ext>
            </a:extLst>
          </p:cNvPr>
          <p:cNvSpPr txBox="1"/>
          <p:nvPr/>
        </p:nvSpPr>
        <p:spPr>
          <a:xfrm>
            <a:off x="3215680" y="2348880"/>
            <a:ext cx="1224136" cy="215444"/>
          </a:xfrm>
          <a:prstGeom prst="rect">
            <a:avLst/>
          </a:prstGeom>
          <a:noFill/>
        </p:spPr>
        <p:txBody>
          <a:bodyPr wrap="square" rtlCol="0">
            <a:spAutoFit/>
          </a:bodyPr>
          <a:lstStyle/>
          <a:p>
            <a:pPr algn="ctr"/>
            <a:r>
              <a:rPr lang="en-GB" sz="800">
                <a:latin typeface="+mn-lt"/>
              </a:rPr>
              <a:t>Customer Reads blog</a:t>
            </a:r>
          </a:p>
        </p:txBody>
      </p:sp>
      <p:cxnSp>
        <p:nvCxnSpPr>
          <p:cNvPr id="34" name="Straight Arrow Connector 33">
            <a:extLst>
              <a:ext uri="{FF2B5EF4-FFF2-40B4-BE49-F238E27FC236}">
                <a16:creationId xmlns:a16="http://schemas.microsoft.com/office/drawing/2014/main" id="{88A9F6B2-7049-33A2-8ED4-BC2CF247F7B5}"/>
              </a:ext>
            </a:extLst>
          </p:cNvPr>
          <p:cNvCxnSpPr>
            <a:cxnSpLocks/>
            <a:stCxn id="16" idx="3"/>
            <a:endCxn id="32" idx="1"/>
          </p:cNvCxnSpPr>
          <p:nvPr/>
        </p:nvCxnSpPr>
        <p:spPr>
          <a:xfrm>
            <a:off x="4403812" y="2056347"/>
            <a:ext cx="10081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Flowchart: Alternate Process 31">
            <a:extLst>
              <a:ext uri="{FF2B5EF4-FFF2-40B4-BE49-F238E27FC236}">
                <a16:creationId xmlns:a16="http://schemas.microsoft.com/office/drawing/2014/main" id="{75579AC4-E011-A7D9-FD7A-4A5CC7D47711}"/>
              </a:ext>
            </a:extLst>
          </p:cNvPr>
          <p:cNvSpPr/>
          <p:nvPr/>
        </p:nvSpPr>
        <p:spPr>
          <a:xfrm>
            <a:off x="5411924" y="1768315"/>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Navigate to Explore Cisco Secure Firewall</a:t>
            </a:r>
          </a:p>
        </p:txBody>
      </p:sp>
      <p:pic>
        <p:nvPicPr>
          <p:cNvPr id="36" name="Graphic 35" descr="Badge 3 with solid fill">
            <a:extLst>
              <a:ext uri="{FF2B5EF4-FFF2-40B4-BE49-F238E27FC236}">
                <a16:creationId xmlns:a16="http://schemas.microsoft.com/office/drawing/2014/main" id="{C0D157D2-48CF-E3D0-080E-8E41042CC03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13668" y="908720"/>
            <a:ext cx="548640" cy="548640"/>
          </a:xfrm>
          <a:prstGeom prst="rect">
            <a:avLst/>
          </a:prstGeom>
        </p:spPr>
      </p:pic>
      <p:sp>
        <p:nvSpPr>
          <p:cNvPr id="37" name="TextBox 36">
            <a:extLst>
              <a:ext uri="{FF2B5EF4-FFF2-40B4-BE49-F238E27FC236}">
                <a16:creationId xmlns:a16="http://schemas.microsoft.com/office/drawing/2014/main" id="{2D4D6D57-318E-75E5-BF5B-F4A23D6897E6}"/>
              </a:ext>
            </a:extLst>
          </p:cNvPr>
          <p:cNvSpPr txBox="1"/>
          <p:nvPr/>
        </p:nvSpPr>
        <p:spPr>
          <a:xfrm>
            <a:off x="5231904" y="3174067"/>
            <a:ext cx="1512168" cy="461665"/>
          </a:xfrm>
          <a:prstGeom prst="rect">
            <a:avLst/>
          </a:prstGeom>
          <a:noFill/>
        </p:spPr>
        <p:txBody>
          <a:bodyPr wrap="square" rtlCol="0">
            <a:spAutoFit/>
          </a:bodyPr>
          <a:lstStyle/>
          <a:p>
            <a:r>
              <a:rPr lang="en-GB" sz="800">
                <a:latin typeface="+mn-lt"/>
              </a:rPr>
              <a:t>https://www.cisco.com/site/us/en/products/security/firewalls/index.html?</a:t>
            </a:r>
          </a:p>
        </p:txBody>
      </p:sp>
      <p:sp>
        <p:nvSpPr>
          <p:cNvPr id="38" name="TextBox 37">
            <a:extLst>
              <a:ext uri="{FF2B5EF4-FFF2-40B4-BE49-F238E27FC236}">
                <a16:creationId xmlns:a16="http://schemas.microsoft.com/office/drawing/2014/main" id="{533CAD9B-09D6-526D-CAB7-E90C2C158CF5}"/>
              </a:ext>
            </a:extLst>
          </p:cNvPr>
          <p:cNvSpPr txBox="1"/>
          <p:nvPr/>
        </p:nvSpPr>
        <p:spPr>
          <a:xfrm>
            <a:off x="5375920" y="2348880"/>
            <a:ext cx="1224136" cy="584775"/>
          </a:xfrm>
          <a:prstGeom prst="rect">
            <a:avLst/>
          </a:prstGeom>
          <a:noFill/>
        </p:spPr>
        <p:txBody>
          <a:bodyPr wrap="square" rtlCol="0">
            <a:spAutoFit/>
          </a:bodyPr>
          <a:lstStyle/>
          <a:p>
            <a:pPr algn="ctr"/>
            <a:r>
              <a:rPr lang="en-GB" sz="800">
                <a:latin typeface="+mn-lt"/>
              </a:rPr>
              <a:t>Customer scrolls down the page to find out more about Secure Firewall</a:t>
            </a:r>
          </a:p>
        </p:txBody>
      </p:sp>
      <p:sp>
        <p:nvSpPr>
          <p:cNvPr id="40" name="TextBox 39">
            <a:extLst>
              <a:ext uri="{FF2B5EF4-FFF2-40B4-BE49-F238E27FC236}">
                <a16:creationId xmlns:a16="http://schemas.microsoft.com/office/drawing/2014/main" id="{1FE1B453-11BB-007B-F602-C4197767C42F}"/>
              </a:ext>
            </a:extLst>
          </p:cNvPr>
          <p:cNvSpPr txBox="1"/>
          <p:nvPr/>
        </p:nvSpPr>
        <p:spPr>
          <a:xfrm>
            <a:off x="4943872" y="4474855"/>
            <a:ext cx="2088232" cy="1692771"/>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No Change to CCID and DTID as the referring URL takes precedence from local storage</a:t>
            </a:r>
          </a:p>
          <a:p>
            <a:endParaRPr lang="en-GB" sz="800" b="1" dirty="0">
              <a:latin typeface="+mn-lt"/>
            </a:endParaRPr>
          </a:p>
          <a:p>
            <a:endParaRPr lang="en-GB" sz="800" b="1" dirty="0">
              <a:latin typeface="+mn-lt"/>
            </a:endParaRPr>
          </a:p>
          <a:p>
            <a:r>
              <a:rPr lang="en-GB" sz="800" b="1" dirty="0">
                <a:latin typeface="+mn-lt"/>
              </a:rPr>
              <a:t>Persistence Rule: </a:t>
            </a:r>
          </a:p>
          <a:p>
            <a:r>
              <a:rPr lang="en-GB" sz="800" dirty="0">
                <a:latin typeface="+mn-lt"/>
              </a:rPr>
              <a:t>CCID &amp; DTID maintained in local storage for 24 hours</a:t>
            </a:r>
          </a:p>
          <a:p>
            <a:endParaRPr lang="en-GB" sz="800" dirty="0">
              <a:latin typeface="+mn-lt"/>
            </a:endParaRPr>
          </a:p>
          <a:p>
            <a:r>
              <a:rPr lang="en-GB" sz="800" b="1" dirty="0">
                <a:latin typeface="+mn-lt"/>
              </a:rPr>
              <a:t>Weblogs: </a:t>
            </a:r>
            <a:r>
              <a:rPr lang="en-GB" sz="800" dirty="0">
                <a:latin typeface="+mn-lt"/>
              </a:rPr>
              <a:t>Any parameters added to the URL will be captured</a:t>
            </a:r>
          </a:p>
          <a:p>
            <a:endParaRPr lang="en-GB" sz="800" dirty="0">
              <a:latin typeface="+mn-lt"/>
            </a:endParaRPr>
          </a:p>
        </p:txBody>
      </p:sp>
      <p:cxnSp>
        <p:nvCxnSpPr>
          <p:cNvPr id="46" name="Straight Arrow Connector 45">
            <a:extLst>
              <a:ext uri="{FF2B5EF4-FFF2-40B4-BE49-F238E27FC236}">
                <a16:creationId xmlns:a16="http://schemas.microsoft.com/office/drawing/2014/main" id="{2DE848A4-2F97-BA87-9AB3-4439DB993CD6}"/>
              </a:ext>
            </a:extLst>
          </p:cNvPr>
          <p:cNvCxnSpPr>
            <a:cxnSpLocks/>
            <a:stCxn id="32" idx="3"/>
            <a:endCxn id="41" idx="1"/>
          </p:cNvCxnSpPr>
          <p:nvPr/>
        </p:nvCxnSpPr>
        <p:spPr>
          <a:xfrm>
            <a:off x="6564052" y="2056347"/>
            <a:ext cx="10801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Flowchart: Alternate Process 40">
            <a:extLst>
              <a:ext uri="{FF2B5EF4-FFF2-40B4-BE49-F238E27FC236}">
                <a16:creationId xmlns:a16="http://schemas.microsoft.com/office/drawing/2014/main" id="{69728964-00EA-E2C4-66BB-66AAF3100D14}"/>
              </a:ext>
            </a:extLst>
          </p:cNvPr>
          <p:cNvSpPr/>
          <p:nvPr/>
        </p:nvSpPr>
        <p:spPr>
          <a:xfrm>
            <a:off x="7644172" y="1768315"/>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Select option to see, try or buy a firewall</a:t>
            </a:r>
          </a:p>
        </p:txBody>
      </p:sp>
      <p:sp>
        <p:nvSpPr>
          <p:cNvPr id="42" name="TextBox 41">
            <a:extLst>
              <a:ext uri="{FF2B5EF4-FFF2-40B4-BE49-F238E27FC236}">
                <a16:creationId xmlns:a16="http://schemas.microsoft.com/office/drawing/2014/main" id="{86183825-4767-606D-DA1F-7288A59A1EC6}"/>
              </a:ext>
            </a:extLst>
          </p:cNvPr>
          <p:cNvSpPr txBox="1"/>
          <p:nvPr/>
        </p:nvSpPr>
        <p:spPr>
          <a:xfrm>
            <a:off x="7608168" y="2348880"/>
            <a:ext cx="1224136" cy="338554"/>
          </a:xfrm>
          <a:prstGeom prst="rect">
            <a:avLst/>
          </a:prstGeom>
          <a:noFill/>
        </p:spPr>
        <p:txBody>
          <a:bodyPr wrap="square" rtlCol="0">
            <a:spAutoFit/>
          </a:bodyPr>
          <a:lstStyle/>
          <a:p>
            <a:pPr algn="ctr"/>
            <a:r>
              <a:rPr lang="en-GB" sz="800">
                <a:latin typeface="+mn-lt"/>
              </a:rPr>
              <a:t>Customer selects option to try Firewall</a:t>
            </a:r>
          </a:p>
        </p:txBody>
      </p:sp>
      <p:sp>
        <p:nvSpPr>
          <p:cNvPr id="43" name="TextBox 42">
            <a:extLst>
              <a:ext uri="{FF2B5EF4-FFF2-40B4-BE49-F238E27FC236}">
                <a16:creationId xmlns:a16="http://schemas.microsoft.com/office/drawing/2014/main" id="{DE629FD2-3B57-69C4-3B01-94309BFBFFA1}"/>
              </a:ext>
            </a:extLst>
          </p:cNvPr>
          <p:cNvSpPr txBox="1"/>
          <p:nvPr/>
        </p:nvSpPr>
        <p:spPr>
          <a:xfrm>
            <a:off x="7428148" y="3174067"/>
            <a:ext cx="1584176" cy="707886"/>
          </a:xfrm>
          <a:prstGeom prst="rect">
            <a:avLst/>
          </a:prstGeom>
          <a:noFill/>
        </p:spPr>
        <p:txBody>
          <a:bodyPr wrap="square" rtlCol="0">
            <a:spAutoFit/>
          </a:bodyPr>
          <a:lstStyle/>
          <a:p>
            <a:r>
              <a:rPr lang="en-GB" sz="800" dirty="0">
                <a:latin typeface="+mn-lt"/>
              </a:rPr>
              <a:t>https://www.cisco.com/c/en/us/products/security/firewalls/get-started.html?ccid=cc000155&amp;dtid=odicdc000509</a:t>
            </a:r>
          </a:p>
        </p:txBody>
      </p:sp>
      <p:pic>
        <p:nvPicPr>
          <p:cNvPr id="48" name="Graphic 47" descr="Badge 4 with solid fill">
            <a:extLst>
              <a:ext uri="{FF2B5EF4-FFF2-40B4-BE49-F238E27FC236}">
                <a16:creationId xmlns:a16="http://schemas.microsoft.com/office/drawing/2014/main" id="{C6DEBDE2-3DE7-E80F-E773-1C9C7CD176E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45916" y="908720"/>
            <a:ext cx="548640" cy="548640"/>
          </a:xfrm>
          <a:prstGeom prst="rect">
            <a:avLst/>
          </a:prstGeom>
        </p:spPr>
      </p:pic>
      <p:sp>
        <p:nvSpPr>
          <p:cNvPr id="50" name="TextBox 49">
            <a:extLst>
              <a:ext uri="{FF2B5EF4-FFF2-40B4-BE49-F238E27FC236}">
                <a16:creationId xmlns:a16="http://schemas.microsoft.com/office/drawing/2014/main" id="{207AC35A-FEB5-7AE6-CCB1-B0B7A1A0ADFF}"/>
              </a:ext>
            </a:extLst>
          </p:cNvPr>
          <p:cNvSpPr txBox="1"/>
          <p:nvPr/>
        </p:nvSpPr>
        <p:spPr>
          <a:xfrm>
            <a:off x="7176120" y="4474855"/>
            <a:ext cx="2088232" cy="1692771"/>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No Change to CCID and DTID as the referring URL takes precedence from local storage</a:t>
            </a:r>
          </a:p>
          <a:p>
            <a:r>
              <a:rPr lang="en-GB" sz="800" dirty="0">
                <a:latin typeface="+mn-lt"/>
              </a:rPr>
              <a:t>	</a:t>
            </a:r>
            <a:endParaRPr lang="en-GB" sz="800" b="1" dirty="0">
              <a:latin typeface="+mn-lt"/>
            </a:endParaRPr>
          </a:p>
          <a:p>
            <a:endParaRPr lang="en-GB" sz="800" b="1" dirty="0">
              <a:latin typeface="+mn-lt"/>
            </a:endParaRPr>
          </a:p>
          <a:p>
            <a:r>
              <a:rPr lang="en-GB" sz="800" b="1" dirty="0">
                <a:latin typeface="+mn-lt"/>
              </a:rPr>
              <a:t>Persistence Rule: </a:t>
            </a:r>
          </a:p>
          <a:p>
            <a:r>
              <a:rPr lang="en-GB" sz="800" dirty="0">
                <a:latin typeface="+mn-lt"/>
              </a:rPr>
              <a:t>CCID &amp; DTID maintained in local storage for 24 hours</a:t>
            </a:r>
          </a:p>
          <a:p>
            <a:endParaRPr lang="en-GB" sz="800" dirty="0">
              <a:latin typeface="+mn-lt"/>
            </a:endParaRPr>
          </a:p>
          <a:p>
            <a:r>
              <a:rPr lang="en-GB" sz="800" b="1" dirty="0">
                <a:latin typeface="+mn-lt"/>
              </a:rPr>
              <a:t>Weblogs: </a:t>
            </a:r>
            <a:r>
              <a:rPr lang="en-GB" sz="800" dirty="0">
                <a:latin typeface="+mn-lt"/>
              </a:rPr>
              <a:t>Any parameters added to the URL will be captured</a:t>
            </a:r>
          </a:p>
          <a:p>
            <a:endParaRPr lang="en-GB" sz="800" dirty="0">
              <a:latin typeface="+mn-lt"/>
            </a:endParaRPr>
          </a:p>
        </p:txBody>
      </p:sp>
      <p:cxnSp>
        <p:nvCxnSpPr>
          <p:cNvPr id="54" name="Straight Arrow Connector 53">
            <a:extLst>
              <a:ext uri="{FF2B5EF4-FFF2-40B4-BE49-F238E27FC236}">
                <a16:creationId xmlns:a16="http://schemas.microsoft.com/office/drawing/2014/main" id="{27A0F21C-63B0-FC5B-C70C-E7CB83C7EFA9}"/>
              </a:ext>
            </a:extLst>
          </p:cNvPr>
          <p:cNvCxnSpPr>
            <a:cxnSpLocks/>
            <a:stCxn id="41" idx="3"/>
            <a:endCxn id="51" idx="1"/>
          </p:cNvCxnSpPr>
          <p:nvPr/>
        </p:nvCxnSpPr>
        <p:spPr>
          <a:xfrm>
            <a:off x="8796300" y="2056347"/>
            <a:ext cx="133214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Flowchart: Alternate Process 50">
            <a:extLst>
              <a:ext uri="{FF2B5EF4-FFF2-40B4-BE49-F238E27FC236}">
                <a16:creationId xmlns:a16="http://schemas.microsoft.com/office/drawing/2014/main" id="{D113F221-D1B8-5CC8-FDF3-1194B9D99E49}"/>
              </a:ext>
            </a:extLst>
          </p:cNvPr>
          <p:cNvSpPr/>
          <p:nvPr/>
        </p:nvSpPr>
        <p:spPr>
          <a:xfrm>
            <a:off x="10128448" y="1768315"/>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Gated Offer</a:t>
            </a:r>
          </a:p>
          <a:p>
            <a:pPr algn="ctr"/>
            <a:r>
              <a:rPr lang="en-GB" sz="1000">
                <a:solidFill>
                  <a:schemeClr val="bg2"/>
                </a:solidFill>
              </a:rPr>
              <a:t>Trlsc027054</a:t>
            </a:r>
          </a:p>
          <a:p>
            <a:pPr algn="ctr"/>
            <a:r>
              <a:rPr lang="en-GB" sz="1000">
                <a:solidFill>
                  <a:schemeClr val="bg2"/>
                </a:solidFill>
              </a:rPr>
              <a:t>Consumed</a:t>
            </a:r>
          </a:p>
        </p:txBody>
      </p:sp>
      <p:sp>
        <p:nvSpPr>
          <p:cNvPr id="52" name="TextBox 51">
            <a:extLst>
              <a:ext uri="{FF2B5EF4-FFF2-40B4-BE49-F238E27FC236}">
                <a16:creationId xmlns:a16="http://schemas.microsoft.com/office/drawing/2014/main" id="{FC591035-9115-E85C-8E2E-A7874134012A}"/>
              </a:ext>
            </a:extLst>
          </p:cNvPr>
          <p:cNvSpPr txBox="1"/>
          <p:nvPr/>
        </p:nvSpPr>
        <p:spPr>
          <a:xfrm>
            <a:off x="10092444" y="2348880"/>
            <a:ext cx="1224136" cy="461665"/>
          </a:xfrm>
          <a:prstGeom prst="rect">
            <a:avLst/>
          </a:prstGeom>
          <a:noFill/>
        </p:spPr>
        <p:txBody>
          <a:bodyPr wrap="square" rtlCol="0">
            <a:spAutoFit/>
          </a:bodyPr>
          <a:lstStyle/>
          <a:p>
            <a:pPr algn="ctr"/>
            <a:r>
              <a:rPr lang="en-GB" sz="800">
                <a:latin typeface="+mn-lt"/>
              </a:rPr>
              <a:t>Data written to Eloqua and lead generated in the VDC</a:t>
            </a:r>
          </a:p>
        </p:txBody>
      </p:sp>
      <p:pic>
        <p:nvPicPr>
          <p:cNvPr id="56" name="Graphic 55" descr="Badge 5 with solid fill">
            <a:extLst>
              <a:ext uri="{FF2B5EF4-FFF2-40B4-BE49-F238E27FC236}">
                <a16:creationId xmlns:a16="http://schemas.microsoft.com/office/drawing/2014/main" id="{AABFDA41-C28C-8531-2CD9-60C008DF4E4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30192" y="908720"/>
            <a:ext cx="548640" cy="548640"/>
          </a:xfrm>
          <a:prstGeom prst="rect">
            <a:avLst/>
          </a:prstGeom>
        </p:spPr>
      </p:pic>
      <p:sp>
        <p:nvSpPr>
          <p:cNvPr id="57" name="TextBox 56">
            <a:extLst>
              <a:ext uri="{FF2B5EF4-FFF2-40B4-BE49-F238E27FC236}">
                <a16:creationId xmlns:a16="http://schemas.microsoft.com/office/drawing/2014/main" id="{76F9497C-147A-3A42-E68A-EDA3517EC3A4}"/>
              </a:ext>
            </a:extLst>
          </p:cNvPr>
          <p:cNvSpPr txBox="1"/>
          <p:nvPr/>
        </p:nvSpPr>
        <p:spPr>
          <a:xfrm>
            <a:off x="9336360" y="3140968"/>
            <a:ext cx="2736304" cy="2831544"/>
          </a:xfrm>
          <a:prstGeom prst="rect">
            <a:avLst/>
          </a:prstGeom>
          <a:noFill/>
        </p:spPr>
        <p:txBody>
          <a:bodyPr wrap="square" rtlCol="0">
            <a:spAutoFit/>
          </a:bodyPr>
          <a:lstStyle/>
          <a:p>
            <a:r>
              <a:rPr lang="en-GB" sz="800" b="1" dirty="0">
                <a:latin typeface="+mn-lt"/>
              </a:rPr>
              <a:t>Last Touch:</a:t>
            </a:r>
            <a:endParaRPr lang="en-GB" sz="800" dirty="0">
              <a:latin typeface="+mn-lt"/>
            </a:endParaRPr>
          </a:p>
          <a:p>
            <a:r>
              <a:rPr lang="en-GB" sz="800" dirty="0">
                <a:latin typeface="+mn-lt"/>
              </a:rPr>
              <a:t>Using Precedence and Persistence Logic the IDs aligned to the lead will be:</a:t>
            </a:r>
          </a:p>
          <a:p>
            <a:r>
              <a:rPr lang="en-GB" sz="800" dirty="0">
                <a:latin typeface="+mn-lt"/>
              </a:rPr>
              <a:t>	CCID: cc004663</a:t>
            </a:r>
          </a:p>
          <a:p>
            <a:r>
              <a:rPr lang="en-GB" sz="800" dirty="0">
                <a:latin typeface="+mn-lt"/>
              </a:rPr>
              <a:t>	DTID: oemels001119</a:t>
            </a:r>
          </a:p>
          <a:p>
            <a:r>
              <a:rPr lang="en-GB" sz="800" dirty="0">
                <a:latin typeface="+mn-lt"/>
              </a:rPr>
              <a:t>	OID: trlsc027054</a:t>
            </a:r>
          </a:p>
          <a:p>
            <a:r>
              <a:rPr lang="en-GB" sz="800" dirty="0">
                <a:latin typeface="+mn-lt"/>
              </a:rPr>
              <a:t>	</a:t>
            </a:r>
            <a:endParaRPr lang="en-GB" sz="800" b="1" dirty="0">
              <a:latin typeface="+mn-lt"/>
            </a:endParaRPr>
          </a:p>
          <a:p>
            <a:r>
              <a:rPr lang="en-GB" sz="1200" b="1" dirty="0">
                <a:solidFill>
                  <a:schemeClr val="bg1">
                    <a:lumMod val="50000"/>
                    <a:lumOff val="50000"/>
                  </a:schemeClr>
                </a:solidFill>
                <a:latin typeface="+mn-lt"/>
              </a:rPr>
              <a:t>Outcome</a:t>
            </a:r>
          </a:p>
          <a:p>
            <a:r>
              <a:rPr lang="en-GB" sz="1000" dirty="0">
                <a:solidFill>
                  <a:schemeClr val="bg1">
                    <a:lumMod val="50000"/>
                    <a:lumOff val="50000"/>
                  </a:schemeClr>
                </a:solidFill>
                <a:latin typeface="+mn-lt"/>
              </a:rPr>
              <a:t>If the referring URL has parameters added for CCID and DTID then they will be written to local storage and will persist for 24 hours</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All IDs on internal pages will be ignored in local storage, but will be captured in Weblogs</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Offer ID will ONLY be written to Eloqua from the HTML of gated offer on a form submit </a:t>
            </a:r>
          </a:p>
        </p:txBody>
      </p:sp>
      <p:cxnSp>
        <p:nvCxnSpPr>
          <p:cNvPr id="64" name="Straight Connector 63">
            <a:extLst>
              <a:ext uri="{FF2B5EF4-FFF2-40B4-BE49-F238E27FC236}">
                <a16:creationId xmlns:a16="http://schemas.microsoft.com/office/drawing/2014/main" id="{765A41D8-6DB0-CDE7-5073-E9E5A24F73B3}"/>
              </a:ext>
            </a:extLst>
          </p:cNvPr>
          <p:cNvCxnSpPr>
            <a:cxnSpLocks/>
          </p:cNvCxnSpPr>
          <p:nvPr/>
        </p:nvCxnSpPr>
        <p:spPr>
          <a:xfrm>
            <a:off x="2783632"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5" name="Straight Connector 64">
            <a:extLst>
              <a:ext uri="{FF2B5EF4-FFF2-40B4-BE49-F238E27FC236}">
                <a16:creationId xmlns:a16="http://schemas.microsoft.com/office/drawing/2014/main" id="{F88A6400-DBBE-5B2F-B165-F74068DDAE68}"/>
              </a:ext>
            </a:extLst>
          </p:cNvPr>
          <p:cNvCxnSpPr>
            <a:cxnSpLocks/>
          </p:cNvCxnSpPr>
          <p:nvPr/>
        </p:nvCxnSpPr>
        <p:spPr>
          <a:xfrm>
            <a:off x="4871864"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6" name="Straight Connector 65">
            <a:extLst>
              <a:ext uri="{FF2B5EF4-FFF2-40B4-BE49-F238E27FC236}">
                <a16:creationId xmlns:a16="http://schemas.microsoft.com/office/drawing/2014/main" id="{AD88148B-E77F-8977-1415-AFDA5A7B1B7B}"/>
              </a:ext>
            </a:extLst>
          </p:cNvPr>
          <p:cNvCxnSpPr>
            <a:cxnSpLocks/>
          </p:cNvCxnSpPr>
          <p:nvPr/>
        </p:nvCxnSpPr>
        <p:spPr>
          <a:xfrm>
            <a:off x="7104112"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7" name="Straight Connector 66">
            <a:extLst>
              <a:ext uri="{FF2B5EF4-FFF2-40B4-BE49-F238E27FC236}">
                <a16:creationId xmlns:a16="http://schemas.microsoft.com/office/drawing/2014/main" id="{BE56ACB0-AACA-5A79-93B9-EF1066155002}"/>
              </a:ext>
            </a:extLst>
          </p:cNvPr>
          <p:cNvCxnSpPr>
            <a:cxnSpLocks/>
          </p:cNvCxnSpPr>
          <p:nvPr/>
        </p:nvCxnSpPr>
        <p:spPr>
          <a:xfrm>
            <a:off x="9264352"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6302639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6BC7D-1611-797E-5A80-3A8571B9D99C}"/>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CB157C07-57ED-9B85-DD01-F455930B6446}"/>
              </a:ext>
            </a:extLst>
          </p:cNvPr>
          <p:cNvGrpSpPr/>
          <p:nvPr/>
        </p:nvGrpSpPr>
        <p:grpSpPr>
          <a:xfrm rot="10800000" flipH="1" flipV="1">
            <a:off x="191344" y="1124744"/>
            <a:ext cx="944488" cy="5112568"/>
            <a:chOff x="6023992" y="999789"/>
            <a:chExt cx="944488" cy="5093587"/>
          </a:xfrm>
        </p:grpSpPr>
        <p:sp>
          <p:nvSpPr>
            <p:cNvPr id="6" name="Rectangle 5">
              <a:extLst>
                <a:ext uri="{FF2B5EF4-FFF2-40B4-BE49-F238E27FC236}">
                  <a16:creationId xmlns:a16="http://schemas.microsoft.com/office/drawing/2014/main" id="{00F24CC6-7D88-172F-BD34-132A7C31FCA7}"/>
                </a:ext>
              </a:extLst>
            </p:cNvPr>
            <p:cNvSpPr/>
            <p:nvPr/>
          </p:nvSpPr>
          <p:spPr>
            <a:xfrm>
              <a:off x="6384032" y="999789"/>
              <a:ext cx="584448" cy="5093587"/>
            </a:xfrm>
            <a:prstGeom prst="rect">
              <a:avLst/>
            </a:prstGeom>
            <a:gradFill>
              <a:gsLst>
                <a:gs pos="0">
                  <a:schemeClr val="tx1">
                    <a:lumMod val="50000"/>
                    <a:alpha val="36000"/>
                  </a:schemeClr>
                </a:gs>
                <a:gs pos="90000">
                  <a:schemeClr val="tx1">
                    <a:lumMod val="50000"/>
                    <a:alpha val="0"/>
                  </a:scheme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15B35DCA-2A21-F0FB-84C2-65D19441B087}"/>
                </a:ext>
              </a:extLst>
            </p:cNvPr>
            <p:cNvSpPr/>
            <p:nvPr/>
          </p:nvSpPr>
          <p:spPr>
            <a:xfrm>
              <a:off x="6023992" y="1010308"/>
              <a:ext cx="792088" cy="5082988"/>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 name="Rectangle: Rounded Corners 17">
            <a:extLst>
              <a:ext uri="{FF2B5EF4-FFF2-40B4-BE49-F238E27FC236}">
                <a16:creationId xmlns:a16="http://schemas.microsoft.com/office/drawing/2014/main" id="{DEB15D29-5262-259C-C671-74E3AA4F55CD}"/>
              </a:ext>
            </a:extLst>
          </p:cNvPr>
          <p:cNvSpPr/>
          <p:nvPr/>
        </p:nvSpPr>
        <p:spPr>
          <a:xfrm>
            <a:off x="-1464840" y="1412776"/>
            <a:ext cx="14257584" cy="1368152"/>
          </a:xfrm>
          <a:prstGeom prst="roundRect">
            <a:avLst/>
          </a:prstGeom>
          <a:solidFill>
            <a:schemeClr val="bg1">
              <a:lumMod val="50000"/>
              <a:lumOff val="5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EE96A68B-252F-51CA-0992-DB9C4A6ECEA1}"/>
              </a:ext>
            </a:extLst>
          </p:cNvPr>
          <p:cNvSpPr/>
          <p:nvPr/>
        </p:nvSpPr>
        <p:spPr>
          <a:xfrm>
            <a:off x="-600744" y="2915788"/>
            <a:ext cx="10369152" cy="1440160"/>
          </a:xfrm>
          <a:prstGeom prst="roundRect">
            <a:avLst/>
          </a:prstGeom>
          <a:solidFill>
            <a:schemeClr val="bg1">
              <a:lumMod val="10000"/>
              <a:lumOff val="9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FEB65D0A-8B64-E30B-93E1-6494E4644526}"/>
              </a:ext>
            </a:extLst>
          </p:cNvPr>
          <p:cNvSpPr/>
          <p:nvPr/>
        </p:nvSpPr>
        <p:spPr>
          <a:xfrm>
            <a:off x="-672752" y="4490808"/>
            <a:ext cx="10369152" cy="1890520"/>
          </a:xfrm>
          <a:prstGeom prst="roundRect">
            <a:avLst/>
          </a:prstGeom>
          <a:solidFill>
            <a:schemeClr val="bg1">
              <a:lumMod val="25000"/>
              <a:lumOff val="75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 Placeholder 1">
            <a:extLst>
              <a:ext uri="{FF2B5EF4-FFF2-40B4-BE49-F238E27FC236}">
                <a16:creationId xmlns:a16="http://schemas.microsoft.com/office/drawing/2014/main" id="{E2629CAA-81FE-275F-8020-75E8F63943EB}"/>
              </a:ext>
            </a:extLst>
          </p:cNvPr>
          <p:cNvSpPr>
            <a:spLocks noGrp="1"/>
          </p:cNvSpPr>
          <p:nvPr>
            <p:ph type="body" sz="quarter" idx="82"/>
          </p:nvPr>
        </p:nvSpPr>
        <p:spPr>
          <a:xfrm>
            <a:off x="625928" y="450012"/>
            <a:ext cx="11086696" cy="530716"/>
          </a:xfrm>
        </p:spPr>
        <p:txBody>
          <a:bodyPr/>
          <a:lstStyle/>
          <a:p>
            <a:r>
              <a:rPr lang="en-GB" dirty="0"/>
              <a:t>Marketing Initiative within 24 Hours of Marketing Activity</a:t>
            </a:r>
          </a:p>
        </p:txBody>
      </p:sp>
      <p:sp>
        <p:nvSpPr>
          <p:cNvPr id="8" name="TextBox 7">
            <a:extLst>
              <a:ext uri="{FF2B5EF4-FFF2-40B4-BE49-F238E27FC236}">
                <a16:creationId xmlns:a16="http://schemas.microsoft.com/office/drawing/2014/main" id="{F28E8F0D-027B-EDDC-214C-6D4531DD3DBD}"/>
              </a:ext>
            </a:extLst>
          </p:cNvPr>
          <p:cNvSpPr txBox="1"/>
          <p:nvPr/>
        </p:nvSpPr>
        <p:spPr>
          <a:xfrm>
            <a:off x="-168696" y="1916832"/>
            <a:ext cx="1224136" cy="369332"/>
          </a:xfrm>
          <a:prstGeom prst="rect">
            <a:avLst/>
          </a:prstGeom>
          <a:noFill/>
        </p:spPr>
        <p:txBody>
          <a:bodyPr wrap="square" rtlCol="0">
            <a:spAutoFit/>
          </a:bodyPr>
          <a:lstStyle/>
          <a:p>
            <a:pPr algn="ctr"/>
            <a:r>
              <a:rPr lang="en-GB" b="1">
                <a:latin typeface="+mn-lt"/>
              </a:rPr>
              <a:t>Action</a:t>
            </a:r>
          </a:p>
        </p:txBody>
      </p:sp>
      <p:sp>
        <p:nvSpPr>
          <p:cNvPr id="9" name="TextBox 8">
            <a:extLst>
              <a:ext uri="{FF2B5EF4-FFF2-40B4-BE49-F238E27FC236}">
                <a16:creationId xmlns:a16="http://schemas.microsoft.com/office/drawing/2014/main" id="{8DE2120C-5215-5962-31E1-CAF53339C58B}"/>
              </a:ext>
            </a:extLst>
          </p:cNvPr>
          <p:cNvSpPr txBox="1"/>
          <p:nvPr/>
        </p:nvSpPr>
        <p:spPr>
          <a:xfrm>
            <a:off x="-168696" y="3462099"/>
            <a:ext cx="1224136" cy="369332"/>
          </a:xfrm>
          <a:prstGeom prst="rect">
            <a:avLst/>
          </a:prstGeom>
          <a:noFill/>
        </p:spPr>
        <p:txBody>
          <a:bodyPr wrap="square" rtlCol="0">
            <a:spAutoFit/>
          </a:bodyPr>
          <a:lstStyle/>
          <a:p>
            <a:pPr algn="ctr"/>
            <a:r>
              <a:rPr lang="en-GB" b="1">
                <a:latin typeface="+mn-lt"/>
              </a:rPr>
              <a:t>URL</a:t>
            </a:r>
          </a:p>
        </p:txBody>
      </p:sp>
      <p:sp>
        <p:nvSpPr>
          <p:cNvPr id="10" name="TextBox 9">
            <a:extLst>
              <a:ext uri="{FF2B5EF4-FFF2-40B4-BE49-F238E27FC236}">
                <a16:creationId xmlns:a16="http://schemas.microsoft.com/office/drawing/2014/main" id="{56D88968-A778-017E-E013-3BA67BA4949E}"/>
              </a:ext>
            </a:extLst>
          </p:cNvPr>
          <p:cNvSpPr txBox="1"/>
          <p:nvPr/>
        </p:nvSpPr>
        <p:spPr>
          <a:xfrm>
            <a:off x="-168696" y="4762887"/>
            <a:ext cx="1224136" cy="369332"/>
          </a:xfrm>
          <a:prstGeom prst="rect">
            <a:avLst/>
          </a:prstGeom>
          <a:noFill/>
        </p:spPr>
        <p:txBody>
          <a:bodyPr wrap="square" rtlCol="0">
            <a:spAutoFit/>
          </a:bodyPr>
          <a:lstStyle/>
          <a:p>
            <a:pPr algn="ctr"/>
            <a:r>
              <a:rPr lang="en-GB" b="1">
                <a:latin typeface="+mn-lt"/>
              </a:rPr>
              <a:t>Rules</a:t>
            </a:r>
          </a:p>
        </p:txBody>
      </p:sp>
      <p:cxnSp>
        <p:nvCxnSpPr>
          <p:cNvPr id="28" name="Straight Arrow Connector 27">
            <a:extLst>
              <a:ext uri="{FF2B5EF4-FFF2-40B4-BE49-F238E27FC236}">
                <a16:creationId xmlns:a16="http://schemas.microsoft.com/office/drawing/2014/main" id="{0E9946B0-C633-7081-85F6-B48A4DADB567}"/>
              </a:ext>
            </a:extLst>
          </p:cNvPr>
          <p:cNvCxnSpPr>
            <a:cxnSpLocks/>
            <a:stCxn id="21" idx="3"/>
            <a:endCxn id="16" idx="1"/>
          </p:cNvCxnSpPr>
          <p:nvPr/>
        </p:nvCxnSpPr>
        <p:spPr>
          <a:xfrm>
            <a:off x="4191716" y="2027095"/>
            <a:ext cx="5930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E02D12BC-8F37-1E13-7DB7-B04F73B47DB2}"/>
              </a:ext>
            </a:extLst>
          </p:cNvPr>
          <p:cNvCxnSpPr>
            <a:cxnSpLocks/>
            <a:stCxn id="16" idx="3"/>
            <a:endCxn id="32" idx="1"/>
          </p:cNvCxnSpPr>
          <p:nvPr/>
        </p:nvCxnSpPr>
        <p:spPr>
          <a:xfrm flipV="1">
            <a:off x="6116948" y="2027094"/>
            <a:ext cx="593084"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D5229073-6E4F-965A-7F36-6145D9A97065}"/>
              </a:ext>
            </a:extLst>
          </p:cNvPr>
          <p:cNvCxnSpPr>
            <a:cxnSpLocks/>
            <a:stCxn id="32" idx="3"/>
            <a:endCxn id="41" idx="1"/>
          </p:cNvCxnSpPr>
          <p:nvPr/>
        </p:nvCxnSpPr>
        <p:spPr>
          <a:xfrm>
            <a:off x="7862160" y="2027094"/>
            <a:ext cx="5741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78C95772-148E-2883-13E3-08B8DAC3A151}"/>
              </a:ext>
            </a:extLst>
          </p:cNvPr>
          <p:cNvCxnSpPr>
            <a:cxnSpLocks/>
            <a:stCxn id="41" idx="3"/>
            <a:endCxn id="51" idx="1"/>
          </p:cNvCxnSpPr>
          <p:nvPr/>
        </p:nvCxnSpPr>
        <p:spPr>
          <a:xfrm>
            <a:off x="9588388" y="2027094"/>
            <a:ext cx="61206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11C570ED-A5DF-4C14-5EDC-53CF23E11032}"/>
              </a:ext>
            </a:extLst>
          </p:cNvPr>
          <p:cNvCxnSpPr>
            <a:cxnSpLocks/>
          </p:cNvCxnSpPr>
          <p:nvPr/>
        </p:nvCxnSpPr>
        <p:spPr>
          <a:xfrm>
            <a:off x="4488258"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5" name="Straight Connector 64">
            <a:extLst>
              <a:ext uri="{FF2B5EF4-FFF2-40B4-BE49-F238E27FC236}">
                <a16:creationId xmlns:a16="http://schemas.microsoft.com/office/drawing/2014/main" id="{1A5D876D-9CDF-9BC7-B574-C6F240B8E723}"/>
              </a:ext>
            </a:extLst>
          </p:cNvPr>
          <p:cNvCxnSpPr>
            <a:cxnSpLocks/>
          </p:cNvCxnSpPr>
          <p:nvPr/>
        </p:nvCxnSpPr>
        <p:spPr>
          <a:xfrm>
            <a:off x="6413490"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6" name="Straight Connector 65">
            <a:extLst>
              <a:ext uri="{FF2B5EF4-FFF2-40B4-BE49-F238E27FC236}">
                <a16:creationId xmlns:a16="http://schemas.microsoft.com/office/drawing/2014/main" id="{3FD13F55-35DB-4080-C1F1-28F888865E0D}"/>
              </a:ext>
            </a:extLst>
          </p:cNvPr>
          <p:cNvCxnSpPr>
            <a:cxnSpLocks/>
          </p:cNvCxnSpPr>
          <p:nvPr/>
        </p:nvCxnSpPr>
        <p:spPr>
          <a:xfrm>
            <a:off x="8158702"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7" name="Straight Connector 66">
            <a:extLst>
              <a:ext uri="{FF2B5EF4-FFF2-40B4-BE49-F238E27FC236}">
                <a16:creationId xmlns:a16="http://schemas.microsoft.com/office/drawing/2014/main" id="{572D4DA9-8ED1-B7C4-F2F4-C35522321E60}"/>
              </a:ext>
            </a:extLst>
          </p:cNvPr>
          <p:cNvCxnSpPr>
            <a:cxnSpLocks/>
          </p:cNvCxnSpPr>
          <p:nvPr/>
        </p:nvCxnSpPr>
        <p:spPr>
          <a:xfrm>
            <a:off x="9903914"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 name="TextBox 3">
            <a:extLst>
              <a:ext uri="{FF2B5EF4-FFF2-40B4-BE49-F238E27FC236}">
                <a16:creationId xmlns:a16="http://schemas.microsoft.com/office/drawing/2014/main" id="{72E9A2E4-EE8B-095F-2E53-BEA2EE1B1E20}"/>
              </a:ext>
            </a:extLst>
          </p:cNvPr>
          <p:cNvSpPr txBox="1"/>
          <p:nvPr/>
        </p:nvSpPr>
        <p:spPr>
          <a:xfrm>
            <a:off x="3032387" y="2348880"/>
            <a:ext cx="1112851" cy="584775"/>
          </a:xfrm>
          <a:prstGeom prst="rect">
            <a:avLst/>
          </a:prstGeom>
          <a:noFill/>
        </p:spPr>
        <p:txBody>
          <a:bodyPr wrap="square" rtlCol="0">
            <a:spAutoFit/>
          </a:bodyPr>
          <a:lstStyle/>
          <a:p>
            <a:pPr algn="ctr"/>
            <a:r>
              <a:rPr lang="en-GB" sz="800" dirty="0">
                <a:latin typeface="+mn-lt"/>
              </a:rPr>
              <a:t>Customer types in cisco.com in their address bar 24 hours later</a:t>
            </a:r>
          </a:p>
        </p:txBody>
      </p:sp>
      <p:sp>
        <p:nvSpPr>
          <p:cNvPr id="11" name="TextBox 10">
            <a:extLst>
              <a:ext uri="{FF2B5EF4-FFF2-40B4-BE49-F238E27FC236}">
                <a16:creationId xmlns:a16="http://schemas.microsoft.com/office/drawing/2014/main" id="{F561DE48-B501-A94A-6229-0547F78E045E}"/>
              </a:ext>
            </a:extLst>
          </p:cNvPr>
          <p:cNvSpPr txBox="1"/>
          <p:nvPr/>
        </p:nvSpPr>
        <p:spPr>
          <a:xfrm>
            <a:off x="2937467" y="3174067"/>
            <a:ext cx="1374698" cy="215444"/>
          </a:xfrm>
          <a:prstGeom prst="rect">
            <a:avLst/>
          </a:prstGeom>
          <a:noFill/>
        </p:spPr>
        <p:txBody>
          <a:bodyPr wrap="square" rtlCol="0">
            <a:spAutoFit/>
          </a:bodyPr>
          <a:lstStyle/>
          <a:p>
            <a:r>
              <a:rPr lang="en-GB" sz="800" kern="0">
                <a:effectLst/>
                <a:latin typeface="+mn-lt"/>
                <a:ea typeface="Times New Roman" panose="02020603050405020304" pitchFamily="18" charset="0"/>
                <a:cs typeface="Times New Roman" panose="02020603050405020304" pitchFamily="18" charset="0"/>
              </a:rPr>
              <a:t>https://www.cisco.com</a:t>
            </a:r>
            <a:endParaRPr lang="en-GB" sz="800" kern="100">
              <a:effectLst/>
              <a:latin typeface="+mn-lt"/>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10A84732-6323-A57F-34F4-7B8DDD2DC86F}"/>
              </a:ext>
            </a:extLst>
          </p:cNvPr>
          <p:cNvSpPr txBox="1"/>
          <p:nvPr/>
        </p:nvSpPr>
        <p:spPr>
          <a:xfrm>
            <a:off x="2737809" y="4474855"/>
            <a:ext cx="1702007" cy="1815882"/>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ID Aligned to IDs in storge from the last 24 hours</a:t>
            </a:r>
          </a:p>
          <a:p>
            <a:r>
              <a:rPr lang="en-GB" sz="800" kern="0" dirty="0">
                <a:effectLst/>
                <a:latin typeface="+mn-lt"/>
                <a:ea typeface="Times New Roman" panose="02020603050405020304" pitchFamily="18" charset="0"/>
                <a:cs typeface="Times New Roman" panose="02020603050405020304" pitchFamily="18" charset="0"/>
              </a:rPr>
              <a:t>    </a:t>
            </a:r>
            <a:r>
              <a:rPr lang="en-GB" sz="800" dirty="0">
                <a:latin typeface="+mn-lt"/>
              </a:rPr>
              <a:t>CCID: </a:t>
            </a:r>
            <a:r>
              <a:rPr lang="en-GB" sz="800" kern="0" dirty="0">
                <a:effectLst/>
                <a:latin typeface="+mn-lt"/>
                <a:ea typeface="Times New Roman" panose="02020603050405020304" pitchFamily="18" charset="0"/>
                <a:cs typeface="Times New Roman" panose="02020603050405020304" pitchFamily="18" charset="0"/>
              </a:rPr>
              <a:t>cc004996</a:t>
            </a:r>
          </a:p>
          <a:p>
            <a:r>
              <a:rPr lang="en-GB" sz="800" kern="0" dirty="0">
                <a:latin typeface="+mn-lt"/>
                <a:cs typeface="Times New Roman" panose="02020603050405020304" pitchFamily="18" charset="0"/>
              </a:rPr>
              <a:t>    DTID: </a:t>
            </a:r>
            <a:r>
              <a:rPr lang="en-GB" sz="800" kern="0" dirty="0">
                <a:effectLst/>
                <a:latin typeface="+mn-lt"/>
                <a:ea typeface="Times New Roman" panose="02020603050405020304" pitchFamily="18" charset="0"/>
                <a:cs typeface="Times New Roman" panose="02020603050405020304" pitchFamily="18" charset="0"/>
              </a:rPr>
              <a:t>oemels001119</a:t>
            </a:r>
            <a:endParaRPr lang="en-GB" sz="800" b="1" dirty="0">
              <a:latin typeface="+mn-lt"/>
            </a:endParaRPr>
          </a:p>
          <a:p>
            <a:endParaRPr lang="en-GB" sz="800" b="1" dirty="0">
              <a:latin typeface="+mn-lt"/>
            </a:endParaRPr>
          </a:p>
          <a:p>
            <a:r>
              <a:rPr lang="en-GB" sz="800" b="1" dirty="0">
                <a:latin typeface="+mn-lt"/>
              </a:rPr>
              <a:t> </a:t>
            </a:r>
          </a:p>
          <a:p>
            <a:r>
              <a:rPr lang="en-GB" sz="800" b="1" dirty="0">
                <a:latin typeface="+mn-lt"/>
              </a:rPr>
              <a:t>Persistence Rule: </a:t>
            </a:r>
          </a:p>
          <a:p>
            <a:r>
              <a:rPr lang="en-GB" sz="800" dirty="0">
                <a:latin typeface="+mn-lt"/>
              </a:rPr>
              <a:t>CCID &amp; DTID remains in local storage for 24 hours</a:t>
            </a:r>
          </a:p>
          <a:p>
            <a:endParaRPr lang="en-GB" sz="800" dirty="0">
              <a:latin typeface="+mn-lt"/>
            </a:endParaRPr>
          </a:p>
          <a:p>
            <a:r>
              <a:rPr lang="en-GB" sz="800" b="1" dirty="0">
                <a:latin typeface="+mn-lt"/>
              </a:rPr>
              <a:t>Weblogs::</a:t>
            </a:r>
            <a:r>
              <a:rPr lang="en-GB" sz="800" dirty="0">
                <a:latin typeface="+mn-lt"/>
              </a:rPr>
              <a:t>Any parameters added to the URL will be captured</a:t>
            </a:r>
          </a:p>
        </p:txBody>
      </p:sp>
      <p:pic>
        <p:nvPicPr>
          <p:cNvPr id="15" name="Graphic 14" descr="Badge 1 with solid fill">
            <a:extLst>
              <a:ext uri="{FF2B5EF4-FFF2-40B4-BE49-F238E27FC236}">
                <a16:creationId xmlns:a16="http://schemas.microsoft.com/office/drawing/2014/main" id="{1C088B31-8403-BE0E-07D8-8C5CA0DCFB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31504" y="908720"/>
            <a:ext cx="548640" cy="548640"/>
          </a:xfrm>
          <a:prstGeom prst="rect">
            <a:avLst/>
          </a:prstGeom>
        </p:spPr>
      </p:pic>
      <p:sp>
        <p:nvSpPr>
          <p:cNvPr id="16" name="Flowchart: Alternate Process 15">
            <a:extLst>
              <a:ext uri="{FF2B5EF4-FFF2-40B4-BE49-F238E27FC236}">
                <a16:creationId xmlns:a16="http://schemas.microsoft.com/office/drawing/2014/main" id="{727CD518-4F04-753F-81BE-061DA7833172}"/>
              </a:ext>
            </a:extLst>
          </p:cNvPr>
          <p:cNvSpPr/>
          <p:nvPr/>
        </p:nvSpPr>
        <p:spPr>
          <a:xfrm>
            <a:off x="4784800" y="1700808"/>
            <a:ext cx="1332148" cy="652573"/>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2"/>
                </a:solidFill>
              </a:rPr>
              <a:t>Navigate to P&amp;S – Networking - Routers</a:t>
            </a:r>
          </a:p>
        </p:txBody>
      </p:sp>
      <p:sp>
        <p:nvSpPr>
          <p:cNvPr id="17" name="TextBox 16">
            <a:extLst>
              <a:ext uri="{FF2B5EF4-FFF2-40B4-BE49-F238E27FC236}">
                <a16:creationId xmlns:a16="http://schemas.microsoft.com/office/drawing/2014/main" id="{BEDA3BC8-F221-0944-5B33-5BB1FB0DF345}"/>
              </a:ext>
            </a:extLst>
          </p:cNvPr>
          <p:cNvSpPr txBox="1"/>
          <p:nvPr/>
        </p:nvSpPr>
        <p:spPr>
          <a:xfrm>
            <a:off x="4529826" y="3174067"/>
            <a:ext cx="1764196" cy="461665"/>
          </a:xfrm>
          <a:prstGeom prst="rect">
            <a:avLst/>
          </a:prstGeom>
          <a:noFill/>
        </p:spPr>
        <p:txBody>
          <a:bodyPr wrap="square" rtlCol="0">
            <a:spAutoFit/>
          </a:bodyPr>
          <a:lstStyle/>
          <a:p>
            <a:r>
              <a:rPr lang="en-GB" sz="800" dirty="0">
                <a:latin typeface="+mn-lt"/>
              </a:rPr>
              <a:t>https://www.cisco.com/site/us/en/products/networking/sdwan-routers/index.html</a:t>
            </a:r>
          </a:p>
        </p:txBody>
      </p:sp>
      <p:pic>
        <p:nvPicPr>
          <p:cNvPr id="19" name="Graphic 18" descr="Badge with solid fill">
            <a:extLst>
              <a:ext uri="{FF2B5EF4-FFF2-40B4-BE49-F238E27FC236}">
                <a16:creationId xmlns:a16="http://schemas.microsoft.com/office/drawing/2014/main" id="{ADADDC80-5E5A-9348-0EA0-D40CCD993B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31704" y="908720"/>
            <a:ext cx="548640" cy="548640"/>
          </a:xfrm>
          <a:prstGeom prst="rect">
            <a:avLst/>
          </a:prstGeom>
        </p:spPr>
      </p:pic>
      <p:sp>
        <p:nvSpPr>
          <p:cNvPr id="20" name="TextBox 19">
            <a:extLst>
              <a:ext uri="{FF2B5EF4-FFF2-40B4-BE49-F238E27FC236}">
                <a16:creationId xmlns:a16="http://schemas.microsoft.com/office/drawing/2014/main" id="{212CCC0F-5655-6FC5-E79B-9B7B312AF59F}"/>
              </a:ext>
            </a:extLst>
          </p:cNvPr>
          <p:cNvSpPr txBox="1"/>
          <p:nvPr/>
        </p:nvSpPr>
        <p:spPr>
          <a:xfrm>
            <a:off x="4555257" y="4474855"/>
            <a:ext cx="1800200" cy="1692771"/>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ID Aligned to IDs in storge from the last 24 hours</a:t>
            </a:r>
          </a:p>
          <a:p>
            <a:r>
              <a:rPr lang="en-GB" sz="800" kern="0" dirty="0">
                <a:effectLst/>
                <a:latin typeface="+mn-lt"/>
                <a:ea typeface="Times New Roman" panose="02020603050405020304" pitchFamily="18" charset="0"/>
                <a:cs typeface="Times New Roman" panose="02020603050405020304" pitchFamily="18" charset="0"/>
              </a:rPr>
              <a:t>    </a:t>
            </a:r>
            <a:r>
              <a:rPr lang="en-GB" sz="800" dirty="0">
                <a:latin typeface="+mn-lt"/>
              </a:rPr>
              <a:t>CCID: </a:t>
            </a:r>
            <a:r>
              <a:rPr lang="en-GB" sz="800" kern="0" dirty="0">
                <a:effectLst/>
                <a:latin typeface="+mn-lt"/>
                <a:ea typeface="Times New Roman" panose="02020603050405020304" pitchFamily="18" charset="0"/>
                <a:cs typeface="Times New Roman" panose="02020603050405020304" pitchFamily="18" charset="0"/>
              </a:rPr>
              <a:t>cc004996</a:t>
            </a:r>
          </a:p>
          <a:p>
            <a:r>
              <a:rPr lang="en-GB" sz="800" kern="0" dirty="0">
                <a:latin typeface="+mn-lt"/>
                <a:cs typeface="Times New Roman" panose="02020603050405020304" pitchFamily="18" charset="0"/>
              </a:rPr>
              <a:t>    DTID: </a:t>
            </a:r>
            <a:r>
              <a:rPr lang="en-GB" sz="800" kern="0" dirty="0">
                <a:effectLst/>
                <a:latin typeface="+mn-lt"/>
                <a:ea typeface="Times New Roman" panose="02020603050405020304" pitchFamily="18" charset="0"/>
                <a:cs typeface="Times New Roman" panose="02020603050405020304" pitchFamily="18" charset="0"/>
              </a:rPr>
              <a:t>oemels001119</a:t>
            </a:r>
            <a:endParaRPr lang="en-GB" sz="800" b="1" dirty="0">
              <a:latin typeface="+mn-lt"/>
            </a:endParaRPr>
          </a:p>
          <a:p>
            <a:endParaRPr lang="en-GB" sz="800" b="1" dirty="0">
              <a:latin typeface="+mn-lt"/>
            </a:endParaRPr>
          </a:p>
          <a:p>
            <a:endParaRPr lang="en-GB" sz="800" b="1" dirty="0">
              <a:latin typeface="+mn-lt"/>
            </a:endParaRPr>
          </a:p>
          <a:p>
            <a:r>
              <a:rPr lang="en-GB" sz="800" b="1" dirty="0">
                <a:latin typeface="+mn-lt"/>
              </a:rPr>
              <a:t>Persistence Rule: </a:t>
            </a:r>
          </a:p>
          <a:p>
            <a:r>
              <a:rPr lang="en-GB" sz="800" dirty="0">
                <a:latin typeface="+mn-lt"/>
              </a:rPr>
              <a:t>CCID &amp; DTID remains in local storage for 24 hours</a:t>
            </a:r>
          </a:p>
          <a:p>
            <a:endParaRPr lang="en-GB" sz="800" dirty="0">
              <a:latin typeface="+mn-lt"/>
            </a:endParaRPr>
          </a:p>
          <a:p>
            <a:r>
              <a:rPr lang="en-GB" sz="800" b="1" dirty="0">
                <a:latin typeface="+mn-lt"/>
              </a:rPr>
              <a:t>Weblogs::</a:t>
            </a:r>
            <a:r>
              <a:rPr lang="en-GB" sz="800" dirty="0">
                <a:latin typeface="+mn-lt"/>
              </a:rPr>
              <a:t>Any parameters added to the URL will be captured</a:t>
            </a:r>
          </a:p>
        </p:txBody>
      </p:sp>
      <p:sp>
        <p:nvSpPr>
          <p:cNvPr id="31" name="TextBox 30">
            <a:extLst>
              <a:ext uri="{FF2B5EF4-FFF2-40B4-BE49-F238E27FC236}">
                <a16:creationId xmlns:a16="http://schemas.microsoft.com/office/drawing/2014/main" id="{9785587B-5AF6-77D4-EDB9-26F0AB7D6A89}"/>
              </a:ext>
            </a:extLst>
          </p:cNvPr>
          <p:cNvSpPr txBox="1"/>
          <p:nvPr/>
        </p:nvSpPr>
        <p:spPr>
          <a:xfrm>
            <a:off x="4799856" y="2348880"/>
            <a:ext cx="1224136" cy="215444"/>
          </a:xfrm>
          <a:prstGeom prst="rect">
            <a:avLst/>
          </a:prstGeom>
          <a:noFill/>
        </p:spPr>
        <p:txBody>
          <a:bodyPr wrap="square" rtlCol="0">
            <a:spAutoFit/>
          </a:bodyPr>
          <a:lstStyle/>
          <a:p>
            <a:pPr algn="ctr"/>
            <a:r>
              <a:rPr lang="en-GB" sz="800" dirty="0">
                <a:latin typeface="+mn-lt"/>
              </a:rPr>
              <a:t>Customer Reads blog</a:t>
            </a:r>
          </a:p>
        </p:txBody>
      </p:sp>
      <p:sp>
        <p:nvSpPr>
          <p:cNvPr id="32" name="Flowchart: Alternate Process 31">
            <a:extLst>
              <a:ext uri="{FF2B5EF4-FFF2-40B4-BE49-F238E27FC236}">
                <a16:creationId xmlns:a16="http://schemas.microsoft.com/office/drawing/2014/main" id="{10CE102C-281B-724B-2ABE-E88DA77D9432}"/>
              </a:ext>
            </a:extLst>
          </p:cNvPr>
          <p:cNvSpPr/>
          <p:nvPr/>
        </p:nvSpPr>
        <p:spPr>
          <a:xfrm>
            <a:off x="6710032" y="1739062"/>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Navigate to Explore Catalyst 8300</a:t>
            </a:r>
          </a:p>
        </p:txBody>
      </p:sp>
      <p:pic>
        <p:nvPicPr>
          <p:cNvPr id="36" name="Graphic 35" descr="Badge 3 with solid fill">
            <a:extLst>
              <a:ext uri="{FF2B5EF4-FFF2-40B4-BE49-F238E27FC236}">
                <a16:creationId xmlns:a16="http://schemas.microsoft.com/office/drawing/2014/main" id="{BEF19C7F-E2F7-60DA-36C8-E7B0AB7D595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1904" y="908720"/>
            <a:ext cx="548640" cy="548640"/>
          </a:xfrm>
          <a:prstGeom prst="rect">
            <a:avLst/>
          </a:prstGeom>
        </p:spPr>
      </p:pic>
      <p:sp>
        <p:nvSpPr>
          <p:cNvPr id="37" name="TextBox 36">
            <a:extLst>
              <a:ext uri="{FF2B5EF4-FFF2-40B4-BE49-F238E27FC236}">
                <a16:creationId xmlns:a16="http://schemas.microsoft.com/office/drawing/2014/main" id="{3C6868EB-37AC-1A7E-3F05-A7808F4CCAA8}"/>
              </a:ext>
            </a:extLst>
          </p:cNvPr>
          <p:cNvSpPr txBox="1"/>
          <p:nvPr/>
        </p:nvSpPr>
        <p:spPr>
          <a:xfrm>
            <a:off x="6528048" y="3174067"/>
            <a:ext cx="1512168" cy="707886"/>
          </a:xfrm>
          <a:prstGeom prst="rect">
            <a:avLst/>
          </a:prstGeom>
          <a:noFill/>
        </p:spPr>
        <p:txBody>
          <a:bodyPr wrap="square" rtlCol="0">
            <a:spAutoFit/>
          </a:bodyPr>
          <a:lstStyle/>
          <a:p>
            <a:r>
              <a:rPr lang="en-GB" sz="800">
                <a:latin typeface="+mn-lt"/>
              </a:rPr>
              <a:t>https://www.cisco.com/site/us/en/products/networking/sdwan-routers/catalyst-8300-series-platforms/index.html</a:t>
            </a:r>
          </a:p>
        </p:txBody>
      </p:sp>
      <p:sp>
        <p:nvSpPr>
          <p:cNvPr id="38" name="TextBox 37">
            <a:extLst>
              <a:ext uri="{FF2B5EF4-FFF2-40B4-BE49-F238E27FC236}">
                <a16:creationId xmlns:a16="http://schemas.microsoft.com/office/drawing/2014/main" id="{BE90B1F0-FFC6-0ADA-1F2B-FFCE388AD8D9}"/>
              </a:ext>
            </a:extLst>
          </p:cNvPr>
          <p:cNvSpPr txBox="1"/>
          <p:nvPr/>
        </p:nvSpPr>
        <p:spPr>
          <a:xfrm>
            <a:off x="6456040" y="2348880"/>
            <a:ext cx="1656184" cy="461665"/>
          </a:xfrm>
          <a:prstGeom prst="rect">
            <a:avLst/>
          </a:prstGeom>
          <a:noFill/>
        </p:spPr>
        <p:txBody>
          <a:bodyPr wrap="square" rtlCol="0">
            <a:spAutoFit/>
          </a:bodyPr>
          <a:lstStyle/>
          <a:p>
            <a:pPr algn="ctr"/>
            <a:r>
              <a:rPr lang="en-GB" sz="800" dirty="0">
                <a:latin typeface="+mn-lt"/>
              </a:rPr>
              <a:t>Customer scrolls down the page to read more about the Catalyst 8300 Series</a:t>
            </a:r>
          </a:p>
        </p:txBody>
      </p:sp>
      <p:sp>
        <p:nvSpPr>
          <p:cNvPr id="40" name="TextBox 39">
            <a:extLst>
              <a:ext uri="{FF2B5EF4-FFF2-40B4-BE49-F238E27FC236}">
                <a16:creationId xmlns:a16="http://schemas.microsoft.com/office/drawing/2014/main" id="{7EDF93F5-2428-1FD4-A7AD-D9195A3A75B7}"/>
              </a:ext>
            </a:extLst>
          </p:cNvPr>
          <p:cNvSpPr txBox="1"/>
          <p:nvPr/>
        </p:nvSpPr>
        <p:spPr>
          <a:xfrm>
            <a:off x="6528048" y="4474855"/>
            <a:ext cx="1584176" cy="1815882"/>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ID Aligned to IDs in storge from the last 24 hours</a:t>
            </a:r>
          </a:p>
          <a:p>
            <a:r>
              <a:rPr lang="en-GB" sz="800" kern="0" dirty="0">
                <a:effectLst/>
                <a:latin typeface="+mn-lt"/>
                <a:ea typeface="Times New Roman" panose="02020603050405020304" pitchFamily="18" charset="0"/>
                <a:cs typeface="Times New Roman" panose="02020603050405020304" pitchFamily="18" charset="0"/>
              </a:rPr>
              <a:t>    </a:t>
            </a:r>
            <a:r>
              <a:rPr lang="en-GB" sz="800" dirty="0">
                <a:latin typeface="+mn-lt"/>
              </a:rPr>
              <a:t>CCID: </a:t>
            </a:r>
            <a:r>
              <a:rPr lang="en-GB" sz="800" kern="0" dirty="0">
                <a:effectLst/>
                <a:latin typeface="+mn-lt"/>
                <a:ea typeface="Times New Roman" panose="02020603050405020304" pitchFamily="18" charset="0"/>
                <a:cs typeface="Times New Roman" panose="02020603050405020304" pitchFamily="18" charset="0"/>
              </a:rPr>
              <a:t>cc004996</a:t>
            </a:r>
          </a:p>
          <a:p>
            <a:r>
              <a:rPr lang="en-GB" sz="800" kern="0" dirty="0">
                <a:latin typeface="+mn-lt"/>
                <a:cs typeface="Times New Roman" panose="02020603050405020304" pitchFamily="18" charset="0"/>
              </a:rPr>
              <a:t>    DTID: </a:t>
            </a:r>
            <a:r>
              <a:rPr lang="en-GB" sz="800" kern="0" dirty="0">
                <a:effectLst/>
                <a:latin typeface="+mn-lt"/>
                <a:ea typeface="Times New Roman" panose="02020603050405020304" pitchFamily="18" charset="0"/>
                <a:cs typeface="Times New Roman" panose="02020603050405020304" pitchFamily="18" charset="0"/>
              </a:rPr>
              <a:t>oemels001119</a:t>
            </a:r>
            <a:endParaRPr lang="en-GB" sz="800" b="1" dirty="0">
              <a:latin typeface="+mn-lt"/>
            </a:endParaRPr>
          </a:p>
          <a:p>
            <a:r>
              <a:rPr lang="en-GB" sz="800" dirty="0">
                <a:latin typeface="+mn-lt"/>
              </a:rPr>
              <a:t>	</a:t>
            </a:r>
            <a:endParaRPr lang="en-GB" sz="800" b="1" dirty="0">
              <a:latin typeface="+mn-lt"/>
            </a:endParaRPr>
          </a:p>
          <a:p>
            <a:endParaRPr lang="en-GB" sz="800" b="1" dirty="0">
              <a:latin typeface="+mn-lt"/>
            </a:endParaRPr>
          </a:p>
          <a:p>
            <a:r>
              <a:rPr lang="en-GB" sz="800" b="1" dirty="0">
                <a:latin typeface="+mn-lt"/>
              </a:rPr>
              <a:t>Persistence Rule: </a:t>
            </a:r>
          </a:p>
          <a:p>
            <a:r>
              <a:rPr lang="en-GB" sz="800" dirty="0">
                <a:latin typeface="+mn-lt"/>
              </a:rPr>
              <a:t>CCID &amp; DTID remains in local storage for 24 hours</a:t>
            </a:r>
          </a:p>
          <a:p>
            <a:endParaRPr lang="en-GB" sz="800" dirty="0">
              <a:latin typeface="+mn-lt"/>
            </a:endParaRPr>
          </a:p>
          <a:p>
            <a:r>
              <a:rPr lang="en-GB" sz="800" b="1" dirty="0">
                <a:latin typeface="+mn-lt"/>
              </a:rPr>
              <a:t>Weblogs::</a:t>
            </a:r>
            <a:r>
              <a:rPr lang="en-GB" sz="800" dirty="0">
                <a:latin typeface="+mn-lt"/>
              </a:rPr>
              <a:t>Any parameters added to the URL will be captured</a:t>
            </a:r>
          </a:p>
        </p:txBody>
      </p:sp>
      <p:sp>
        <p:nvSpPr>
          <p:cNvPr id="42" name="TextBox 41">
            <a:extLst>
              <a:ext uri="{FF2B5EF4-FFF2-40B4-BE49-F238E27FC236}">
                <a16:creationId xmlns:a16="http://schemas.microsoft.com/office/drawing/2014/main" id="{82CC16BF-BE06-550F-C86E-BAEA73EEBEBC}"/>
              </a:ext>
            </a:extLst>
          </p:cNvPr>
          <p:cNvSpPr txBox="1"/>
          <p:nvPr/>
        </p:nvSpPr>
        <p:spPr>
          <a:xfrm>
            <a:off x="8400256" y="2348880"/>
            <a:ext cx="1224136" cy="338554"/>
          </a:xfrm>
          <a:prstGeom prst="rect">
            <a:avLst/>
          </a:prstGeom>
          <a:noFill/>
        </p:spPr>
        <p:txBody>
          <a:bodyPr wrap="square" rtlCol="0">
            <a:spAutoFit/>
          </a:bodyPr>
          <a:lstStyle/>
          <a:p>
            <a:pPr algn="ctr"/>
            <a:r>
              <a:rPr lang="en-GB" sz="800">
                <a:latin typeface="+mn-lt"/>
              </a:rPr>
              <a:t>Customer Views data sheet</a:t>
            </a:r>
          </a:p>
        </p:txBody>
      </p:sp>
      <p:sp>
        <p:nvSpPr>
          <p:cNvPr id="43" name="TextBox 42">
            <a:extLst>
              <a:ext uri="{FF2B5EF4-FFF2-40B4-BE49-F238E27FC236}">
                <a16:creationId xmlns:a16="http://schemas.microsoft.com/office/drawing/2014/main" id="{4AC4F513-63C4-954A-71AD-4501EE826A98}"/>
              </a:ext>
            </a:extLst>
          </p:cNvPr>
          <p:cNvSpPr txBox="1"/>
          <p:nvPr/>
        </p:nvSpPr>
        <p:spPr>
          <a:xfrm>
            <a:off x="8220236" y="3174067"/>
            <a:ext cx="1584176" cy="954107"/>
          </a:xfrm>
          <a:prstGeom prst="rect">
            <a:avLst/>
          </a:prstGeom>
          <a:noFill/>
        </p:spPr>
        <p:txBody>
          <a:bodyPr wrap="square" rtlCol="0">
            <a:spAutoFit/>
          </a:bodyPr>
          <a:lstStyle/>
          <a:p>
            <a:r>
              <a:rPr lang="en-GB" sz="800" dirty="0">
                <a:latin typeface="+mn-lt"/>
              </a:rPr>
              <a:t>? l https://www.cisco.com/c/en/us/products/collateral/routers/catalyst-8300-series-edge-platforms/datasheet-c78-744088.html?dtid=odicdc000509&amp;oid=powit032510</a:t>
            </a:r>
          </a:p>
        </p:txBody>
      </p:sp>
      <p:pic>
        <p:nvPicPr>
          <p:cNvPr id="48" name="Graphic 47" descr="Badge 4 with solid fill">
            <a:extLst>
              <a:ext uri="{FF2B5EF4-FFF2-40B4-BE49-F238E27FC236}">
                <a16:creationId xmlns:a16="http://schemas.microsoft.com/office/drawing/2014/main" id="{42A6E5A5-7707-6594-5011-35321566871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32104" y="908720"/>
            <a:ext cx="548640" cy="548640"/>
          </a:xfrm>
          <a:prstGeom prst="rect">
            <a:avLst/>
          </a:prstGeom>
        </p:spPr>
      </p:pic>
      <p:sp>
        <p:nvSpPr>
          <p:cNvPr id="50" name="TextBox 49">
            <a:extLst>
              <a:ext uri="{FF2B5EF4-FFF2-40B4-BE49-F238E27FC236}">
                <a16:creationId xmlns:a16="http://schemas.microsoft.com/office/drawing/2014/main" id="{A3C64F7B-5D5C-E893-9E74-9B79039CD324}"/>
              </a:ext>
            </a:extLst>
          </p:cNvPr>
          <p:cNvSpPr txBox="1"/>
          <p:nvPr/>
        </p:nvSpPr>
        <p:spPr>
          <a:xfrm>
            <a:off x="8184232" y="4474855"/>
            <a:ext cx="1656184" cy="1938992"/>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ID Aligned to IDs in storge from the last 24 hours</a:t>
            </a:r>
          </a:p>
          <a:p>
            <a:r>
              <a:rPr lang="en-GB" sz="800" kern="0" dirty="0">
                <a:effectLst/>
                <a:latin typeface="+mn-lt"/>
                <a:ea typeface="Times New Roman" panose="02020603050405020304" pitchFamily="18" charset="0"/>
                <a:cs typeface="Times New Roman" panose="02020603050405020304" pitchFamily="18" charset="0"/>
              </a:rPr>
              <a:t>    </a:t>
            </a:r>
            <a:r>
              <a:rPr lang="en-GB" sz="800" dirty="0">
                <a:latin typeface="+mn-lt"/>
              </a:rPr>
              <a:t>CCID: </a:t>
            </a:r>
            <a:r>
              <a:rPr lang="en-GB" sz="800" kern="0" dirty="0">
                <a:effectLst/>
                <a:latin typeface="+mn-lt"/>
                <a:ea typeface="Times New Roman" panose="02020603050405020304" pitchFamily="18" charset="0"/>
                <a:cs typeface="Times New Roman" panose="02020603050405020304" pitchFamily="18" charset="0"/>
              </a:rPr>
              <a:t>cc004996</a:t>
            </a:r>
          </a:p>
          <a:p>
            <a:r>
              <a:rPr lang="en-GB" sz="800" kern="0" dirty="0">
                <a:latin typeface="+mn-lt"/>
                <a:cs typeface="Times New Roman" panose="02020603050405020304" pitchFamily="18" charset="0"/>
              </a:rPr>
              <a:t>    DTID: </a:t>
            </a:r>
            <a:r>
              <a:rPr lang="en-GB" sz="800" kern="0" dirty="0">
                <a:effectLst/>
                <a:latin typeface="+mn-lt"/>
                <a:ea typeface="Times New Roman" panose="02020603050405020304" pitchFamily="18" charset="0"/>
                <a:cs typeface="Times New Roman" panose="02020603050405020304" pitchFamily="18" charset="0"/>
              </a:rPr>
              <a:t>oemels001119</a:t>
            </a:r>
            <a:endParaRPr lang="en-GB" sz="800" b="1" dirty="0">
              <a:latin typeface="+mn-lt"/>
            </a:endParaRPr>
          </a:p>
          <a:p>
            <a:endParaRPr lang="en-GB" sz="800" dirty="0">
              <a:latin typeface="+mn-lt"/>
            </a:endParaRPr>
          </a:p>
          <a:p>
            <a:r>
              <a:rPr lang="en-GB" sz="800" b="1" dirty="0">
                <a:latin typeface="+mn-lt"/>
              </a:rPr>
              <a:t>Persistence Rule: </a:t>
            </a:r>
          </a:p>
          <a:p>
            <a:r>
              <a:rPr lang="en-GB" sz="800" kern="0" dirty="0">
                <a:latin typeface="+mn-lt"/>
                <a:cs typeface="Times New Roman" panose="02020603050405020304" pitchFamily="18" charset="0"/>
              </a:rPr>
              <a:t>IDs on internal pages will be ignored and only values captured in local storage will persist</a:t>
            </a:r>
          </a:p>
          <a:p>
            <a:endParaRPr lang="en-GB" sz="800" kern="0" dirty="0">
              <a:latin typeface="+mn-lt"/>
              <a:cs typeface="Times New Roman" panose="02020603050405020304" pitchFamily="18" charset="0"/>
            </a:endParaRPr>
          </a:p>
          <a:p>
            <a:r>
              <a:rPr lang="en-GB" sz="800" b="1" dirty="0">
                <a:latin typeface="+mn-lt"/>
              </a:rPr>
              <a:t>Weblogs::</a:t>
            </a:r>
            <a:r>
              <a:rPr lang="en-GB" sz="800" dirty="0">
                <a:latin typeface="+mn-lt"/>
              </a:rPr>
              <a:t>Any parameters added to the URL will be captured</a:t>
            </a:r>
          </a:p>
        </p:txBody>
      </p:sp>
      <p:sp>
        <p:nvSpPr>
          <p:cNvPr id="52" name="TextBox 51">
            <a:extLst>
              <a:ext uri="{FF2B5EF4-FFF2-40B4-BE49-F238E27FC236}">
                <a16:creationId xmlns:a16="http://schemas.microsoft.com/office/drawing/2014/main" id="{F122E51A-06AF-615B-8EF8-02D3F478F595}"/>
              </a:ext>
            </a:extLst>
          </p:cNvPr>
          <p:cNvSpPr txBox="1"/>
          <p:nvPr/>
        </p:nvSpPr>
        <p:spPr>
          <a:xfrm>
            <a:off x="10074442" y="2348880"/>
            <a:ext cx="1404156" cy="461665"/>
          </a:xfrm>
          <a:prstGeom prst="rect">
            <a:avLst/>
          </a:prstGeom>
          <a:noFill/>
        </p:spPr>
        <p:txBody>
          <a:bodyPr wrap="square" rtlCol="0">
            <a:spAutoFit/>
          </a:bodyPr>
          <a:lstStyle/>
          <a:p>
            <a:pPr algn="ctr"/>
            <a:r>
              <a:rPr lang="en-GB" sz="800">
                <a:latin typeface="+mn-lt"/>
              </a:rPr>
              <a:t>Customer Selects the option for “how to buy” and Contact Cisco</a:t>
            </a:r>
          </a:p>
        </p:txBody>
      </p:sp>
      <p:pic>
        <p:nvPicPr>
          <p:cNvPr id="56" name="Graphic 55" descr="Badge 5 with solid fill">
            <a:extLst>
              <a:ext uri="{FF2B5EF4-FFF2-40B4-BE49-F238E27FC236}">
                <a16:creationId xmlns:a16="http://schemas.microsoft.com/office/drawing/2014/main" id="{0C43FF1A-316A-689E-ACA9-559F5C22EEF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88288" y="908720"/>
            <a:ext cx="548640" cy="548640"/>
          </a:xfrm>
          <a:prstGeom prst="rect">
            <a:avLst/>
          </a:prstGeom>
        </p:spPr>
      </p:pic>
      <p:sp>
        <p:nvSpPr>
          <p:cNvPr id="57" name="TextBox 56">
            <a:extLst>
              <a:ext uri="{FF2B5EF4-FFF2-40B4-BE49-F238E27FC236}">
                <a16:creationId xmlns:a16="http://schemas.microsoft.com/office/drawing/2014/main" id="{70C6B97A-9411-A8AD-47E0-4FBC30EF921A}"/>
              </a:ext>
            </a:extLst>
          </p:cNvPr>
          <p:cNvSpPr txBox="1"/>
          <p:nvPr/>
        </p:nvSpPr>
        <p:spPr>
          <a:xfrm>
            <a:off x="10056440" y="2996952"/>
            <a:ext cx="2088232" cy="3477875"/>
          </a:xfrm>
          <a:prstGeom prst="rect">
            <a:avLst/>
          </a:prstGeom>
          <a:noFill/>
        </p:spPr>
        <p:txBody>
          <a:bodyPr wrap="square" rtlCol="0">
            <a:spAutoFit/>
          </a:bodyPr>
          <a:lstStyle/>
          <a:p>
            <a:r>
              <a:rPr lang="en-GB" sz="800" b="1" dirty="0">
                <a:latin typeface="+mn-lt"/>
              </a:rPr>
              <a:t>Last Touch:</a:t>
            </a:r>
            <a:endParaRPr lang="en-GB" sz="800" dirty="0">
              <a:latin typeface="+mn-lt"/>
            </a:endParaRPr>
          </a:p>
          <a:p>
            <a:r>
              <a:rPr lang="en-GB" sz="800" dirty="0">
                <a:latin typeface="+mn-lt"/>
              </a:rPr>
              <a:t>Using Precedence and Persistence Logic the IDs aligned to the lead will be:</a:t>
            </a:r>
          </a:p>
          <a:p>
            <a:r>
              <a:rPr lang="en-GB" sz="800" dirty="0">
                <a:latin typeface="+mn-lt"/>
              </a:rPr>
              <a:t>	CCID: cc004996</a:t>
            </a:r>
          </a:p>
          <a:p>
            <a:r>
              <a:rPr lang="en-GB" sz="800" dirty="0">
                <a:latin typeface="+mn-lt"/>
              </a:rPr>
              <a:t>	DTID: oemels001119</a:t>
            </a:r>
          </a:p>
          <a:p>
            <a:r>
              <a:rPr lang="en-GB" sz="800" dirty="0">
                <a:latin typeface="+mn-lt"/>
              </a:rPr>
              <a:t>		</a:t>
            </a:r>
            <a:endParaRPr lang="en-GB" sz="800" b="1" dirty="0">
              <a:latin typeface="+mn-lt"/>
            </a:endParaRPr>
          </a:p>
          <a:p>
            <a:r>
              <a:rPr lang="en-GB" sz="1200" b="1" dirty="0">
                <a:solidFill>
                  <a:schemeClr val="bg1">
                    <a:lumMod val="50000"/>
                    <a:lumOff val="50000"/>
                  </a:schemeClr>
                </a:solidFill>
                <a:latin typeface="+mn-lt"/>
              </a:rPr>
              <a:t>Outcome</a:t>
            </a:r>
          </a:p>
          <a:p>
            <a:r>
              <a:rPr lang="en-GB" sz="1000" dirty="0">
                <a:solidFill>
                  <a:schemeClr val="bg1">
                    <a:lumMod val="50000"/>
                    <a:lumOff val="50000"/>
                  </a:schemeClr>
                </a:solidFill>
                <a:latin typeface="+mn-lt"/>
              </a:rPr>
              <a:t>If the referring URL has parameters added for CCID and DTID then they will be written to local storage and will persist for 24 hours, and page logic will mot be implemented</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IDs on internal pages will be ignored</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Offer ID will ONLY be taken from HTML of gated offer</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Contact sales doesn’t hold an offer ID so no Offer ID is passed to the VDC</a:t>
            </a:r>
          </a:p>
        </p:txBody>
      </p:sp>
      <p:sp>
        <p:nvSpPr>
          <p:cNvPr id="41" name="Flowchart: Alternate Process 40">
            <a:extLst>
              <a:ext uri="{FF2B5EF4-FFF2-40B4-BE49-F238E27FC236}">
                <a16:creationId xmlns:a16="http://schemas.microsoft.com/office/drawing/2014/main" id="{71A2277E-8FB7-607E-2308-DDDA7EF6D77E}"/>
              </a:ext>
            </a:extLst>
          </p:cNvPr>
          <p:cNvSpPr/>
          <p:nvPr/>
        </p:nvSpPr>
        <p:spPr>
          <a:xfrm>
            <a:off x="8436260" y="1739062"/>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2"/>
                </a:solidFill>
              </a:rPr>
              <a:t>Select option to view Datasheet</a:t>
            </a:r>
          </a:p>
        </p:txBody>
      </p:sp>
      <p:sp>
        <p:nvSpPr>
          <p:cNvPr id="51" name="Flowchart: Alternate Process 50">
            <a:extLst>
              <a:ext uri="{FF2B5EF4-FFF2-40B4-BE49-F238E27FC236}">
                <a16:creationId xmlns:a16="http://schemas.microsoft.com/office/drawing/2014/main" id="{72134323-50B1-A91B-9C92-A32D9CC42FAA}"/>
              </a:ext>
            </a:extLst>
          </p:cNvPr>
          <p:cNvSpPr/>
          <p:nvPr/>
        </p:nvSpPr>
        <p:spPr>
          <a:xfrm>
            <a:off x="10200456" y="1739062"/>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Contact Cisco</a:t>
            </a:r>
          </a:p>
        </p:txBody>
      </p:sp>
      <p:sp>
        <p:nvSpPr>
          <p:cNvPr id="21" name="Flowchart: Alternate Process 20">
            <a:extLst>
              <a:ext uri="{FF2B5EF4-FFF2-40B4-BE49-F238E27FC236}">
                <a16:creationId xmlns:a16="http://schemas.microsoft.com/office/drawing/2014/main" id="{0F48D51B-7E67-8E69-50C3-91832EE9C43A}"/>
              </a:ext>
            </a:extLst>
          </p:cNvPr>
          <p:cNvSpPr/>
          <p:nvPr/>
        </p:nvSpPr>
        <p:spPr>
          <a:xfrm>
            <a:off x="2980672" y="1700808"/>
            <a:ext cx="1211044" cy="652573"/>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2"/>
                </a:solidFill>
              </a:rPr>
              <a:t>Customer returns to .com by direct search</a:t>
            </a:r>
          </a:p>
        </p:txBody>
      </p:sp>
      <p:sp>
        <p:nvSpPr>
          <p:cNvPr id="23" name="Flowchart: Alternate Process 22">
            <a:extLst>
              <a:ext uri="{FF2B5EF4-FFF2-40B4-BE49-F238E27FC236}">
                <a16:creationId xmlns:a16="http://schemas.microsoft.com/office/drawing/2014/main" id="{AC59ED9A-6DD1-27EF-4E84-C8A51D9548AE}"/>
              </a:ext>
            </a:extLst>
          </p:cNvPr>
          <p:cNvSpPr/>
          <p:nvPr/>
        </p:nvSpPr>
        <p:spPr>
          <a:xfrm>
            <a:off x="1141165" y="1700808"/>
            <a:ext cx="1332148" cy="652573"/>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2"/>
                </a:solidFill>
              </a:rPr>
              <a:t>Customer Clicks on an email relating to Networking</a:t>
            </a:r>
          </a:p>
        </p:txBody>
      </p:sp>
      <p:cxnSp>
        <p:nvCxnSpPr>
          <p:cNvPr id="25" name="Straight Connector 24">
            <a:extLst>
              <a:ext uri="{FF2B5EF4-FFF2-40B4-BE49-F238E27FC236}">
                <a16:creationId xmlns:a16="http://schemas.microsoft.com/office/drawing/2014/main" id="{43E40C46-2BF5-1565-F223-123B751BF89A}"/>
              </a:ext>
            </a:extLst>
          </p:cNvPr>
          <p:cNvCxnSpPr>
            <a:cxnSpLocks/>
          </p:cNvCxnSpPr>
          <p:nvPr/>
        </p:nvCxnSpPr>
        <p:spPr>
          <a:xfrm>
            <a:off x="2684130" y="1196752"/>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7" name="Straight Arrow Connector 26">
            <a:extLst>
              <a:ext uri="{FF2B5EF4-FFF2-40B4-BE49-F238E27FC236}">
                <a16:creationId xmlns:a16="http://schemas.microsoft.com/office/drawing/2014/main" id="{92B1CA87-D4A6-9452-801F-FD854CA4013B}"/>
              </a:ext>
            </a:extLst>
          </p:cNvPr>
          <p:cNvCxnSpPr>
            <a:stCxn id="23" idx="3"/>
            <a:endCxn id="21" idx="1"/>
          </p:cNvCxnSpPr>
          <p:nvPr/>
        </p:nvCxnSpPr>
        <p:spPr>
          <a:xfrm>
            <a:off x="2473313" y="2027095"/>
            <a:ext cx="5073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4E1D931B-D935-48E8-B6AD-CBEEA93E2BB0}"/>
              </a:ext>
            </a:extLst>
          </p:cNvPr>
          <p:cNvSpPr txBox="1"/>
          <p:nvPr/>
        </p:nvSpPr>
        <p:spPr>
          <a:xfrm>
            <a:off x="1271464" y="2420888"/>
            <a:ext cx="1112851" cy="461665"/>
          </a:xfrm>
          <a:prstGeom prst="rect">
            <a:avLst/>
          </a:prstGeom>
          <a:noFill/>
        </p:spPr>
        <p:txBody>
          <a:bodyPr wrap="square" rtlCol="0">
            <a:spAutoFit/>
          </a:bodyPr>
          <a:lstStyle/>
          <a:p>
            <a:pPr algn="ctr"/>
            <a:r>
              <a:rPr lang="en-GB" sz="800" dirty="0">
                <a:latin typeface="+mn-lt"/>
              </a:rPr>
              <a:t>Customer receives email and clicks on link</a:t>
            </a:r>
          </a:p>
        </p:txBody>
      </p:sp>
      <p:sp>
        <p:nvSpPr>
          <p:cNvPr id="30" name="TextBox 29">
            <a:extLst>
              <a:ext uri="{FF2B5EF4-FFF2-40B4-BE49-F238E27FC236}">
                <a16:creationId xmlns:a16="http://schemas.microsoft.com/office/drawing/2014/main" id="{29D4B872-9D37-C781-3CEA-4DD4954904BB}"/>
              </a:ext>
            </a:extLst>
          </p:cNvPr>
          <p:cNvSpPr txBox="1"/>
          <p:nvPr/>
        </p:nvSpPr>
        <p:spPr>
          <a:xfrm>
            <a:off x="1127448" y="3140968"/>
            <a:ext cx="1512168" cy="1077218"/>
          </a:xfrm>
          <a:prstGeom prst="rect">
            <a:avLst/>
          </a:prstGeom>
          <a:noFill/>
        </p:spPr>
        <p:txBody>
          <a:bodyPr wrap="square" rtlCol="0">
            <a:spAutoFit/>
          </a:bodyPr>
          <a:lstStyle/>
          <a:p>
            <a:r>
              <a:rPr lang="en-GB" sz="800" dirty="0">
                <a:latin typeface="+mn-lt"/>
              </a:rPr>
              <a:t>https://www.cisco.com/site/us/en/products/networking/sdwan-routers/index.html?team=digital_marketing&amp;medium=email&amp;campaign=cross_campaign&amp;ccid=cc004996&amp;dtid=oemels001119 </a:t>
            </a:r>
          </a:p>
        </p:txBody>
      </p:sp>
      <p:sp>
        <p:nvSpPr>
          <p:cNvPr id="33" name="TextBox 32">
            <a:extLst>
              <a:ext uri="{FF2B5EF4-FFF2-40B4-BE49-F238E27FC236}">
                <a16:creationId xmlns:a16="http://schemas.microsoft.com/office/drawing/2014/main" id="{7DFEF11B-EC85-F690-4150-564B7F1350A2}"/>
              </a:ext>
            </a:extLst>
          </p:cNvPr>
          <p:cNvSpPr txBox="1"/>
          <p:nvPr/>
        </p:nvSpPr>
        <p:spPr>
          <a:xfrm>
            <a:off x="1127449" y="4474855"/>
            <a:ext cx="1440160" cy="2062103"/>
          </a:xfrm>
          <a:prstGeom prst="rect">
            <a:avLst/>
          </a:prstGeom>
          <a:noFill/>
        </p:spPr>
        <p:txBody>
          <a:bodyPr wrap="square" rtlCol="0">
            <a:spAutoFit/>
          </a:bodyPr>
          <a:lstStyle/>
          <a:p>
            <a:r>
              <a:rPr lang="en-GB" sz="800" b="1" dirty="0">
                <a:latin typeface="+mn-lt"/>
              </a:rPr>
              <a:t>Precedence Rule</a:t>
            </a:r>
            <a:r>
              <a:rPr lang="en-GB" sz="800" dirty="0">
                <a:latin typeface="+mn-lt"/>
              </a:rPr>
              <a:t>: </a:t>
            </a:r>
            <a:endParaRPr lang="en-GB" sz="800" b="1" dirty="0">
              <a:latin typeface="+mn-lt"/>
            </a:endParaRPr>
          </a:p>
          <a:p>
            <a:r>
              <a:rPr lang="en-GB" sz="800" dirty="0">
                <a:latin typeface="+mn-lt"/>
              </a:rPr>
              <a:t>URL Parameters captured</a:t>
            </a:r>
          </a:p>
          <a:p>
            <a:r>
              <a:rPr lang="en-GB" sz="800" dirty="0">
                <a:latin typeface="+mn-lt"/>
              </a:rPr>
              <a:t>     CCID: </a:t>
            </a:r>
            <a:r>
              <a:rPr lang="en-GB" sz="800" kern="0" dirty="0">
                <a:effectLst/>
                <a:latin typeface="+mn-lt"/>
                <a:ea typeface="Times New Roman" panose="02020603050405020304" pitchFamily="18" charset="0"/>
                <a:cs typeface="Times New Roman" panose="02020603050405020304" pitchFamily="18" charset="0"/>
              </a:rPr>
              <a:t>cc004996</a:t>
            </a:r>
          </a:p>
          <a:p>
            <a:r>
              <a:rPr lang="en-GB" sz="800" kern="0" dirty="0">
                <a:latin typeface="+mn-lt"/>
                <a:cs typeface="Times New Roman" panose="02020603050405020304" pitchFamily="18" charset="0"/>
              </a:rPr>
              <a:t>     DTID: </a:t>
            </a:r>
            <a:r>
              <a:rPr lang="en-GB" sz="800" kern="0" dirty="0">
                <a:effectLst/>
                <a:latin typeface="+mn-lt"/>
                <a:ea typeface="Times New Roman" panose="02020603050405020304" pitchFamily="18" charset="0"/>
                <a:cs typeface="Times New Roman" panose="02020603050405020304" pitchFamily="18" charset="0"/>
              </a:rPr>
              <a:t>oemels001119</a:t>
            </a:r>
            <a:endParaRPr lang="en-GB" sz="800" b="1" dirty="0">
              <a:latin typeface="+mn-lt"/>
            </a:endParaRPr>
          </a:p>
          <a:p>
            <a:endParaRPr lang="en-GB" sz="800" b="1" dirty="0">
              <a:latin typeface="+mn-lt"/>
            </a:endParaRPr>
          </a:p>
          <a:p>
            <a:endParaRPr lang="en-GB" sz="800" b="1" dirty="0">
              <a:latin typeface="+mn-lt"/>
            </a:endParaRPr>
          </a:p>
          <a:p>
            <a:endParaRPr lang="en-GB" sz="800" b="1" dirty="0">
              <a:latin typeface="+mn-lt"/>
            </a:endParaRPr>
          </a:p>
          <a:p>
            <a:r>
              <a:rPr lang="en-GB" sz="800" b="1" dirty="0">
                <a:latin typeface="+mn-lt"/>
              </a:rPr>
              <a:t>Persistence Rule: </a:t>
            </a:r>
          </a:p>
          <a:p>
            <a:r>
              <a:rPr lang="en-GB" sz="800" dirty="0">
                <a:latin typeface="+mn-lt"/>
              </a:rPr>
              <a:t>CCID &amp; DTID captured in local storage for 24 hours and IDs stored yesterday are overwritten</a:t>
            </a:r>
          </a:p>
          <a:p>
            <a:endParaRPr lang="en-GB" sz="800" dirty="0">
              <a:latin typeface="+mn-lt"/>
            </a:endParaRPr>
          </a:p>
          <a:p>
            <a:r>
              <a:rPr lang="en-GB" sz="800" b="1" dirty="0">
                <a:latin typeface="+mn-lt"/>
              </a:rPr>
              <a:t>Weblogs::</a:t>
            </a:r>
            <a:r>
              <a:rPr lang="en-GB" sz="800" dirty="0">
                <a:latin typeface="+mn-lt"/>
              </a:rPr>
              <a:t>Any parameters added to the URL will be captured</a:t>
            </a:r>
          </a:p>
        </p:txBody>
      </p:sp>
      <p:pic>
        <p:nvPicPr>
          <p:cNvPr id="22" name="Graphic 21" descr="Badge 6 with solid fill">
            <a:extLst>
              <a:ext uri="{FF2B5EF4-FFF2-40B4-BE49-F238E27FC236}">
                <a16:creationId xmlns:a16="http://schemas.microsoft.com/office/drawing/2014/main" id="{76A85FA2-F446-6C29-83CA-D0B98CFA1D9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488488" y="908720"/>
            <a:ext cx="548640" cy="548640"/>
          </a:xfrm>
          <a:prstGeom prst="rect">
            <a:avLst/>
          </a:prstGeom>
        </p:spPr>
      </p:pic>
    </p:spTree>
    <p:extLst>
      <p:ext uri="{BB962C8B-B14F-4D97-AF65-F5344CB8AC3E}">
        <p14:creationId xmlns:p14="http://schemas.microsoft.com/office/powerpoint/2010/main" val="2662829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2EA6-26E5-90F1-6812-D8A88E8BBB6A}"/>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0D3EDB34-F058-0815-84F1-CB540896FAE8}"/>
              </a:ext>
            </a:extLst>
          </p:cNvPr>
          <p:cNvGrpSpPr/>
          <p:nvPr/>
        </p:nvGrpSpPr>
        <p:grpSpPr>
          <a:xfrm rot="10800000" flipH="1" flipV="1">
            <a:off x="191344" y="1124744"/>
            <a:ext cx="944488" cy="5112568"/>
            <a:chOff x="6023992" y="999789"/>
            <a:chExt cx="944488" cy="5093587"/>
          </a:xfrm>
        </p:grpSpPr>
        <p:sp>
          <p:nvSpPr>
            <p:cNvPr id="6" name="Rectangle 5">
              <a:extLst>
                <a:ext uri="{FF2B5EF4-FFF2-40B4-BE49-F238E27FC236}">
                  <a16:creationId xmlns:a16="http://schemas.microsoft.com/office/drawing/2014/main" id="{FD793559-A6A7-BD9A-7A74-7836628979E7}"/>
                </a:ext>
              </a:extLst>
            </p:cNvPr>
            <p:cNvSpPr/>
            <p:nvPr/>
          </p:nvSpPr>
          <p:spPr>
            <a:xfrm>
              <a:off x="6384032" y="999789"/>
              <a:ext cx="584448" cy="5093587"/>
            </a:xfrm>
            <a:prstGeom prst="rect">
              <a:avLst/>
            </a:prstGeom>
            <a:gradFill>
              <a:gsLst>
                <a:gs pos="0">
                  <a:schemeClr val="tx1">
                    <a:lumMod val="50000"/>
                    <a:alpha val="36000"/>
                  </a:schemeClr>
                </a:gs>
                <a:gs pos="90000">
                  <a:schemeClr val="tx1">
                    <a:lumMod val="50000"/>
                    <a:alpha val="0"/>
                  </a:scheme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AE9C6926-8BA7-4BE6-2F02-31D82B0B37CD}"/>
                </a:ext>
              </a:extLst>
            </p:cNvPr>
            <p:cNvSpPr/>
            <p:nvPr/>
          </p:nvSpPr>
          <p:spPr>
            <a:xfrm>
              <a:off x="6023992" y="1010308"/>
              <a:ext cx="792088" cy="5082988"/>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 name="Rectangle: Rounded Corners 17">
            <a:extLst>
              <a:ext uri="{FF2B5EF4-FFF2-40B4-BE49-F238E27FC236}">
                <a16:creationId xmlns:a16="http://schemas.microsoft.com/office/drawing/2014/main" id="{989435BB-2E47-B0BB-46A3-0E49146EF687}"/>
              </a:ext>
            </a:extLst>
          </p:cNvPr>
          <p:cNvSpPr/>
          <p:nvPr/>
        </p:nvSpPr>
        <p:spPr>
          <a:xfrm>
            <a:off x="-1176808" y="1484784"/>
            <a:ext cx="14257584" cy="1368152"/>
          </a:xfrm>
          <a:prstGeom prst="roundRect">
            <a:avLst/>
          </a:prstGeom>
          <a:solidFill>
            <a:schemeClr val="bg1">
              <a:lumMod val="50000"/>
              <a:lumOff val="5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C18CB1A0-1288-0C14-3DF5-8A3F7A6BDAD7}"/>
              </a:ext>
            </a:extLst>
          </p:cNvPr>
          <p:cNvSpPr/>
          <p:nvPr/>
        </p:nvSpPr>
        <p:spPr>
          <a:xfrm>
            <a:off x="-1176808" y="4509120"/>
            <a:ext cx="10369152" cy="1440160"/>
          </a:xfrm>
          <a:prstGeom prst="roundRect">
            <a:avLst/>
          </a:prstGeom>
          <a:solidFill>
            <a:schemeClr val="bg1">
              <a:lumMod val="10000"/>
              <a:lumOff val="9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587053B3-CC7C-F9BA-9450-10E8A11FE956}"/>
              </a:ext>
            </a:extLst>
          </p:cNvPr>
          <p:cNvSpPr/>
          <p:nvPr/>
        </p:nvSpPr>
        <p:spPr>
          <a:xfrm>
            <a:off x="-1176808" y="2996952"/>
            <a:ext cx="10369152" cy="1368152"/>
          </a:xfrm>
          <a:prstGeom prst="roundRect">
            <a:avLst/>
          </a:prstGeom>
          <a:solidFill>
            <a:schemeClr val="bg1">
              <a:lumMod val="25000"/>
              <a:lumOff val="75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1">
            <a:extLst>
              <a:ext uri="{FF2B5EF4-FFF2-40B4-BE49-F238E27FC236}">
                <a16:creationId xmlns:a16="http://schemas.microsoft.com/office/drawing/2014/main" id="{978A66AC-5CE6-AC67-4D00-7DD30CC0958D}"/>
              </a:ext>
            </a:extLst>
          </p:cNvPr>
          <p:cNvSpPr>
            <a:spLocks noGrp="1"/>
          </p:cNvSpPr>
          <p:nvPr>
            <p:ph type="body" sz="quarter" idx="82"/>
          </p:nvPr>
        </p:nvSpPr>
        <p:spPr>
          <a:xfrm>
            <a:off x="625928" y="450012"/>
            <a:ext cx="10870672" cy="530716"/>
          </a:xfrm>
        </p:spPr>
        <p:txBody>
          <a:bodyPr/>
          <a:lstStyle/>
          <a:p>
            <a:r>
              <a:rPr lang="en-GB" dirty="0"/>
              <a:t>Direct Search with Marketing Activity within 24 Hours</a:t>
            </a:r>
          </a:p>
        </p:txBody>
      </p:sp>
      <p:sp>
        <p:nvSpPr>
          <p:cNvPr id="8" name="TextBox 7">
            <a:extLst>
              <a:ext uri="{FF2B5EF4-FFF2-40B4-BE49-F238E27FC236}">
                <a16:creationId xmlns:a16="http://schemas.microsoft.com/office/drawing/2014/main" id="{39890C91-39AA-744C-9A2C-76187D7347BA}"/>
              </a:ext>
            </a:extLst>
          </p:cNvPr>
          <p:cNvSpPr txBox="1"/>
          <p:nvPr/>
        </p:nvSpPr>
        <p:spPr>
          <a:xfrm>
            <a:off x="-168696" y="1916832"/>
            <a:ext cx="1224136" cy="369332"/>
          </a:xfrm>
          <a:prstGeom prst="rect">
            <a:avLst/>
          </a:prstGeom>
          <a:noFill/>
        </p:spPr>
        <p:txBody>
          <a:bodyPr wrap="square" rtlCol="0">
            <a:spAutoFit/>
          </a:bodyPr>
          <a:lstStyle/>
          <a:p>
            <a:pPr algn="ctr"/>
            <a:r>
              <a:rPr lang="en-GB" b="1">
                <a:latin typeface="+mn-lt"/>
              </a:rPr>
              <a:t>Action</a:t>
            </a:r>
          </a:p>
        </p:txBody>
      </p:sp>
      <p:sp>
        <p:nvSpPr>
          <p:cNvPr id="9" name="TextBox 8">
            <a:extLst>
              <a:ext uri="{FF2B5EF4-FFF2-40B4-BE49-F238E27FC236}">
                <a16:creationId xmlns:a16="http://schemas.microsoft.com/office/drawing/2014/main" id="{E806C093-8B0B-51F9-CFDF-3CBA47F101FC}"/>
              </a:ext>
            </a:extLst>
          </p:cNvPr>
          <p:cNvSpPr txBox="1"/>
          <p:nvPr/>
        </p:nvSpPr>
        <p:spPr>
          <a:xfrm>
            <a:off x="-168696" y="3462099"/>
            <a:ext cx="1224136" cy="369332"/>
          </a:xfrm>
          <a:prstGeom prst="rect">
            <a:avLst/>
          </a:prstGeom>
          <a:noFill/>
        </p:spPr>
        <p:txBody>
          <a:bodyPr wrap="square" rtlCol="0">
            <a:spAutoFit/>
          </a:bodyPr>
          <a:lstStyle/>
          <a:p>
            <a:pPr algn="ctr"/>
            <a:r>
              <a:rPr lang="en-GB" b="1">
                <a:latin typeface="+mn-lt"/>
              </a:rPr>
              <a:t>URL</a:t>
            </a:r>
          </a:p>
        </p:txBody>
      </p:sp>
      <p:sp>
        <p:nvSpPr>
          <p:cNvPr id="10" name="TextBox 9">
            <a:extLst>
              <a:ext uri="{FF2B5EF4-FFF2-40B4-BE49-F238E27FC236}">
                <a16:creationId xmlns:a16="http://schemas.microsoft.com/office/drawing/2014/main" id="{557907AE-D40B-7AE0-FB08-E384B32A72AE}"/>
              </a:ext>
            </a:extLst>
          </p:cNvPr>
          <p:cNvSpPr txBox="1"/>
          <p:nvPr/>
        </p:nvSpPr>
        <p:spPr>
          <a:xfrm>
            <a:off x="-168696" y="4762887"/>
            <a:ext cx="1224136" cy="369332"/>
          </a:xfrm>
          <a:prstGeom prst="rect">
            <a:avLst/>
          </a:prstGeom>
          <a:noFill/>
        </p:spPr>
        <p:txBody>
          <a:bodyPr wrap="square" rtlCol="0">
            <a:spAutoFit/>
          </a:bodyPr>
          <a:lstStyle/>
          <a:p>
            <a:pPr algn="ctr"/>
            <a:r>
              <a:rPr lang="en-GB" b="1">
                <a:latin typeface="+mn-lt"/>
              </a:rPr>
              <a:t>Rules</a:t>
            </a:r>
          </a:p>
        </p:txBody>
      </p:sp>
      <p:cxnSp>
        <p:nvCxnSpPr>
          <p:cNvPr id="28" name="Straight Arrow Connector 27">
            <a:extLst>
              <a:ext uri="{FF2B5EF4-FFF2-40B4-BE49-F238E27FC236}">
                <a16:creationId xmlns:a16="http://schemas.microsoft.com/office/drawing/2014/main" id="{9EC8DB38-7798-60F6-740B-DEEFFB2BEFC6}"/>
              </a:ext>
            </a:extLst>
          </p:cNvPr>
          <p:cNvCxnSpPr>
            <a:cxnSpLocks/>
            <a:stCxn id="3" idx="3"/>
            <a:endCxn id="16" idx="1"/>
          </p:cNvCxnSpPr>
          <p:nvPr/>
        </p:nvCxnSpPr>
        <p:spPr>
          <a:xfrm>
            <a:off x="2243572" y="2027094"/>
            <a:ext cx="100811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AC5FA85B-AB7E-6535-8D01-17C497EFDA7D}"/>
              </a:ext>
            </a:extLst>
          </p:cNvPr>
          <p:cNvCxnSpPr>
            <a:cxnSpLocks/>
            <a:stCxn id="16" idx="3"/>
            <a:endCxn id="32" idx="1"/>
          </p:cNvCxnSpPr>
          <p:nvPr/>
        </p:nvCxnSpPr>
        <p:spPr>
          <a:xfrm flipV="1">
            <a:off x="4583832" y="2027094"/>
            <a:ext cx="82809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BE81E8C5-6A32-0008-D1B3-7675B8AC5692}"/>
              </a:ext>
            </a:extLst>
          </p:cNvPr>
          <p:cNvCxnSpPr>
            <a:cxnSpLocks/>
            <a:stCxn id="32" idx="3"/>
            <a:endCxn id="41" idx="1"/>
          </p:cNvCxnSpPr>
          <p:nvPr/>
        </p:nvCxnSpPr>
        <p:spPr>
          <a:xfrm>
            <a:off x="6564052" y="2027094"/>
            <a:ext cx="10801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FBDCCAA0-A414-B41D-4782-FDF1854EB2EC}"/>
              </a:ext>
            </a:extLst>
          </p:cNvPr>
          <p:cNvCxnSpPr>
            <a:cxnSpLocks/>
            <a:stCxn id="41" idx="3"/>
            <a:endCxn id="51" idx="1"/>
          </p:cNvCxnSpPr>
          <p:nvPr/>
        </p:nvCxnSpPr>
        <p:spPr>
          <a:xfrm>
            <a:off x="8796300" y="2027094"/>
            <a:ext cx="133214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29658B74-880A-D8A0-9055-6462E138F32B}"/>
              </a:ext>
            </a:extLst>
          </p:cNvPr>
          <p:cNvCxnSpPr>
            <a:cxnSpLocks/>
          </p:cNvCxnSpPr>
          <p:nvPr/>
        </p:nvCxnSpPr>
        <p:spPr>
          <a:xfrm>
            <a:off x="2783632"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5" name="Straight Connector 64">
            <a:extLst>
              <a:ext uri="{FF2B5EF4-FFF2-40B4-BE49-F238E27FC236}">
                <a16:creationId xmlns:a16="http://schemas.microsoft.com/office/drawing/2014/main" id="{839B9007-CC15-68FC-05C1-8803B047B5B5}"/>
              </a:ext>
            </a:extLst>
          </p:cNvPr>
          <p:cNvCxnSpPr>
            <a:cxnSpLocks/>
          </p:cNvCxnSpPr>
          <p:nvPr/>
        </p:nvCxnSpPr>
        <p:spPr>
          <a:xfrm>
            <a:off x="4871864"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6" name="Straight Connector 65">
            <a:extLst>
              <a:ext uri="{FF2B5EF4-FFF2-40B4-BE49-F238E27FC236}">
                <a16:creationId xmlns:a16="http://schemas.microsoft.com/office/drawing/2014/main" id="{860F3E64-CC6B-92F5-E40F-F140BD3317F0}"/>
              </a:ext>
            </a:extLst>
          </p:cNvPr>
          <p:cNvCxnSpPr>
            <a:cxnSpLocks/>
          </p:cNvCxnSpPr>
          <p:nvPr/>
        </p:nvCxnSpPr>
        <p:spPr>
          <a:xfrm>
            <a:off x="7104112"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7" name="Straight Connector 66">
            <a:extLst>
              <a:ext uri="{FF2B5EF4-FFF2-40B4-BE49-F238E27FC236}">
                <a16:creationId xmlns:a16="http://schemas.microsoft.com/office/drawing/2014/main" id="{8BBA81F2-0359-077C-B40F-635B5DA4B060}"/>
              </a:ext>
            </a:extLst>
          </p:cNvPr>
          <p:cNvCxnSpPr>
            <a:cxnSpLocks/>
          </p:cNvCxnSpPr>
          <p:nvPr/>
        </p:nvCxnSpPr>
        <p:spPr>
          <a:xfrm>
            <a:off x="9264352"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Flowchart: Terminator 2">
            <a:extLst>
              <a:ext uri="{FF2B5EF4-FFF2-40B4-BE49-F238E27FC236}">
                <a16:creationId xmlns:a16="http://schemas.microsoft.com/office/drawing/2014/main" id="{9DD20447-8054-F3F7-EEA1-E5B628ED1598}"/>
              </a:ext>
            </a:extLst>
          </p:cNvPr>
          <p:cNvSpPr/>
          <p:nvPr/>
        </p:nvSpPr>
        <p:spPr>
          <a:xfrm>
            <a:off x="1595500" y="1847074"/>
            <a:ext cx="648072" cy="360040"/>
          </a:xfrm>
          <a:prstGeom prst="flowChartTerminator">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Start</a:t>
            </a:r>
          </a:p>
        </p:txBody>
      </p:sp>
      <p:sp>
        <p:nvSpPr>
          <p:cNvPr id="4" name="TextBox 3">
            <a:extLst>
              <a:ext uri="{FF2B5EF4-FFF2-40B4-BE49-F238E27FC236}">
                <a16:creationId xmlns:a16="http://schemas.microsoft.com/office/drawing/2014/main" id="{AACE0F66-63F8-9581-9BA2-8824D619F3FC}"/>
              </a:ext>
            </a:extLst>
          </p:cNvPr>
          <p:cNvSpPr txBox="1"/>
          <p:nvPr/>
        </p:nvSpPr>
        <p:spPr>
          <a:xfrm>
            <a:off x="1307468" y="2348880"/>
            <a:ext cx="1224136" cy="461665"/>
          </a:xfrm>
          <a:prstGeom prst="rect">
            <a:avLst/>
          </a:prstGeom>
          <a:noFill/>
        </p:spPr>
        <p:txBody>
          <a:bodyPr wrap="square" rtlCol="0">
            <a:spAutoFit/>
          </a:bodyPr>
          <a:lstStyle/>
          <a:p>
            <a:pPr algn="ctr"/>
            <a:r>
              <a:rPr lang="en-GB" sz="800">
                <a:latin typeface="+mn-lt"/>
              </a:rPr>
              <a:t>Customer types in cisco.com in their address bar</a:t>
            </a:r>
          </a:p>
        </p:txBody>
      </p:sp>
      <p:sp>
        <p:nvSpPr>
          <p:cNvPr id="11" name="TextBox 10">
            <a:extLst>
              <a:ext uri="{FF2B5EF4-FFF2-40B4-BE49-F238E27FC236}">
                <a16:creationId xmlns:a16="http://schemas.microsoft.com/office/drawing/2014/main" id="{CCB4818E-4A8D-FB45-AEFF-EAFE3638E4AC}"/>
              </a:ext>
            </a:extLst>
          </p:cNvPr>
          <p:cNvSpPr txBox="1"/>
          <p:nvPr/>
        </p:nvSpPr>
        <p:spPr>
          <a:xfrm>
            <a:off x="1163452" y="3174067"/>
            <a:ext cx="1512168" cy="215444"/>
          </a:xfrm>
          <a:prstGeom prst="rect">
            <a:avLst/>
          </a:prstGeom>
          <a:noFill/>
        </p:spPr>
        <p:txBody>
          <a:bodyPr wrap="square" rtlCol="0">
            <a:spAutoFit/>
          </a:bodyPr>
          <a:lstStyle/>
          <a:p>
            <a:r>
              <a:rPr lang="en-GB" sz="800" kern="0">
                <a:effectLst/>
                <a:latin typeface="+mn-lt"/>
                <a:ea typeface="Times New Roman" panose="02020603050405020304" pitchFamily="18" charset="0"/>
                <a:cs typeface="Times New Roman" panose="02020603050405020304" pitchFamily="18" charset="0"/>
              </a:rPr>
              <a:t>https://www.cisco.com</a:t>
            </a:r>
            <a:endParaRPr lang="en-GB" sz="800" kern="100">
              <a:effectLst/>
              <a:latin typeface="+mn-lt"/>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552F3F62-A8E9-9192-CFA8-E08224FFE642}"/>
              </a:ext>
            </a:extLst>
          </p:cNvPr>
          <p:cNvSpPr txBox="1"/>
          <p:nvPr/>
        </p:nvSpPr>
        <p:spPr>
          <a:xfrm>
            <a:off x="983432" y="4474855"/>
            <a:ext cx="1872208" cy="1323439"/>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Local Storage is checked for marketing activities in the last 24 hours</a:t>
            </a:r>
          </a:p>
          <a:p>
            <a:r>
              <a:rPr lang="en-GB" sz="800" kern="0" dirty="0">
                <a:ea typeface="Times New Roman" panose="02020603050405020304" pitchFamily="18" charset="0"/>
                <a:cs typeface="Times New Roman" panose="02020603050405020304" pitchFamily="18" charset="0"/>
              </a:rPr>
              <a:t>    </a:t>
            </a:r>
            <a:r>
              <a:rPr lang="en-GB" sz="800" dirty="0"/>
              <a:t>CCID: </a:t>
            </a:r>
            <a:r>
              <a:rPr lang="en-GB" sz="800" kern="0" dirty="0">
                <a:ea typeface="Times New Roman" panose="02020603050405020304" pitchFamily="18" charset="0"/>
                <a:cs typeface="Times New Roman" panose="02020603050405020304" pitchFamily="18" charset="0"/>
              </a:rPr>
              <a:t>cc004996</a:t>
            </a:r>
          </a:p>
          <a:p>
            <a:r>
              <a:rPr lang="en-GB" sz="800" kern="0" dirty="0">
                <a:cs typeface="Times New Roman" panose="02020603050405020304" pitchFamily="18" charset="0"/>
              </a:rPr>
              <a:t>    DTID: </a:t>
            </a:r>
            <a:r>
              <a:rPr lang="en-GB" sz="800" kern="0" dirty="0">
                <a:ea typeface="Times New Roman" panose="02020603050405020304" pitchFamily="18" charset="0"/>
                <a:cs typeface="Times New Roman" panose="02020603050405020304" pitchFamily="18" charset="0"/>
              </a:rPr>
              <a:t>oemels001119</a:t>
            </a:r>
            <a:endParaRPr lang="en-GB" sz="800" kern="0" dirty="0">
              <a:effectLst/>
              <a:latin typeface="+mn-lt"/>
              <a:ea typeface="Times New Roman" panose="02020603050405020304" pitchFamily="18" charset="0"/>
              <a:cs typeface="Times New Roman" panose="02020603050405020304" pitchFamily="18" charset="0"/>
            </a:endParaRPr>
          </a:p>
          <a:p>
            <a:r>
              <a:rPr lang="en-GB" sz="800" kern="0" dirty="0">
                <a:latin typeface="+mn-lt"/>
                <a:cs typeface="Times New Roman" panose="02020603050405020304" pitchFamily="18" charset="0"/>
              </a:rPr>
              <a:t>	</a:t>
            </a:r>
            <a:endParaRPr lang="en-GB" sz="800" b="1" dirty="0">
              <a:latin typeface="+mn-lt"/>
            </a:endParaRPr>
          </a:p>
          <a:p>
            <a:endParaRPr lang="en-GB" sz="800" b="1" dirty="0">
              <a:latin typeface="+mn-lt"/>
            </a:endParaRPr>
          </a:p>
          <a:p>
            <a:r>
              <a:rPr lang="en-GB" sz="800" b="1" dirty="0">
                <a:latin typeface="+mn-lt"/>
              </a:rPr>
              <a:t>Persistence Rule: </a:t>
            </a:r>
          </a:p>
          <a:p>
            <a:r>
              <a:rPr lang="en-GB" sz="800" dirty="0">
                <a:latin typeface="+mn-lt"/>
              </a:rPr>
              <a:t>Local Storage remains for 24 hours</a:t>
            </a:r>
          </a:p>
        </p:txBody>
      </p:sp>
      <p:pic>
        <p:nvPicPr>
          <p:cNvPr id="15" name="Graphic 14" descr="Badge 1 with solid fill">
            <a:extLst>
              <a:ext uri="{FF2B5EF4-FFF2-40B4-BE49-F238E27FC236}">
                <a16:creationId xmlns:a16="http://schemas.microsoft.com/office/drawing/2014/main" id="{F2466095-68EF-FA86-A976-962A80EB8E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31504" y="908720"/>
            <a:ext cx="548640" cy="548640"/>
          </a:xfrm>
          <a:prstGeom prst="rect">
            <a:avLst/>
          </a:prstGeom>
        </p:spPr>
      </p:pic>
      <p:sp>
        <p:nvSpPr>
          <p:cNvPr id="16" name="Flowchart: Alternate Process 15">
            <a:extLst>
              <a:ext uri="{FF2B5EF4-FFF2-40B4-BE49-F238E27FC236}">
                <a16:creationId xmlns:a16="http://schemas.microsoft.com/office/drawing/2014/main" id="{6646D789-6E1C-D8C8-AD98-3143AFCA055F}"/>
              </a:ext>
            </a:extLst>
          </p:cNvPr>
          <p:cNvSpPr/>
          <p:nvPr/>
        </p:nvSpPr>
        <p:spPr>
          <a:xfrm>
            <a:off x="3251684" y="1700808"/>
            <a:ext cx="1332148" cy="652573"/>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Navigate to P&amp;S – Networking - Routers</a:t>
            </a:r>
          </a:p>
        </p:txBody>
      </p:sp>
      <p:sp>
        <p:nvSpPr>
          <p:cNvPr id="17" name="TextBox 16">
            <a:extLst>
              <a:ext uri="{FF2B5EF4-FFF2-40B4-BE49-F238E27FC236}">
                <a16:creationId xmlns:a16="http://schemas.microsoft.com/office/drawing/2014/main" id="{7B5E46D4-BBFA-62D5-B9BF-F0385C5E4600}"/>
              </a:ext>
            </a:extLst>
          </p:cNvPr>
          <p:cNvSpPr txBox="1"/>
          <p:nvPr/>
        </p:nvSpPr>
        <p:spPr>
          <a:xfrm>
            <a:off x="2945650" y="3174067"/>
            <a:ext cx="1764196" cy="461665"/>
          </a:xfrm>
          <a:prstGeom prst="rect">
            <a:avLst/>
          </a:prstGeom>
          <a:noFill/>
        </p:spPr>
        <p:txBody>
          <a:bodyPr wrap="square" rtlCol="0">
            <a:spAutoFit/>
          </a:bodyPr>
          <a:lstStyle/>
          <a:p>
            <a:r>
              <a:rPr lang="en-GB" sz="800">
                <a:latin typeface="+mn-lt"/>
              </a:rPr>
              <a:t>https://www.cisco.com/site/us/en/products/networking/sdwan-routers/index.html</a:t>
            </a:r>
          </a:p>
        </p:txBody>
      </p:sp>
      <p:pic>
        <p:nvPicPr>
          <p:cNvPr id="19" name="Graphic 18" descr="Badge with solid fill">
            <a:extLst>
              <a:ext uri="{FF2B5EF4-FFF2-40B4-BE49-F238E27FC236}">
                <a16:creationId xmlns:a16="http://schemas.microsoft.com/office/drawing/2014/main" id="{5A646A20-9065-7D94-D20B-7E5223EACC7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3712" y="908720"/>
            <a:ext cx="548640" cy="548640"/>
          </a:xfrm>
          <a:prstGeom prst="rect">
            <a:avLst/>
          </a:prstGeom>
        </p:spPr>
      </p:pic>
      <p:sp>
        <p:nvSpPr>
          <p:cNvPr id="20" name="TextBox 19">
            <a:extLst>
              <a:ext uri="{FF2B5EF4-FFF2-40B4-BE49-F238E27FC236}">
                <a16:creationId xmlns:a16="http://schemas.microsoft.com/office/drawing/2014/main" id="{87E3BEFA-E2AA-0198-213B-164F524F6B3B}"/>
              </a:ext>
            </a:extLst>
          </p:cNvPr>
          <p:cNvSpPr txBox="1"/>
          <p:nvPr/>
        </p:nvSpPr>
        <p:spPr>
          <a:xfrm>
            <a:off x="2783632" y="4474855"/>
            <a:ext cx="2088232" cy="1077218"/>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IDs from local storage:</a:t>
            </a:r>
          </a:p>
          <a:p>
            <a:r>
              <a:rPr lang="en-GB" sz="800" kern="0" dirty="0">
                <a:ea typeface="Times New Roman" panose="02020603050405020304" pitchFamily="18" charset="0"/>
                <a:cs typeface="Times New Roman" panose="02020603050405020304" pitchFamily="18" charset="0"/>
              </a:rPr>
              <a:t>    </a:t>
            </a:r>
            <a:r>
              <a:rPr lang="en-GB" sz="800" dirty="0"/>
              <a:t>CCID: </a:t>
            </a:r>
            <a:r>
              <a:rPr lang="en-GB" sz="800" kern="0" dirty="0">
                <a:ea typeface="Times New Roman" panose="02020603050405020304" pitchFamily="18" charset="0"/>
                <a:cs typeface="Times New Roman" panose="02020603050405020304" pitchFamily="18" charset="0"/>
              </a:rPr>
              <a:t>cc004996</a:t>
            </a:r>
          </a:p>
          <a:p>
            <a:r>
              <a:rPr lang="en-GB" sz="800" kern="0" dirty="0">
                <a:cs typeface="Times New Roman" panose="02020603050405020304" pitchFamily="18" charset="0"/>
              </a:rPr>
              <a:t>    DTID: </a:t>
            </a:r>
            <a:r>
              <a:rPr lang="en-GB" sz="800" kern="0" dirty="0">
                <a:ea typeface="Times New Roman" panose="02020603050405020304" pitchFamily="18" charset="0"/>
                <a:cs typeface="Times New Roman" panose="02020603050405020304" pitchFamily="18" charset="0"/>
              </a:rPr>
              <a:t>oemels001119</a:t>
            </a:r>
            <a:endParaRPr lang="en-GB" sz="800" kern="0" dirty="0">
              <a:effectLst/>
              <a:latin typeface="+mn-lt"/>
              <a:ea typeface="Times New Roman" panose="02020603050405020304" pitchFamily="18" charset="0"/>
              <a:cs typeface="Times New Roman" panose="02020603050405020304" pitchFamily="18" charset="0"/>
            </a:endParaRPr>
          </a:p>
          <a:p>
            <a:endParaRPr lang="en-GB" sz="800" b="1" dirty="0">
              <a:latin typeface="+mn-lt"/>
            </a:endParaRPr>
          </a:p>
          <a:p>
            <a:endParaRPr lang="en-GB" sz="800" b="1" dirty="0">
              <a:latin typeface="+mn-lt"/>
            </a:endParaRPr>
          </a:p>
          <a:p>
            <a:r>
              <a:rPr lang="en-GB" sz="800" b="1" dirty="0">
                <a:latin typeface="+mn-lt"/>
              </a:rPr>
              <a:t>Persistence Rule: </a:t>
            </a:r>
          </a:p>
          <a:p>
            <a:r>
              <a:rPr lang="en-GB" sz="800" dirty="0"/>
              <a:t>Local Storage remains for 24 hours</a:t>
            </a:r>
          </a:p>
        </p:txBody>
      </p:sp>
      <p:sp>
        <p:nvSpPr>
          <p:cNvPr id="31" name="TextBox 30">
            <a:extLst>
              <a:ext uri="{FF2B5EF4-FFF2-40B4-BE49-F238E27FC236}">
                <a16:creationId xmlns:a16="http://schemas.microsoft.com/office/drawing/2014/main" id="{F514BE05-3172-1D00-2AD9-11B0AD49FDCF}"/>
              </a:ext>
            </a:extLst>
          </p:cNvPr>
          <p:cNvSpPr txBox="1"/>
          <p:nvPr/>
        </p:nvSpPr>
        <p:spPr>
          <a:xfrm>
            <a:off x="3215680" y="2348880"/>
            <a:ext cx="1224136" cy="215444"/>
          </a:xfrm>
          <a:prstGeom prst="rect">
            <a:avLst/>
          </a:prstGeom>
          <a:noFill/>
        </p:spPr>
        <p:txBody>
          <a:bodyPr wrap="square" rtlCol="0">
            <a:spAutoFit/>
          </a:bodyPr>
          <a:lstStyle/>
          <a:p>
            <a:pPr algn="ctr"/>
            <a:r>
              <a:rPr lang="en-GB" sz="800">
                <a:latin typeface="+mn-lt"/>
              </a:rPr>
              <a:t>Customer Reads blog</a:t>
            </a:r>
          </a:p>
        </p:txBody>
      </p:sp>
      <p:sp>
        <p:nvSpPr>
          <p:cNvPr id="32" name="Flowchart: Alternate Process 31">
            <a:extLst>
              <a:ext uri="{FF2B5EF4-FFF2-40B4-BE49-F238E27FC236}">
                <a16:creationId xmlns:a16="http://schemas.microsoft.com/office/drawing/2014/main" id="{335DE463-C5F5-7D6B-9B29-71E0DDD6C102}"/>
              </a:ext>
            </a:extLst>
          </p:cNvPr>
          <p:cNvSpPr/>
          <p:nvPr/>
        </p:nvSpPr>
        <p:spPr>
          <a:xfrm>
            <a:off x="5411924" y="1739062"/>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Navigate to Explore Catalyst 8300</a:t>
            </a:r>
          </a:p>
        </p:txBody>
      </p:sp>
      <p:pic>
        <p:nvPicPr>
          <p:cNvPr id="36" name="Graphic 35" descr="Badge 3 with solid fill">
            <a:extLst>
              <a:ext uri="{FF2B5EF4-FFF2-40B4-BE49-F238E27FC236}">
                <a16:creationId xmlns:a16="http://schemas.microsoft.com/office/drawing/2014/main" id="{97F814FA-76BE-559A-B545-5E05C9168C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13668" y="908720"/>
            <a:ext cx="548640" cy="548640"/>
          </a:xfrm>
          <a:prstGeom prst="rect">
            <a:avLst/>
          </a:prstGeom>
        </p:spPr>
      </p:pic>
      <p:sp>
        <p:nvSpPr>
          <p:cNvPr id="37" name="TextBox 36">
            <a:extLst>
              <a:ext uri="{FF2B5EF4-FFF2-40B4-BE49-F238E27FC236}">
                <a16:creationId xmlns:a16="http://schemas.microsoft.com/office/drawing/2014/main" id="{C9249CBB-BB03-C3DA-8E63-2B2EB603C071}"/>
              </a:ext>
            </a:extLst>
          </p:cNvPr>
          <p:cNvSpPr txBox="1"/>
          <p:nvPr/>
        </p:nvSpPr>
        <p:spPr>
          <a:xfrm>
            <a:off x="5231904" y="3068960"/>
            <a:ext cx="1512168" cy="954107"/>
          </a:xfrm>
          <a:prstGeom prst="rect">
            <a:avLst/>
          </a:prstGeom>
          <a:noFill/>
        </p:spPr>
        <p:txBody>
          <a:bodyPr wrap="square" rtlCol="0">
            <a:spAutoFit/>
          </a:bodyPr>
          <a:lstStyle/>
          <a:p>
            <a:r>
              <a:rPr lang="en-GB" sz="800" dirty="0">
                <a:latin typeface="+mn-lt"/>
              </a:rPr>
              <a:t>https://www.cisco.com/site/us/en/products/networking/sdwan-routers/catalyst-8300-series-platforms/index.html?ccid=cc006547&amp;ditid=odicdc000509&amp;oid=anretr022498</a:t>
            </a:r>
          </a:p>
        </p:txBody>
      </p:sp>
      <p:sp>
        <p:nvSpPr>
          <p:cNvPr id="38" name="TextBox 37">
            <a:extLst>
              <a:ext uri="{FF2B5EF4-FFF2-40B4-BE49-F238E27FC236}">
                <a16:creationId xmlns:a16="http://schemas.microsoft.com/office/drawing/2014/main" id="{FEC3168B-292A-E886-E3F4-96C515B120FB}"/>
              </a:ext>
            </a:extLst>
          </p:cNvPr>
          <p:cNvSpPr txBox="1"/>
          <p:nvPr/>
        </p:nvSpPr>
        <p:spPr>
          <a:xfrm>
            <a:off x="5087888" y="2348880"/>
            <a:ext cx="1656184" cy="461665"/>
          </a:xfrm>
          <a:prstGeom prst="rect">
            <a:avLst/>
          </a:prstGeom>
          <a:noFill/>
        </p:spPr>
        <p:txBody>
          <a:bodyPr wrap="square" rtlCol="0">
            <a:spAutoFit/>
          </a:bodyPr>
          <a:lstStyle/>
          <a:p>
            <a:pPr algn="ctr"/>
            <a:r>
              <a:rPr lang="en-GB" sz="800">
                <a:latin typeface="+mn-lt"/>
              </a:rPr>
              <a:t>Customer scrolls down the page to read more about the Catalyst 8300 Series</a:t>
            </a:r>
          </a:p>
        </p:txBody>
      </p:sp>
      <p:sp>
        <p:nvSpPr>
          <p:cNvPr id="40" name="TextBox 39">
            <a:extLst>
              <a:ext uri="{FF2B5EF4-FFF2-40B4-BE49-F238E27FC236}">
                <a16:creationId xmlns:a16="http://schemas.microsoft.com/office/drawing/2014/main" id="{3B7A4F03-8287-BDAB-33A4-1F429FB98661}"/>
              </a:ext>
            </a:extLst>
          </p:cNvPr>
          <p:cNvSpPr txBox="1"/>
          <p:nvPr/>
        </p:nvSpPr>
        <p:spPr>
          <a:xfrm>
            <a:off x="4943872" y="4474855"/>
            <a:ext cx="2088232" cy="1077218"/>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t>IDs from local storage:</a:t>
            </a:r>
          </a:p>
          <a:p>
            <a:r>
              <a:rPr lang="en-GB" sz="800" kern="0" dirty="0">
                <a:ea typeface="Times New Roman" panose="02020603050405020304" pitchFamily="18" charset="0"/>
                <a:cs typeface="Times New Roman" panose="02020603050405020304" pitchFamily="18" charset="0"/>
              </a:rPr>
              <a:t>    </a:t>
            </a:r>
            <a:r>
              <a:rPr lang="en-GB" sz="800" dirty="0"/>
              <a:t>CCID: </a:t>
            </a:r>
            <a:r>
              <a:rPr lang="en-GB" sz="800" kern="0" dirty="0">
                <a:ea typeface="Times New Roman" panose="02020603050405020304" pitchFamily="18" charset="0"/>
                <a:cs typeface="Times New Roman" panose="02020603050405020304" pitchFamily="18" charset="0"/>
              </a:rPr>
              <a:t>cc004996</a:t>
            </a:r>
          </a:p>
          <a:p>
            <a:r>
              <a:rPr lang="en-GB" sz="800" kern="0" dirty="0">
                <a:cs typeface="Times New Roman" panose="02020603050405020304" pitchFamily="18" charset="0"/>
              </a:rPr>
              <a:t>    DTID: </a:t>
            </a:r>
            <a:r>
              <a:rPr lang="en-GB" sz="800" kern="0" dirty="0">
                <a:ea typeface="Times New Roman" panose="02020603050405020304" pitchFamily="18" charset="0"/>
                <a:cs typeface="Times New Roman" panose="02020603050405020304" pitchFamily="18" charset="0"/>
              </a:rPr>
              <a:t>oemels001119</a:t>
            </a:r>
          </a:p>
          <a:p>
            <a:endParaRPr lang="en-GB" sz="800" b="1" dirty="0">
              <a:latin typeface="+mn-lt"/>
            </a:endParaRPr>
          </a:p>
          <a:p>
            <a:endParaRPr lang="en-GB" sz="800" b="1" dirty="0">
              <a:latin typeface="+mn-lt"/>
            </a:endParaRPr>
          </a:p>
          <a:p>
            <a:r>
              <a:rPr lang="en-GB" sz="800" b="1" dirty="0">
                <a:latin typeface="+mn-lt"/>
              </a:rPr>
              <a:t>Persistence Rule: </a:t>
            </a:r>
          </a:p>
          <a:p>
            <a:r>
              <a:rPr lang="en-GB" sz="800" dirty="0"/>
              <a:t>Local Storage remains for 24 hours</a:t>
            </a:r>
          </a:p>
        </p:txBody>
      </p:sp>
      <p:sp>
        <p:nvSpPr>
          <p:cNvPr id="42" name="TextBox 41">
            <a:extLst>
              <a:ext uri="{FF2B5EF4-FFF2-40B4-BE49-F238E27FC236}">
                <a16:creationId xmlns:a16="http://schemas.microsoft.com/office/drawing/2014/main" id="{4A018430-5AAB-AD0A-5001-B5266AAC76D9}"/>
              </a:ext>
            </a:extLst>
          </p:cNvPr>
          <p:cNvSpPr txBox="1"/>
          <p:nvPr/>
        </p:nvSpPr>
        <p:spPr>
          <a:xfrm>
            <a:off x="7608168" y="2348880"/>
            <a:ext cx="1224136" cy="338554"/>
          </a:xfrm>
          <a:prstGeom prst="rect">
            <a:avLst/>
          </a:prstGeom>
          <a:noFill/>
        </p:spPr>
        <p:txBody>
          <a:bodyPr wrap="square" rtlCol="0">
            <a:spAutoFit/>
          </a:bodyPr>
          <a:lstStyle/>
          <a:p>
            <a:pPr algn="ctr"/>
            <a:r>
              <a:rPr lang="en-GB" sz="800">
                <a:latin typeface="+mn-lt"/>
              </a:rPr>
              <a:t>Customer Views data sheet</a:t>
            </a:r>
          </a:p>
        </p:txBody>
      </p:sp>
      <p:sp>
        <p:nvSpPr>
          <p:cNvPr id="43" name="TextBox 42">
            <a:extLst>
              <a:ext uri="{FF2B5EF4-FFF2-40B4-BE49-F238E27FC236}">
                <a16:creationId xmlns:a16="http://schemas.microsoft.com/office/drawing/2014/main" id="{A4277E85-90BE-2213-79C0-21D2F2AD079F}"/>
              </a:ext>
            </a:extLst>
          </p:cNvPr>
          <p:cNvSpPr txBox="1"/>
          <p:nvPr/>
        </p:nvSpPr>
        <p:spPr>
          <a:xfrm>
            <a:off x="7428148" y="3174067"/>
            <a:ext cx="1584176" cy="707886"/>
          </a:xfrm>
          <a:prstGeom prst="rect">
            <a:avLst/>
          </a:prstGeom>
          <a:noFill/>
        </p:spPr>
        <p:txBody>
          <a:bodyPr wrap="square" rtlCol="0">
            <a:spAutoFit/>
          </a:bodyPr>
          <a:lstStyle/>
          <a:p>
            <a:r>
              <a:rPr lang="en-GB" sz="800" dirty="0">
                <a:latin typeface="+mn-lt"/>
              </a:rPr>
              <a:t>https://www.cisco.com/c/en/us/products/collateral/routers/catalyst-8300-series-edge-platforms/datasheet-c78-744088.html</a:t>
            </a:r>
          </a:p>
        </p:txBody>
      </p:sp>
      <p:pic>
        <p:nvPicPr>
          <p:cNvPr id="48" name="Graphic 47" descr="Badge 4 with solid fill">
            <a:extLst>
              <a:ext uri="{FF2B5EF4-FFF2-40B4-BE49-F238E27FC236}">
                <a16:creationId xmlns:a16="http://schemas.microsoft.com/office/drawing/2014/main" id="{2BA9B626-D7C0-546D-5C03-B1C61BCB44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45916" y="908720"/>
            <a:ext cx="548640" cy="548640"/>
          </a:xfrm>
          <a:prstGeom prst="rect">
            <a:avLst/>
          </a:prstGeom>
        </p:spPr>
      </p:pic>
      <p:sp>
        <p:nvSpPr>
          <p:cNvPr id="50" name="TextBox 49">
            <a:extLst>
              <a:ext uri="{FF2B5EF4-FFF2-40B4-BE49-F238E27FC236}">
                <a16:creationId xmlns:a16="http://schemas.microsoft.com/office/drawing/2014/main" id="{BBB2F331-E24A-B5E7-923D-0F78FB9DABBB}"/>
              </a:ext>
            </a:extLst>
          </p:cNvPr>
          <p:cNvSpPr txBox="1"/>
          <p:nvPr/>
        </p:nvSpPr>
        <p:spPr>
          <a:xfrm>
            <a:off x="7176120" y="4474855"/>
            <a:ext cx="2088232" cy="1077218"/>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t>IDs from local storage:</a:t>
            </a:r>
          </a:p>
          <a:p>
            <a:r>
              <a:rPr lang="en-GB" sz="800" kern="0" dirty="0">
                <a:ea typeface="Times New Roman" panose="02020603050405020304" pitchFamily="18" charset="0"/>
                <a:cs typeface="Times New Roman" panose="02020603050405020304" pitchFamily="18" charset="0"/>
              </a:rPr>
              <a:t>    </a:t>
            </a:r>
            <a:r>
              <a:rPr lang="en-GB" sz="800" dirty="0"/>
              <a:t>CCID: </a:t>
            </a:r>
            <a:r>
              <a:rPr lang="en-GB" sz="800" kern="0" dirty="0">
                <a:ea typeface="Times New Roman" panose="02020603050405020304" pitchFamily="18" charset="0"/>
                <a:cs typeface="Times New Roman" panose="02020603050405020304" pitchFamily="18" charset="0"/>
              </a:rPr>
              <a:t>cc004996</a:t>
            </a:r>
          </a:p>
          <a:p>
            <a:r>
              <a:rPr lang="en-GB" sz="800" kern="0" dirty="0">
                <a:cs typeface="Times New Roman" panose="02020603050405020304" pitchFamily="18" charset="0"/>
              </a:rPr>
              <a:t>    DTID: </a:t>
            </a:r>
            <a:r>
              <a:rPr lang="en-GB" sz="800" kern="0" dirty="0">
                <a:ea typeface="Times New Roman" panose="02020603050405020304" pitchFamily="18" charset="0"/>
                <a:cs typeface="Times New Roman" panose="02020603050405020304" pitchFamily="18" charset="0"/>
              </a:rPr>
              <a:t>oemels001119</a:t>
            </a:r>
          </a:p>
          <a:p>
            <a:endParaRPr lang="en-GB" sz="800" b="1" dirty="0">
              <a:latin typeface="+mn-lt"/>
            </a:endParaRPr>
          </a:p>
          <a:p>
            <a:endParaRPr lang="en-GB" sz="800" b="1" dirty="0">
              <a:latin typeface="+mn-lt"/>
            </a:endParaRPr>
          </a:p>
          <a:p>
            <a:r>
              <a:rPr lang="en-GB" sz="800" b="1" dirty="0">
                <a:latin typeface="+mn-lt"/>
              </a:rPr>
              <a:t>Persistence Rule: </a:t>
            </a:r>
          </a:p>
          <a:p>
            <a:r>
              <a:rPr lang="en-GB" sz="800"/>
              <a:t>Local Storage remains for 24 hours</a:t>
            </a:r>
            <a:endParaRPr lang="en-GB" sz="800" dirty="0"/>
          </a:p>
        </p:txBody>
      </p:sp>
      <p:sp>
        <p:nvSpPr>
          <p:cNvPr id="52" name="TextBox 51">
            <a:extLst>
              <a:ext uri="{FF2B5EF4-FFF2-40B4-BE49-F238E27FC236}">
                <a16:creationId xmlns:a16="http://schemas.microsoft.com/office/drawing/2014/main" id="{078E1269-6B14-5F68-1235-DDFB56B55AA8}"/>
              </a:ext>
            </a:extLst>
          </p:cNvPr>
          <p:cNvSpPr txBox="1"/>
          <p:nvPr/>
        </p:nvSpPr>
        <p:spPr>
          <a:xfrm>
            <a:off x="9552384" y="2348880"/>
            <a:ext cx="2160240" cy="461665"/>
          </a:xfrm>
          <a:prstGeom prst="rect">
            <a:avLst/>
          </a:prstGeom>
          <a:noFill/>
        </p:spPr>
        <p:txBody>
          <a:bodyPr wrap="square" rtlCol="0">
            <a:spAutoFit/>
          </a:bodyPr>
          <a:lstStyle/>
          <a:p>
            <a:pPr algn="ctr"/>
            <a:r>
              <a:rPr lang="en-GB" sz="800" dirty="0">
                <a:latin typeface="+mn-lt"/>
              </a:rPr>
              <a:t>https://www.cisco.com/c/en/us/products/cloud-systems-management/dna-center/one-on-one-live-demo.html</a:t>
            </a:r>
          </a:p>
        </p:txBody>
      </p:sp>
      <p:pic>
        <p:nvPicPr>
          <p:cNvPr id="56" name="Graphic 55" descr="Badge 5 with solid fill">
            <a:extLst>
              <a:ext uri="{FF2B5EF4-FFF2-40B4-BE49-F238E27FC236}">
                <a16:creationId xmlns:a16="http://schemas.microsoft.com/office/drawing/2014/main" id="{DE22762A-1AF8-55B2-4A53-19B2300BAD6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30192" y="908720"/>
            <a:ext cx="548640" cy="548640"/>
          </a:xfrm>
          <a:prstGeom prst="rect">
            <a:avLst/>
          </a:prstGeom>
        </p:spPr>
      </p:pic>
      <p:sp>
        <p:nvSpPr>
          <p:cNvPr id="57" name="TextBox 56">
            <a:extLst>
              <a:ext uri="{FF2B5EF4-FFF2-40B4-BE49-F238E27FC236}">
                <a16:creationId xmlns:a16="http://schemas.microsoft.com/office/drawing/2014/main" id="{5197EF64-09F4-9C32-9E48-8F84A8C0FF9F}"/>
              </a:ext>
            </a:extLst>
          </p:cNvPr>
          <p:cNvSpPr txBox="1"/>
          <p:nvPr/>
        </p:nvSpPr>
        <p:spPr>
          <a:xfrm>
            <a:off x="9336360" y="2996952"/>
            <a:ext cx="2736304" cy="2739211"/>
          </a:xfrm>
          <a:prstGeom prst="rect">
            <a:avLst/>
          </a:prstGeom>
          <a:noFill/>
        </p:spPr>
        <p:txBody>
          <a:bodyPr wrap="square" rtlCol="0">
            <a:spAutoFit/>
          </a:bodyPr>
          <a:lstStyle/>
          <a:p>
            <a:r>
              <a:rPr lang="en-GB" sz="800" b="1" dirty="0">
                <a:latin typeface="+mn-lt"/>
              </a:rPr>
              <a:t>Last Touch:</a:t>
            </a:r>
            <a:endParaRPr lang="en-GB" sz="800" dirty="0">
              <a:latin typeface="+mn-lt"/>
            </a:endParaRPr>
          </a:p>
          <a:p>
            <a:r>
              <a:rPr lang="en-GB" sz="800" dirty="0">
                <a:latin typeface="+mn-lt"/>
              </a:rPr>
              <a:t>Using Precedence and Persistence Logic the IDs aligned to the lead will be:</a:t>
            </a:r>
          </a:p>
          <a:p>
            <a:r>
              <a:rPr lang="en-GB" sz="800" dirty="0">
                <a:latin typeface="+mn-lt"/>
              </a:rPr>
              <a:t>	CCID: cc001772</a:t>
            </a:r>
          </a:p>
          <a:p>
            <a:r>
              <a:rPr lang="en-GB" sz="800" dirty="0">
                <a:latin typeface="+mn-lt"/>
              </a:rPr>
              <a:t>	OID: otren015026 	</a:t>
            </a:r>
            <a:endParaRPr lang="en-GB" sz="800" b="1" dirty="0">
              <a:latin typeface="+mn-lt"/>
            </a:endParaRPr>
          </a:p>
          <a:p>
            <a:r>
              <a:rPr lang="en-GB" sz="1200" b="1" dirty="0">
                <a:solidFill>
                  <a:schemeClr val="bg1">
                    <a:lumMod val="50000"/>
                    <a:lumOff val="50000"/>
                  </a:schemeClr>
                </a:solidFill>
                <a:latin typeface="+mn-lt"/>
              </a:rPr>
              <a:t>Outcome</a:t>
            </a:r>
          </a:p>
          <a:p>
            <a:r>
              <a:rPr lang="en-GB" sz="1000" dirty="0">
                <a:solidFill>
                  <a:schemeClr val="bg1">
                    <a:lumMod val="50000"/>
                    <a:lumOff val="50000"/>
                  </a:schemeClr>
                </a:solidFill>
                <a:latin typeface="+mn-lt"/>
              </a:rPr>
              <a:t>No Drive To ID aligned to the lead as this came from a direct search</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Pipeline aligned to Transform Infrastructure as CCID is aligned to cc001772 using keyword “router”</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Offer is aligned to a trial and Demo from the HTML of the gated offer page</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All internal pages with IDs appended will be ignored</a:t>
            </a:r>
          </a:p>
        </p:txBody>
      </p:sp>
      <p:sp>
        <p:nvSpPr>
          <p:cNvPr id="41" name="Flowchart: Alternate Process 40">
            <a:extLst>
              <a:ext uri="{FF2B5EF4-FFF2-40B4-BE49-F238E27FC236}">
                <a16:creationId xmlns:a16="http://schemas.microsoft.com/office/drawing/2014/main" id="{3DE55AF6-6F80-6688-2585-BCDEC8A3E942}"/>
              </a:ext>
            </a:extLst>
          </p:cNvPr>
          <p:cNvSpPr/>
          <p:nvPr/>
        </p:nvSpPr>
        <p:spPr>
          <a:xfrm>
            <a:off x="7644172" y="1739062"/>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Select option to view Datasheet</a:t>
            </a:r>
          </a:p>
        </p:txBody>
      </p:sp>
      <p:sp>
        <p:nvSpPr>
          <p:cNvPr id="51" name="Flowchart: Alternate Process 50">
            <a:extLst>
              <a:ext uri="{FF2B5EF4-FFF2-40B4-BE49-F238E27FC236}">
                <a16:creationId xmlns:a16="http://schemas.microsoft.com/office/drawing/2014/main" id="{8D64205B-522D-DCB6-68F3-FFDE52CF9FF3}"/>
              </a:ext>
            </a:extLst>
          </p:cNvPr>
          <p:cNvSpPr/>
          <p:nvPr/>
        </p:nvSpPr>
        <p:spPr>
          <a:xfrm>
            <a:off x="10128448" y="1739062"/>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2"/>
                </a:solidFill>
              </a:rPr>
              <a:t>Selects Trials &amp; Demos – DNA Centre</a:t>
            </a:r>
          </a:p>
        </p:txBody>
      </p:sp>
    </p:spTree>
    <p:extLst>
      <p:ext uri="{BB962C8B-B14F-4D97-AF65-F5344CB8AC3E}">
        <p14:creationId xmlns:p14="http://schemas.microsoft.com/office/powerpoint/2010/main" val="49016906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4D64E-C90C-DD99-A8B7-44051B5D606F}"/>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CD42D91B-7302-56CA-AE9F-40573391B2F6}"/>
              </a:ext>
            </a:extLst>
          </p:cNvPr>
          <p:cNvGrpSpPr/>
          <p:nvPr/>
        </p:nvGrpSpPr>
        <p:grpSpPr>
          <a:xfrm rot="10800000" flipH="1" flipV="1">
            <a:off x="191344" y="1124744"/>
            <a:ext cx="944488" cy="5112568"/>
            <a:chOff x="6023992" y="999789"/>
            <a:chExt cx="944488" cy="5093587"/>
          </a:xfrm>
        </p:grpSpPr>
        <p:sp>
          <p:nvSpPr>
            <p:cNvPr id="6" name="Rectangle 5">
              <a:extLst>
                <a:ext uri="{FF2B5EF4-FFF2-40B4-BE49-F238E27FC236}">
                  <a16:creationId xmlns:a16="http://schemas.microsoft.com/office/drawing/2014/main" id="{74EAFEE2-7FCF-506F-E73F-E3BB7894B7C1}"/>
                </a:ext>
              </a:extLst>
            </p:cNvPr>
            <p:cNvSpPr/>
            <p:nvPr/>
          </p:nvSpPr>
          <p:spPr>
            <a:xfrm>
              <a:off x="6384032" y="999789"/>
              <a:ext cx="584448" cy="5093587"/>
            </a:xfrm>
            <a:prstGeom prst="rect">
              <a:avLst/>
            </a:prstGeom>
            <a:gradFill>
              <a:gsLst>
                <a:gs pos="0">
                  <a:schemeClr val="tx1">
                    <a:lumMod val="50000"/>
                    <a:alpha val="36000"/>
                  </a:schemeClr>
                </a:gs>
                <a:gs pos="90000">
                  <a:schemeClr val="tx1">
                    <a:lumMod val="50000"/>
                    <a:alpha val="0"/>
                  </a:schemeClr>
                </a:gs>
              </a:gsLst>
              <a:lin ang="10800000" scaled="1"/>
            </a:gra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9268D80D-46CD-6363-F95E-2D54DAA8F909}"/>
                </a:ext>
              </a:extLst>
            </p:cNvPr>
            <p:cNvSpPr/>
            <p:nvPr/>
          </p:nvSpPr>
          <p:spPr>
            <a:xfrm>
              <a:off x="6023992" y="1010308"/>
              <a:ext cx="792088" cy="5082988"/>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8" name="Rectangle: Rounded Corners 17">
            <a:extLst>
              <a:ext uri="{FF2B5EF4-FFF2-40B4-BE49-F238E27FC236}">
                <a16:creationId xmlns:a16="http://schemas.microsoft.com/office/drawing/2014/main" id="{4D7DA1CA-1681-457F-E6F8-107DF88F1516}"/>
              </a:ext>
            </a:extLst>
          </p:cNvPr>
          <p:cNvSpPr/>
          <p:nvPr/>
        </p:nvSpPr>
        <p:spPr>
          <a:xfrm>
            <a:off x="-1176808" y="1484784"/>
            <a:ext cx="14257584" cy="1368152"/>
          </a:xfrm>
          <a:prstGeom prst="roundRect">
            <a:avLst/>
          </a:prstGeom>
          <a:solidFill>
            <a:schemeClr val="bg1">
              <a:lumMod val="50000"/>
              <a:lumOff val="5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1317744B-D1BB-F414-C0B6-BC386747D6F9}"/>
              </a:ext>
            </a:extLst>
          </p:cNvPr>
          <p:cNvSpPr/>
          <p:nvPr/>
        </p:nvSpPr>
        <p:spPr>
          <a:xfrm>
            <a:off x="-1176808" y="4509120"/>
            <a:ext cx="10369152" cy="1440160"/>
          </a:xfrm>
          <a:prstGeom prst="roundRect">
            <a:avLst/>
          </a:prstGeom>
          <a:solidFill>
            <a:schemeClr val="bg1">
              <a:lumMod val="10000"/>
              <a:lumOff val="90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81569BE6-9F7D-7504-FEA0-A010CC5421A5}"/>
              </a:ext>
            </a:extLst>
          </p:cNvPr>
          <p:cNvSpPr/>
          <p:nvPr/>
        </p:nvSpPr>
        <p:spPr>
          <a:xfrm>
            <a:off x="-1176808" y="2996952"/>
            <a:ext cx="10369152" cy="1368152"/>
          </a:xfrm>
          <a:prstGeom prst="roundRect">
            <a:avLst/>
          </a:prstGeom>
          <a:solidFill>
            <a:schemeClr val="bg1">
              <a:lumMod val="25000"/>
              <a:lumOff val="75000"/>
              <a:alpha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 Placeholder 1">
            <a:extLst>
              <a:ext uri="{FF2B5EF4-FFF2-40B4-BE49-F238E27FC236}">
                <a16:creationId xmlns:a16="http://schemas.microsoft.com/office/drawing/2014/main" id="{38FEFA6F-5394-CF91-11D4-EB18D7B244EA}"/>
              </a:ext>
            </a:extLst>
          </p:cNvPr>
          <p:cNvSpPr>
            <a:spLocks noGrp="1"/>
          </p:cNvSpPr>
          <p:nvPr>
            <p:ph type="body" sz="quarter" idx="82"/>
          </p:nvPr>
        </p:nvSpPr>
        <p:spPr>
          <a:xfrm>
            <a:off x="625928" y="450012"/>
            <a:ext cx="10870672" cy="530716"/>
          </a:xfrm>
        </p:spPr>
        <p:txBody>
          <a:bodyPr/>
          <a:lstStyle/>
          <a:p>
            <a:r>
              <a:rPr lang="en-GB" dirty="0"/>
              <a:t>Direct Search with no Marketing Activity within 24 Hours</a:t>
            </a:r>
          </a:p>
        </p:txBody>
      </p:sp>
      <p:sp>
        <p:nvSpPr>
          <p:cNvPr id="8" name="TextBox 7">
            <a:extLst>
              <a:ext uri="{FF2B5EF4-FFF2-40B4-BE49-F238E27FC236}">
                <a16:creationId xmlns:a16="http://schemas.microsoft.com/office/drawing/2014/main" id="{074DBA49-C005-6171-305E-EBB2434B1D5C}"/>
              </a:ext>
            </a:extLst>
          </p:cNvPr>
          <p:cNvSpPr txBox="1"/>
          <p:nvPr/>
        </p:nvSpPr>
        <p:spPr>
          <a:xfrm>
            <a:off x="-168696" y="1916832"/>
            <a:ext cx="1224136" cy="369332"/>
          </a:xfrm>
          <a:prstGeom prst="rect">
            <a:avLst/>
          </a:prstGeom>
          <a:noFill/>
        </p:spPr>
        <p:txBody>
          <a:bodyPr wrap="square" rtlCol="0">
            <a:spAutoFit/>
          </a:bodyPr>
          <a:lstStyle/>
          <a:p>
            <a:pPr algn="ctr"/>
            <a:r>
              <a:rPr lang="en-GB" b="1">
                <a:latin typeface="+mn-lt"/>
              </a:rPr>
              <a:t>Action</a:t>
            </a:r>
          </a:p>
        </p:txBody>
      </p:sp>
      <p:sp>
        <p:nvSpPr>
          <p:cNvPr id="9" name="TextBox 8">
            <a:extLst>
              <a:ext uri="{FF2B5EF4-FFF2-40B4-BE49-F238E27FC236}">
                <a16:creationId xmlns:a16="http://schemas.microsoft.com/office/drawing/2014/main" id="{0950AC4C-7A06-7287-0D89-88F4B5C80483}"/>
              </a:ext>
            </a:extLst>
          </p:cNvPr>
          <p:cNvSpPr txBox="1"/>
          <p:nvPr/>
        </p:nvSpPr>
        <p:spPr>
          <a:xfrm>
            <a:off x="-168696" y="3462099"/>
            <a:ext cx="1224136" cy="369332"/>
          </a:xfrm>
          <a:prstGeom prst="rect">
            <a:avLst/>
          </a:prstGeom>
          <a:noFill/>
        </p:spPr>
        <p:txBody>
          <a:bodyPr wrap="square" rtlCol="0">
            <a:spAutoFit/>
          </a:bodyPr>
          <a:lstStyle/>
          <a:p>
            <a:pPr algn="ctr"/>
            <a:r>
              <a:rPr lang="en-GB" b="1">
                <a:latin typeface="+mn-lt"/>
              </a:rPr>
              <a:t>URL</a:t>
            </a:r>
          </a:p>
        </p:txBody>
      </p:sp>
      <p:sp>
        <p:nvSpPr>
          <p:cNvPr id="10" name="TextBox 9">
            <a:extLst>
              <a:ext uri="{FF2B5EF4-FFF2-40B4-BE49-F238E27FC236}">
                <a16:creationId xmlns:a16="http://schemas.microsoft.com/office/drawing/2014/main" id="{117C17EB-B7AC-200F-693E-4185CD31649D}"/>
              </a:ext>
            </a:extLst>
          </p:cNvPr>
          <p:cNvSpPr txBox="1"/>
          <p:nvPr/>
        </p:nvSpPr>
        <p:spPr>
          <a:xfrm>
            <a:off x="-168696" y="4762887"/>
            <a:ext cx="1224136" cy="369332"/>
          </a:xfrm>
          <a:prstGeom prst="rect">
            <a:avLst/>
          </a:prstGeom>
          <a:noFill/>
        </p:spPr>
        <p:txBody>
          <a:bodyPr wrap="square" rtlCol="0">
            <a:spAutoFit/>
          </a:bodyPr>
          <a:lstStyle/>
          <a:p>
            <a:pPr algn="ctr"/>
            <a:r>
              <a:rPr lang="en-GB" b="1">
                <a:latin typeface="+mn-lt"/>
              </a:rPr>
              <a:t>Rules</a:t>
            </a:r>
          </a:p>
        </p:txBody>
      </p:sp>
      <p:cxnSp>
        <p:nvCxnSpPr>
          <p:cNvPr id="28" name="Straight Arrow Connector 27">
            <a:extLst>
              <a:ext uri="{FF2B5EF4-FFF2-40B4-BE49-F238E27FC236}">
                <a16:creationId xmlns:a16="http://schemas.microsoft.com/office/drawing/2014/main" id="{8A2BD49D-8036-C730-A37C-DAD1C1FFADEB}"/>
              </a:ext>
            </a:extLst>
          </p:cNvPr>
          <p:cNvCxnSpPr>
            <a:cxnSpLocks/>
            <a:stCxn id="3" idx="3"/>
            <a:endCxn id="16" idx="1"/>
          </p:cNvCxnSpPr>
          <p:nvPr/>
        </p:nvCxnSpPr>
        <p:spPr>
          <a:xfrm>
            <a:off x="2243572" y="2027094"/>
            <a:ext cx="100811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5E127F82-4022-FF42-CB70-F369F614104F}"/>
              </a:ext>
            </a:extLst>
          </p:cNvPr>
          <p:cNvCxnSpPr>
            <a:cxnSpLocks/>
            <a:stCxn id="16" idx="3"/>
            <a:endCxn id="32" idx="1"/>
          </p:cNvCxnSpPr>
          <p:nvPr/>
        </p:nvCxnSpPr>
        <p:spPr>
          <a:xfrm flipV="1">
            <a:off x="4583832" y="2027094"/>
            <a:ext cx="82809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FCE87132-FE39-DE16-D441-B58F753866A7}"/>
              </a:ext>
            </a:extLst>
          </p:cNvPr>
          <p:cNvCxnSpPr>
            <a:cxnSpLocks/>
            <a:stCxn id="32" idx="3"/>
            <a:endCxn id="41" idx="1"/>
          </p:cNvCxnSpPr>
          <p:nvPr/>
        </p:nvCxnSpPr>
        <p:spPr>
          <a:xfrm>
            <a:off x="6564052" y="2027094"/>
            <a:ext cx="10801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27FD8223-38D6-6F59-F69D-954CA820AE0E}"/>
              </a:ext>
            </a:extLst>
          </p:cNvPr>
          <p:cNvCxnSpPr>
            <a:cxnSpLocks/>
            <a:stCxn id="41" idx="3"/>
            <a:endCxn id="51" idx="1"/>
          </p:cNvCxnSpPr>
          <p:nvPr/>
        </p:nvCxnSpPr>
        <p:spPr>
          <a:xfrm>
            <a:off x="8796300" y="2027094"/>
            <a:ext cx="133214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5E65416D-188E-6378-883E-CA262C7C1A9D}"/>
              </a:ext>
            </a:extLst>
          </p:cNvPr>
          <p:cNvCxnSpPr>
            <a:cxnSpLocks/>
          </p:cNvCxnSpPr>
          <p:nvPr/>
        </p:nvCxnSpPr>
        <p:spPr>
          <a:xfrm>
            <a:off x="2783632"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5" name="Straight Connector 64">
            <a:extLst>
              <a:ext uri="{FF2B5EF4-FFF2-40B4-BE49-F238E27FC236}">
                <a16:creationId xmlns:a16="http://schemas.microsoft.com/office/drawing/2014/main" id="{0435B7FC-27F8-5451-E90B-28594E18D81D}"/>
              </a:ext>
            </a:extLst>
          </p:cNvPr>
          <p:cNvCxnSpPr>
            <a:cxnSpLocks/>
          </p:cNvCxnSpPr>
          <p:nvPr/>
        </p:nvCxnSpPr>
        <p:spPr>
          <a:xfrm>
            <a:off x="4871864"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6" name="Straight Connector 65">
            <a:extLst>
              <a:ext uri="{FF2B5EF4-FFF2-40B4-BE49-F238E27FC236}">
                <a16:creationId xmlns:a16="http://schemas.microsoft.com/office/drawing/2014/main" id="{A3196D82-F00E-A996-D629-F3787AF4385A}"/>
              </a:ext>
            </a:extLst>
          </p:cNvPr>
          <p:cNvCxnSpPr>
            <a:cxnSpLocks/>
          </p:cNvCxnSpPr>
          <p:nvPr/>
        </p:nvCxnSpPr>
        <p:spPr>
          <a:xfrm>
            <a:off x="7104112"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7" name="Straight Connector 66">
            <a:extLst>
              <a:ext uri="{FF2B5EF4-FFF2-40B4-BE49-F238E27FC236}">
                <a16:creationId xmlns:a16="http://schemas.microsoft.com/office/drawing/2014/main" id="{E63BF4E0-BC36-A983-C1D7-32E84DC1499E}"/>
              </a:ext>
            </a:extLst>
          </p:cNvPr>
          <p:cNvCxnSpPr>
            <a:cxnSpLocks/>
          </p:cNvCxnSpPr>
          <p:nvPr/>
        </p:nvCxnSpPr>
        <p:spPr>
          <a:xfrm>
            <a:off x="9264352" y="1124744"/>
            <a:ext cx="0" cy="5184576"/>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Flowchart: Terminator 2">
            <a:extLst>
              <a:ext uri="{FF2B5EF4-FFF2-40B4-BE49-F238E27FC236}">
                <a16:creationId xmlns:a16="http://schemas.microsoft.com/office/drawing/2014/main" id="{9FE960E2-5FE9-4FAB-E249-1E8C26DBA02C}"/>
              </a:ext>
            </a:extLst>
          </p:cNvPr>
          <p:cNvSpPr/>
          <p:nvPr/>
        </p:nvSpPr>
        <p:spPr>
          <a:xfrm>
            <a:off x="1595500" y="1847074"/>
            <a:ext cx="648072" cy="360040"/>
          </a:xfrm>
          <a:prstGeom prst="flowChartTerminator">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Start</a:t>
            </a:r>
          </a:p>
        </p:txBody>
      </p:sp>
      <p:sp>
        <p:nvSpPr>
          <p:cNvPr id="4" name="TextBox 3">
            <a:extLst>
              <a:ext uri="{FF2B5EF4-FFF2-40B4-BE49-F238E27FC236}">
                <a16:creationId xmlns:a16="http://schemas.microsoft.com/office/drawing/2014/main" id="{4660AF76-52B9-BBE9-8F46-7F13518579E3}"/>
              </a:ext>
            </a:extLst>
          </p:cNvPr>
          <p:cNvSpPr txBox="1"/>
          <p:nvPr/>
        </p:nvSpPr>
        <p:spPr>
          <a:xfrm>
            <a:off x="1307468" y="2348880"/>
            <a:ext cx="1224136" cy="461665"/>
          </a:xfrm>
          <a:prstGeom prst="rect">
            <a:avLst/>
          </a:prstGeom>
          <a:noFill/>
        </p:spPr>
        <p:txBody>
          <a:bodyPr wrap="square" rtlCol="0">
            <a:spAutoFit/>
          </a:bodyPr>
          <a:lstStyle/>
          <a:p>
            <a:pPr algn="ctr"/>
            <a:r>
              <a:rPr lang="en-GB" sz="800">
                <a:latin typeface="+mn-lt"/>
              </a:rPr>
              <a:t>Customer types in cisco.com in their address bar</a:t>
            </a:r>
          </a:p>
        </p:txBody>
      </p:sp>
      <p:sp>
        <p:nvSpPr>
          <p:cNvPr id="11" name="TextBox 10">
            <a:extLst>
              <a:ext uri="{FF2B5EF4-FFF2-40B4-BE49-F238E27FC236}">
                <a16:creationId xmlns:a16="http://schemas.microsoft.com/office/drawing/2014/main" id="{74F61F6C-DAB3-3ED0-B89D-F3779CA057F2}"/>
              </a:ext>
            </a:extLst>
          </p:cNvPr>
          <p:cNvSpPr txBox="1"/>
          <p:nvPr/>
        </p:nvSpPr>
        <p:spPr>
          <a:xfrm>
            <a:off x="1163452" y="3174067"/>
            <a:ext cx="1512168" cy="215444"/>
          </a:xfrm>
          <a:prstGeom prst="rect">
            <a:avLst/>
          </a:prstGeom>
          <a:noFill/>
        </p:spPr>
        <p:txBody>
          <a:bodyPr wrap="square" rtlCol="0">
            <a:spAutoFit/>
          </a:bodyPr>
          <a:lstStyle/>
          <a:p>
            <a:r>
              <a:rPr lang="en-GB" sz="800" kern="0">
                <a:effectLst/>
                <a:latin typeface="+mn-lt"/>
                <a:ea typeface="Times New Roman" panose="02020603050405020304" pitchFamily="18" charset="0"/>
                <a:cs typeface="Times New Roman" panose="02020603050405020304" pitchFamily="18" charset="0"/>
              </a:rPr>
              <a:t>https://www.cisco.com</a:t>
            </a:r>
            <a:endParaRPr lang="en-GB" sz="800" kern="100">
              <a:effectLst/>
              <a:latin typeface="+mn-lt"/>
              <a:ea typeface="Aptos" panose="020B000402020202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7EAC1337-F52F-2DA4-8989-0D36E4C79EA8}"/>
              </a:ext>
            </a:extLst>
          </p:cNvPr>
          <p:cNvSpPr txBox="1"/>
          <p:nvPr/>
        </p:nvSpPr>
        <p:spPr>
          <a:xfrm>
            <a:off x="983432" y="4474855"/>
            <a:ext cx="1872208" cy="1200329"/>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ID aligned by keyword search</a:t>
            </a:r>
          </a:p>
          <a:p>
            <a:r>
              <a:rPr lang="en-GB" sz="800" dirty="0">
                <a:latin typeface="+mn-lt"/>
              </a:rPr>
              <a:t>  CCID: </a:t>
            </a:r>
            <a:r>
              <a:rPr lang="en-GB" sz="800" kern="0" dirty="0">
                <a:effectLst/>
                <a:latin typeface="+mn-lt"/>
                <a:ea typeface="Times New Roman" panose="02020603050405020304" pitchFamily="18" charset="0"/>
                <a:cs typeface="Times New Roman" panose="02020603050405020304" pitchFamily="18" charset="0"/>
              </a:rPr>
              <a:t>cc001784</a:t>
            </a:r>
          </a:p>
          <a:p>
            <a:r>
              <a:rPr lang="en-GB" sz="800" kern="0" dirty="0">
                <a:latin typeface="+mn-lt"/>
                <a:cs typeface="Times New Roman" panose="02020603050405020304" pitchFamily="18" charset="0"/>
              </a:rPr>
              <a:t>  Campaign: </a:t>
            </a:r>
            <a:r>
              <a:rPr lang="en-GB" sz="800" kern="0" dirty="0">
                <a:effectLst/>
                <a:latin typeface="+mn-lt"/>
                <a:ea typeface="Times New Roman" panose="02020603050405020304" pitchFamily="18" charset="0"/>
                <a:cs typeface="Times New Roman" panose="02020603050405020304" pitchFamily="18" charset="0"/>
              </a:rPr>
              <a:t>Campaign Independent</a:t>
            </a:r>
          </a:p>
          <a:p>
            <a:r>
              <a:rPr lang="en-GB" sz="800" kern="0" dirty="0">
                <a:latin typeface="+mn-lt"/>
                <a:cs typeface="Times New Roman" panose="02020603050405020304" pitchFamily="18" charset="0"/>
              </a:rPr>
              <a:t>	</a:t>
            </a:r>
            <a:endParaRPr lang="en-GB" sz="800" b="1" dirty="0">
              <a:latin typeface="+mn-lt"/>
            </a:endParaRPr>
          </a:p>
          <a:p>
            <a:endParaRPr lang="en-GB" sz="800" b="1" dirty="0">
              <a:latin typeface="+mn-lt"/>
            </a:endParaRPr>
          </a:p>
          <a:p>
            <a:r>
              <a:rPr lang="en-GB" sz="800" b="1" dirty="0">
                <a:latin typeface="+mn-lt"/>
              </a:rPr>
              <a:t>Persistence Rule: </a:t>
            </a:r>
          </a:p>
          <a:p>
            <a:r>
              <a:rPr lang="en-GB" sz="800" dirty="0">
                <a:latin typeface="+mn-lt"/>
              </a:rPr>
              <a:t>CCID from page logic stored until next page</a:t>
            </a:r>
          </a:p>
        </p:txBody>
      </p:sp>
      <p:pic>
        <p:nvPicPr>
          <p:cNvPr id="15" name="Graphic 14" descr="Badge 1 with solid fill">
            <a:extLst>
              <a:ext uri="{FF2B5EF4-FFF2-40B4-BE49-F238E27FC236}">
                <a16:creationId xmlns:a16="http://schemas.microsoft.com/office/drawing/2014/main" id="{78D163FD-E8B5-79B3-F4E0-D6B710B8AF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31504" y="908720"/>
            <a:ext cx="548640" cy="548640"/>
          </a:xfrm>
          <a:prstGeom prst="rect">
            <a:avLst/>
          </a:prstGeom>
        </p:spPr>
      </p:pic>
      <p:sp>
        <p:nvSpPr>
          <p:cNvPr id="16" name="Flowchart: Alternate Process 15">
            <a:extLst>
              <a:ext uri="{FF2B5EF4-FFF2-40B4-BE49-F238E27FC236}">
                <a16:creationId xmlns:a16="http://schemas.microsoft.com/office/drawing/2014/main" id="{8ED028DA-0ED1-BE32-7B72-3AA92960460D}"/>
              </a:ext>
            </a:extLst>
          </p:cNvPr>
          <p:cNvSpPr/>
          <p:nvPr/>
        </p:nvSpPr>
        <p:spPr>
          <a:xfrm>
            <a:off x="3251684" y="1700808"/>
            <a:ext cx="1332148" cy="652573"/>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Navigate to P&amp;S – Networking - Routers</a:t>
            </a:r>
          </a:p>
        </p:txBody>
      </p:sp>
      <p:sp>
        <p:nvSpPr>
          <p:cNvPr id="17" name="TextBox 16">
            <a:extLst>
              <a:ext uri="{FF2B5EF4-FFF2-40B4-BE49-F238E27FC236}">
                <a16:creationId xmlns:a16="http://schemas.microsoft.com/office/drawing/2014/main" id="{A24E0602-CA58-CE70-8B0D-AE752A576572}"/>
              </a:ext>
            </a:extLst>
          </p:cNvPr>
          <p:cNvSpPr txBox="1"/>
          <p:nvPr/>
        </p:nvSpPr>
        <p:spPr>
          <a:xfrm>
            <a:off x="2945650" y="3174067"/>
            <a:ext cx="1764196" cy="461665"/>
          </a:xfrm>
          <a:prstGeom prst="rect">
            <a:avLst/>
          </a:prstGeom>
          <a:noFill/>
        </p:spPr>
        <p:txBody>
          <a:bodyPr wrap="square" rtlCol="0">
            <a:spAutoFit/>
          </a:bodyPr>
          <a:lstStyle/>
          <a:p>
            <a:r>
              <a:rPr lang="en-GB" sz="800">
                <a:latin typeface="+mn-lt"/>
              </a:rPr>
              <a:t>https://www.cisco.com/site/us/en/products/networking/sdwan-routers/index.html</a:t>
            </a:r>
          </a:p>
        </p:txBody>
      </p:sp>
      <p:pic>
        <p:nvPicPr>
          <p:cNvPr id="19" name="Graphic 18" descr="Badge with solid fill">
            <a:extLst>
              <a:ext uri="{FF2B5EF4-FFF2-40B4-BE49-F238E27FC236}">
                <a16:creationId xmlns:a16="http://schemas.microsoft.com/office/drawing/2014/main" id="{FE4D3AC4-C92F-AEE3-12DC-FDBB7683434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3712" y="908720"/>
            <a:ext cx="548640" cy="548640"/>
          </a:xfrm>
          <a:prstGeom prst="rect">
            <a:avLst/>
          </a:prstGeom>
        </p:spPr>
      </p:pic>
      <p:sp>
        <p:nvSpPr>
          <p:cNvPr id="20" name="TextBox 19">
            <a:extLst>
              <a:ext uri="{FF2B5EF4-FFF2-40B4-BE49-F238E27FC236}">
                <a16:creationId xmlns:a16="http://schemas.microsoft.com/office/drawing/2014/main" id="{7AFE9571-D243-E521-54D8-24F6C163D0D2}"/>
              </a:ext>
            </a:extLst>
          </p:cNvPr>
          <p:cNvSpPr txBox="1"/>
          <p:nvPr/>
        </p:nvSpPr>
        <p:spPr>
          <a:xfrm>
            <a:off x="2783632" y="4474855"/>
            <a:ext cx="2088232" cy="1200329"/>
          </a:xfrm>
          <a:prstGeom prst="rect">
            <a:avLst/>
          </a:prstGeom>
          <a:noFill/>
        </p:spPr>
        <p:txBody>
          <a:bodyPr wrap="square" rtlCol="0">
            <a:spAutoFit/>
          </a:bodyPr>
          <a:lstStyle/>
          <a:p>
            <a:r>
              <a:rPr lang="en-GB" sz="800" b="1">
                <a:latin typeface="+mn-lt"/>
              </a:rPr>
              <a:t>Precedence Rule</a:t>
            </a:r>
            <a:r>
              <a:rPr lang="en-GB" sz="800">
                <a:latin typeface="+mn-lt"/>
              </a:rPr>
              <a:t>: </a:t>
            </a:r>
          </a:p>
          <a:p>
            <a:r>
              <a:rPr lang="en-GB" sz="800">
                <a:latin typeface="+mn-lt"/>
              </a:rPr>
              <a:t>ID aligned by keyword search</a:t>
            </a:r>
          </a:p>
          <a:p>
            <a:r>
              <a:rPr lang="en-GB" sz="800">
                <a:latin typeface="+mn-lt"/>
              </a:rPr>
              <a:t>  CCID: </a:t>
            </a:r>
            <a:r>
              <a:rPr lang="en-GB" sz="800" kern="0">
                <a:effectLst/>
                <a:latin typeface="+mn-lt"/>
                <a:ea typeface="Times New Roman" panose="02020603050405020304" pitchFamily="18" charset="0"/>
                <a:cs typeface="Times New Roman" panose="02020603050405020304" pitchFamily="18" charset="0"/>
              </a:rPr>
              <a:t>cc001772</a:t>
            </a:r>
          </a:p>
          <a:p>
            <a:r>
              <a:rPr lang="en-GB" sz="800" kern="0">
                <a:latin typeface="+mn-lt"/>
                <a:cs typeface="Times New Roman" panose="02020603050405020304" pitchFamily="18" charset="0"/>
              </a:rPr>
              <a:t>  Campaign: </a:t>
            </a:r>
            <a:r>
              <a:rPr lang="en-GB" sz="800" kern="0">
                <a:effectLst/>
                <a:latin typeface="+mn-lt"/>
                <a:ea typeface="Times New Roman" panose="02020603050405020304" pitchFamily="18" charset="0"/>
                <a:cs typeface="Times New Roman" panose="02020603050405020304" pitchFamily="18" charset="0"/>
              </a:rPr>
              <a:t>Transform Infrastructure</a:t>
            </a:r>
          </a:p>
          <a:p>
            <a:endParaRPr lang="en-GB" sz="800" b="1">
              <a:latin typeface="+mn-lt"/>
            </a:endParaRPr>
          </a:p>
          <a:p>
            <a:endParaRPr lang="en-GB" sz="800" b="1">
              <a:latin typeface="+mn-lt"/>
            </a:endParaRPr>
          </a:p>
          <a:p>
            <a:r>
              <a:rPr lang="en-GB" sz="800" b="1">
                <a:latin typeface="+mn-lt"/>
              </a:rPr>
              <a:t>Persistence Rule: </a:t>
            </a:r>
          </a:p>
          <a:p>
            <a:r>
              <a:rPr lang="en-GB" sz="800">
                <a:latin typeface="+mn-lt"/>
              </a:rPr>
              <a:t>CCID from page logic stored until next page</a:t>
            </a:r>
          </a:p>
        </p:txBody>
      </p:sp>
      <p:sp>
        <p:nvSpPr>
          <p:cNvPr id="31" name="TextBox 30">
            <a:extLst>
              <a:ext uri="{FF2B5EF4-FFF2-40B4-BE49-F238E27FC236}">
                <a16:creationId xmlns:a16="http://schemas.microsoft.com/office/drawing/2014/main" id="{5C9794F4-5822-1430-8083-818E9E5DDC02}"/>
              </a:ext>
            </a:extLst>
          </p:cNvPr>
          <p:cNvSpPr txBox="1"/>
          <p:nvPr/>
        </p:nvSpPr>
        <p:spPr>
          <a:xfrm>
            <a:off x="3215680" y="2348880"/>
            <a:ext cx="1224136" cy="215444"/>
          </a:xfrm>
          <a:prstGeom prst="rect">
            <a:avLst/>
          </a:prstGeom>
          <a:noFill/>
        </p:spPr>
        <p:txBody>
          <a:bodyPr wrap="square" rtlCol="0">
            <a:spAutoFit/>
          </a:bodyPr>
          <a:lstStyle/>
          <a:p>
            <a:pPr algn="ctr"/>
            <a:r>
              <a:rPr lang="en-GB" sz="800">
                <a:latin typeface="+mn-lt"/>
              </a:rPr>
              <a:t>Customer Reads blog</a:t>
            </a:r>
          </a:p>
        </p:txBody>
      </p:sp>
      <p:sp>
        <p:nvSpPr>
          <p:cNvPr id="32" name="Flowchart: Alternate Process 31">
            <a:extLst>
              <a:ext uri="{FF2B5EF4-FFF2-40B4-BE49-F238E27FC236}">
                <a16:creationId xmlns:a16="http://schemas.microsoft.com/office/drawing/2014/main" id="{0FE6AEE2-64AF-54EE-FA11-13E3946DE998}"/>
              </a:ext>
            </a:extLst>
          </p:cNvPr>
          <p:cNvSpPr/>
          <p:nvPr/>
        </p:nvSpPr>
        <p:spPr>
          <a:xfrm>
            <a:off x="5411924" y="1739062"/>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Navigate to Explore Catalyst 8300</a:t>
            </a:r>
          </a:p>
        </p:txBody>
      </p:sp>
      <p:pic>
        <p:nvPicPr>
          <p:cNvPr id="36" name="Graphic 35" descr="Badge 3 with solid fill">
            <a:extLst>
              <a:ext uri="{FF2B5EF4-FFF2-40B4-BE49-F238E27FC236}">
                <a16:creationId xmlns:a16="http://schemas.microsoft.com/office/drawing/2014/main" id="{A3AE88AF-E01F-62B3-9262-AB00978A821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13668" y="908720"/>
            <a:ext cx="548640" cy="548640"/>
          </a:xfrm>
          <a:prstGeom prst="rect">
            <a:avLst/>
          </a:prstGeom>
        </p:spPr>
      </p:pic>
      <p:sp>
        <p:nvSpPr>
          <p:cNvPr id="37" name="TextBox 36">
            <a:extLst>
              <a:ext uri="{FF2B5EF4-FFF2-40B4-BE49-F238E27FC236}">
                <a16:creationId xmlns:a16="http://schemas.microsoft.com/office/drawing/2014/main" id="{CE21DDD6-8B01-4C56-6C55-E7B4B6CAC6CB}"/>
              </a:ext>
            </a:extLst>
          </p:cNvPr>
          <p:cNvSpPr txBox="1"/>
          <p:nvPr/>
        </p:nvSpPr>
        <p:spPr>
          <a:xfrm>
            <a:off x="5231904" y="3068960"/>
            <a:ext cx="1512168" cy="954107"/>
          </a:xfrm>
          <a:prstGeom prst="rect">
            <a:avLst/>
          </a:prstGeom>
          <a:noFill/>
        </p:spPr>
        <p:txBody>
          <a:bodyPr wrap="square" rtlCol="0">
            <a:spAutoFit/>
          </a:bodyPr>
          <a:lstStyle/>
          <a:p>
            <a:r>
              <a:rPr lang="en-GB" sz="800" dirty="0">
                <a:latin typeface="+mn-lt"/>
              </a:rPr>
              <a:t>https://www.cisco.com/site/us/en/products/networking/sdwan-routers/catalyst-8300-series-platforms/index.html?ccid=cc006547&amp;ditid=odicdc000509&amp;oid=anretr022498</a:t>
            </a:r>
          </a:p>
        </p:txBody>
      </p:sp>
      <p:sp>
        <p:nvSpPr>
          <p:cNvPr id="38" name="TextBox 37">
            <a:extLst>
              <a:ext uri="{FF2B5EF4-FFF2-40B4-BE49-F238E27FC236}">
                <a16:creationId xmlns:a16="http://schemas.microsoft.com/office/drawing/2014/main" id="{FA768CCC-7D67-53A3-4844-E0FB1E53C4A9}"/>
              </a:ext>
            </a:extLst>
          </p:cNvPr>
          <p:cNvSpPr txBox="1"/>
          <p:nvPr/>
        </p:nvSpPr>
        <p:spPr>
          <a:xfrm>
            <a:off x="5087888" y="2348880"/>
            <a:ext cx="1656184" cy="461665"/>
          </a:xfrm>
          <a:prstGeom prst="rect">
            <a:avLst/>
          </a:prstGeom>
          <a:noFill/>
        </p:spPr>
        <p:txBody>
          <a:bodyPr wrap="square" rtlCol="0">
            <a:spAutoFit/>
          </a:bodyPr>
          <a:lstStyle/>
          <a:p>
            <a:pPr algn="ctr"/>
            <a:r>
              <a:rPr lang="en-GB" sz="800">
                <a:latin typeface="+mn-lt"/>
              </a:rPr>
              <a:t>Customer scrolls down the page to read more about the Catalyst 8300 Series</a:t>
            </a:r>
          </a:p>
        </p:txBody>
      </p:sp>
      <p:sp>
        <p:nvSpPr>
          <p:cNvPr id="40" name="TextBox 39">
            <a:extLst>
              <a:ext uri="{FF2B5EF4-FFF2-40B4-BE49-F238E27FC236}">
                <a16:creationId xmlns:a16="http://schemas.microsoft.com/office/drawing/2014/main" id="{A7FB9571-1A3A-5B8F-EC4E-079F2DCB288F}"/>
              </a:ext>
            </a:extLst>
          </p:cNvPr>
          <p:cNvSpPr txBox="1"/>
          <p:nvPr/>
        </p:nvSpPr>
        <p:spPr>
          <a:xfrm>
            <a:off x="4943872" y="4474855"/>
            <a:ext cx="2088232" cy="1323439"/>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ID aligned by keyword search</a:t>
            </a:r>
          </a:p>
          <a:p>
            <a:r>
              <a:rPr lang="en-GB" sz="800" dirty="0">
                <a:latin typeface="+mn-lt"/>
              </a:rPr>
              <a:t>  CCID: </a:t>
            </a:r>
            <a:r>
              <a:rPr lang="en-GB" sz="800" kern="0" dirty="0">
                <a:effectLst/>
                <a:latin typeface="+mn-lt"/>
                <a:ea typeface="Times New Roman" panose="02020603050405020304" pitchFamily="18" charset="0"/>
                <a:cs typeface="Times New Roman" panose="02020603050405020304" pitchFamily="18" charset="0"/>
              </a:rPr>
              <a:t>cc001772</a:t>
            </a:r>
          </a:p>
          <a:p>
            <a:r>
              <a:rPr lang="en-GB" sz="800" kern="0" dirty="0">
                <a:latin typeface="+mn-lt"/>
                <a:cs typeface="Times New Roman" panose="02020603050405020304" pitchFamily="18" charset="0"/>
              </a:rPr>
              <a:t>  Campaign: </a:t>
            </a:r>
            <a:r>
              <a:rPr lang="en-GB" sz="800" kern="0" dirty="0">
                <a:effectLst/>
                <a:latin typeface="+mn-lt"/>
                <a:ea typeface="Times New Roman" panose="02020603050405020304" pitchFamily="18" charset="0"/>
                <a:cs typeface="Times New Roman" panose="02020603050405020304" pitchFamily="18" charset="0"/>
              </a:rPr>
              <a:t>Transform Infrastructure</a:t>
            </a:r>
          </a:p>
          <a:p>
            <a:endParaRPr lang="en-GB" sz="800" b="1" dirty="0">
              <a:latin typeface="+mn-lt"/>
            </a:endParaRPr>
          </a:p>
          <a:p>
            <a:endParaRPr lang="en-GB" sz="800" b="1" dirty="0">
              <a:latin typeface="+mn-lt"/>
            </a:endParaRPr>
          </a:p>
          <a:p>
            <a:r>
              <a:rPr lang="en-GB" sz="800" b="1" dirty="0">
                <a:latin typeface="+mn-lt"/>
              </a:rPr>
              <a:t>Persistence Rule: </a:t>
            </a:r>
          </a:p>
          <a:p>
            <a:r>
              <a:rPr lang="en-GB" sz="800" kern="0" dirty="0">
                <a:latin typeface="+mn-lt"/>
                <a:cs typeface="Times New Roman" panose="02020603050405020304" pitchFamily="18" charset="0"/>
              </a:rPr>
              <a:t>IDs on internal pages will be ignored and only values captured in local storage will persist</a:t>
            </a:r>
          </a:p>
        </p:txBody>
      </p:sp>
      <p:sp>
        <p:nvSpPr>
          <p:cNvPr id="42" name="TextBox 41">
            <a:extLst>
              <a:ext uri="{FF2B5EF4-FFF2-40B4-BE49-F238E27FC236}">
                <a16:creationId xmlns:a16="http://schemas.microsoft.com/office/drawing/2014/main" id="{EFDDC66A-B57D-68F3-F727-E46BEB2DC03F}"/>
              </a:ext>
            </a:extLst>
          </p:cNvPr>
          <p:cNvSpPr txBox="1"/>
          <p:nvPr/>
        </p:nvSpPr>
        <p:spPr>
          <a:xfrm>
            <a:off x="7608168" y="2348880"/>
            <a:ext cx="1224136" cy="338554"/>
          </a:xfrm>
          <a:prstGeom prst="rect">
            <a:avLst/>
          </a:prstGeom>
          <a:noFill/>
        </p:spPr>
        <p:txBody>
          <a:bodyPr wrap="square" rtlCol="0">
            <a:spAutoFit/>
          </a:bodyPr>
          <a:lstStyle/>
          <a:p>
            <a:pPr algn="ctr"/>
            <a:r>
              <a:rPr lang="en-GB" sz="800">
                <a:latin typeface="+mn-lt"/>
              </a:rPr>
              <a:t>Customer Views data sheet</a:t>
            </a:r>
          </a:p>
        </p:txBody>
      </p:sp>
      <p:sp>
        <p:nvSpPr>
          <p:cNvPr id="43" name="TextBox 42">
            <a:extLst>
              <a:ext uri="{FF2B5EF4-FFF2-40B4-BE49-F238E27FC236}">
                <a16:creationId xmlns:a16="http://schemas.microsoft.com/office/drawing/2014/main" id="{DDCE63B5-9F75-509C-CA3A-C00D4841EA42}"/>
              </a:ext>
            </a:extLst>
          </p:cNvPr>
          <p:cNvSpPr txBox="1"/>
          <p:nvPr/>
        </p:nvSpPr>
        <p:spPr>
          <a:xfrm>
            <a:off x="7428148" y="3174067"/>
            <a:ext cx="1584176" cy="707886"/>
          </a:xfrm>
          <a:prstGeom prst="rect">
            <a:avLst/>
          </a:prstGeom>
          <a:noFill/>
        </p:spPr>
        <p:txBody>
          <a:bodyPr wrap="square" rtlCol="0">
            <a:spAutoFit/>
          </a:bodyPr>
          <a:lstStyle/>
          <a:p>
            <a:r>
              <a:rPr lang="en-GB" sz="800" dirty="0">
                <a:latin typeface="+mn-lt"/>
              </a:rPr>
              <a:t>https://www.cisco.com/c/en/us/products/collateral/routers/catalyst-8300-series-edge-platforms/datasheet-c78-744088.html</a:t>
            </a:r>
          </a:p>
        </p:txBody>
      </p:sp>
      <p:pic>
        <p:nvPicPr>
          <p:cNvPr id="48" name="Graphic 47" descr="Badge 4 with solid fill">
            <a:extLst>
              <a:ext uri="{FF2B5EF4-FFF2-40B4-BE49-F238E27FC236}">
                <a16:creationId xmlns:a16="http://schemas.microsoft.com/office/drawing/2014/main" id="{2126B373-4626-8B7C-1B9E-BF8B479F72E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945916" y="908720"/>
            <a:ext cx="548640" cy="548640"/>
          </a:xfrm>
          <a:prstGeom prst="rect">
            <a:avLst/>
          </a:prstGeom>
        </p:spPr>
      </p:pic>
      <p:sp>
        <p:nvSpPr>
          <p:cNvPr id="50" name="TextBox 49">
            <a:extLst>
              <a:ext uri="{FF2B5EF4-FFF2-40B4-BE49-F238E27FC236}">
                <a16:creationId xmlns:a16="http://schemas.microsoft.com/office/drawing/2014/main" id="{49B220AB-F0CD-FE5F-9055-034B456A48FA}"/>
              </a:ext>
            </a:extLst>
          </p:cNvPr>
          <p:cNvSpPr txBox="1"/>
          <p:nvPr/>
        </p:nvSpPr>
        <p:spPr>
          <a:xfrm>
            <a:off x="7176120" y="4474855"/>
            <a:ext cx="2088232" cy="1200329"/>
          </a:xfrm>
          <a:prstGeom prst="rect">
            <a:avLst/>
          </a:prstGeom>
          <a:noFill/>
        </p:spPr>
        <p:txBody>
          <a:bodyPr wrap="square" rtlCol="0">
            <a:spAutoFit/>
          </a:bodyPr>
          <a:lstStyle/>
          <a:p>
            <a:r>
              <a:rPr lang="en-GB" sz="800" b="1" dirty="0">
                <a:latin typeface="+mn-lt"/>
              </a:rPr>
              <a:t>Precedence Rule</a:t>
            </a:r>
            <a:r>
              <a:rPr lang="en-GB" sz="800" dirty="0">
                <a:latin typeface="+mn-lt"/>
              </a:rPr>
              <a:t>: </a:t>
            </a:r>
          </a:p>
          <a:p>
            <a:r>
              <a:rPr lang="en-GB" sz="800" dirty="0">
                <a:latin typeface="+mn-lt"/>
              </a:rPr>
              <a:t>ID aligned by keyword search</a:t>
            </a:r>
          </a:p>
          <a:p>
            <a:r>
              <a:rPr lang="en-GB" sz="800" dirty="0">
                <a:latin typeface="+mn-lt"/>
              </a:rPr>
              <a:t>  CCID: </a:t>
            </a:r>
            <a:r>
              <a:rPr lang="en-GB" sz="800" kern="0" dirty="0">
                <a:effectLst/>
                <a:latin typeface="+mn-lt"/>
                <a:ea typeface="Times New Roman" panose="02020603050405020304" pitchFamily="18" charset="0"/>
                <a:cs typeface="Times New Roman" panose="02020603050405020304" pitchFamily="18" charset="0"/>
              </a:rPr>
              <a:t>cc001772</a:t>
            </a:r>
          </a:p>
          <a:p>
            <a:r>
              <a:rPr lang="en-GB" sz="800" kern="0" dirty="0">
                <a:latin typeface="+mn-lt"/>
                <a:cs typeface="Times New Roman" panose="02020603050405020304" pitchFamily="18" charset="0"/>
              </a:rPr>
              <a:t>  Campaign: </a:t>
            </a:r>
            <a:r>
              <a:rPr lang="en-GB" sz="800" kern="0" dirty="0">
                <a:effectLst/>
                <a:latin typeface="+mn-lt"/>
                <a:ea typeface="Times New Roman" panose="02020603050405020304" pitchFamily="18" charset="0"/>
                <a:cs typeface="Times New Roman" panose="02020603050405020304" pitchFamily="18" charset="0"/>
              </a:rPr>
              <a:t>Transform Infrastructure</a:t>
            </a:r>
          </a:p>
          <a:p>
            <a:endParaRPr lang="en-GB" sz="800" b="1" dirty="0">
              <a:latin typeface="+mn-lt"/>
            </a:endParaRPr>
          </a:p>
          <a:p>
            <a:endParaRPr lang="en-GB" sz="800" b="1" dirty="0">
              <a:latin typeface="+mn-lt"/>
            </a:endParaRPr>
          </a:p>
          <a:p>
            <a:r>
              <a:rPr lang="en-GB" sz="800" b="1" dirty="0">
                <a:latin typeface="+mn-lt"/>
              </a:rPr>
              <a:t>Persistence Rule: </a:t>
            </a:r>
          </a:p>
          <a:p>
            <a:r>
              <a:rPr lang="en-GB" sz="800" dirty="0">
                <a:latin typeface="+mn-lt"/>
              </a:rPr>
              <a:t>CCID from page logic stored until next page</a:t>
            </a:r>
          </a:p>
        </p:txBody>
      </p:sp>
      <p:sp>
        <p:nvSpPr>
          <p:cNvPr id="52" name="TextBox 51">
            <a:extLst>
              <a:ext uri="{FF2B5EF4-FFF2-40B4-BE49-F238E27FC236}">
                <a16:creationId xmlns:a16="http://schemas.microsoft.com/office/drawing/2014/main" id="{7C04F5D8-BFBA-4D10-23E2-3EAF6C428F97}"/>
              </a:ext>
            </a:extLst>
          </p:cNvPr>
          <p:cNvSpPr txBox="1"/>
          <p:nvPr/>
        </p:nvSpPr>
        <p:spPr>
          <a:xfrm>
            <a:off x="9552384" y="2348880"/>
            <a:ext cx="2160240" cy="461665"/>
          </a:xfrm>
          <a:prstGeom prst="rect">
            <a:avLst/>
          </a:prstGeom>
          <a:noFill/>
        </p:spPr>
        <p:txBody>
          <a:bodyPr wrap="square" rtlCol="0">
            <a:spAutoFit/>
          </a:bodyPr>
          <a:lstStyle/>
          <a:p>
            <a:pPr algn="ctr"/>
            <a:r>
              <a:rPr lang="en-GB" sz="800" dirty="0">
                <a:latin typeface="+mn-lt"/>
              </a:rPr>
              <a:t>https://www.cisco.com/c/en/us/products/cloud-systems-management/dna-center/one-on-one-live-demo.html</a:t>
            </a:r>
          </a:p>
        </p:txBody>
      </p:sp>
      <p:pic>
        <p:nvPicPr>
          <p:cNvPr id="56" name="Graphic 55" descr="Badge 5 with solid fill">
            <a:extLst>
              <a:ext uri="{FF2B5EF4-FFF2-40B4-BE49-F238E27FC236}">
                <a16:creationId xmlns:a16="http://schemas.microsoft.com/office/drawing/2014/main" id="{C161465D-FE42-CB3E-1224-F2351DB82B1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30192" y="908720"/>
            <a:ext cx="548640" cy="548640"/>
          </a:xfrm>
          <a:prstGeom prst="rect">
            <a:avLst/>
          </a:prstGeom>
        </p:spPr>
      </p:pic>
      <p:sp>
        <p:nvSpPr>
          <p:cNvPr id="57" name="TextBox 56">
            <a:extLst>
              <a:ext uri="{FF2B5EF4-FFF2-40B4-BE49-F238E27FC236}">
                <a16:creationId xmlns:a16="http://schemas.microsoft.com/office/drawing/2014/main" id="{5CED33C8-2902-F915-2CB3-186106717F4E}"/>
              </a:ext>
            </a:extLst>
          </p:cNvPr>
          <p:cNvSpPr txBox="1"/>
          <p:nvPr/>
        </p:nvSpPr>
        <p:spPr>
          <a:xfrm>
            <a:off x="9336360" y="2996952"/>
            <a:ext cx="2736304" cy="2739211"/>
          </a:xfrm>
          <a:prstGeom prst="rect">
            <a:avLst/>
          </a:prstGeom>
          <a:noFill/>
        </p:spPr>
        <p:txBody>
          <a:bodyPr wrap="square" rtlCol="0">
            <a:spAutoFit/>
          </a:bodyPr>
          <a:lstStyle/>
          <a:p>
            <a:r>
              <a:rPr lang="en-GB" sz="800" b="1" dirty="0">
                <a:latin typeface="+mn-lt"/>
              </a:rPr>
              <a:t>Last Touch:</a:t>
            </a:r>
            <a:endParaRPr lang="en-GB" sz="800" dirty="0">
              <a:latin typeface="+mn-lt"/>
            </a:endParaRPr>
          </a:p>
          <a:p>
            <a:r>
              <a:rPr lang="en-GB" sz="800" dirty="0">
                <a:latin typeface="+mn-lt"/>
              </a:rPr>
              <a:t>Using Precedence and Persistence Logic the IDs aligned to the lead will be:</a:t>
            </a:r>
          </a:p>
          <a:p>
            <a:r>
              <a:rPr lang="en-GB" sz="800" dirty="0">
                <a:latin typeface="+mn-lt"/>
              </a:rPr>
              <a:t>	CCID: cc001772</a:t>
            </a:r>
          </a:p>
          <a:p>
            <a:r>
              <a:rPr lang="en-GB" sz="800" dirty="0">
                <a:latin typeface="+mn-lt"/>
              </a:rPr>
              <a:t>	OID: otren015026 	</a:t>
            </a:r>
            <a:endParaRPr lang="en-GB" sz="800" b="1" dirty="0">
              <a:latin typeface="+mn-lt"/>
            </a:endParaRPr>
          </a:p>
          <a:p>
            <a:r>
              <a:rPr lang="en-GB" sz="1200" b="1" dirty="0">
                <a:solidFill>
                  <a:schemeClr val="bg1">
                    <a:lumMod val="50000"/>
                    <a:lumOff val="50000"/>
                  </a:schemeClr>
                </a:solidFill>
                <a:latin typeface="+mn-lt"/>
              </a:rPr>
              <a:t>Outcome</a:t>
            </a:r>
          </a:p>
          <a:p>
            <a:r>
              <a:rPr lang="en-GB" sz="1000" dirty="0">
                <a:solidFill>
                  <a:schemeClr val="bg1">
                    <a:lumMod val="50000"/>
                    <a:lumOff val="50000"/>
                  </a:schemeClr>
                </a:solidFill>
                <a:latin typeface="+mn-lt"/>
              </a:rPr>
              <a:t>No Drive To ID aligned to the lead as this came from a direct search</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Pipeline aligned to Transform Infrastructure as CCID is aligned to cc001772 using keyword “router”</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Offer is aligned to a trial and Demo from the HTML of the gated offer page</a:t>
            </a:r>
          </a:p>
          <a:p>
            <a:endParaRPr lang="en-GB" sz="1000" dirty="0">
              <a:solidFill>
                <a:schemeClr val="bg1">
                  <a:lumMod val="50000"/>
                  <a:lumOff val="50000"/>
                </a:schemeClr>
              </a:solidFill>
              <a:latin typeface="+mn-lt"/>
            </a:endParaRPr>
          </a:p>
          <a:p>
            <a:r>
              <a:rPr lang="en-GB" sz="1000" dirty="0">
                <a:solidFill>
                  <a:schemeClr val="bg1">
                    <a:lumMod val="50000"/>
                    <a:lumOff val="50000"/>
                  </a:schemeClr>
                </a:solidFill>
                <a:latin typeface="+mn-lt"/>
              </a:rPr>
              <a:t>All internal pages with IDs appended will be ignored</a:t>
            </a:r>
          </a:p>
        </p:txBody>
      </p:sp>
      <p:sp>
        <p:nvSpPr>
          <p:cNvPr id="41" name="Flowchart: Alternate Process 40">
            <a:extLst>
              <a:ext uri="{FF2B5EF4-FFF2-40B4-BE49-F238E27FC236}">
                <a16:creationId xmlns:a16="http://schemas.microsoft.com/office/drawing/2014/main" id="{AD67ADD6-A52D-FA97-4DA1-AFF8D40D8FAB}"/>
              </a:ext>
            </a:extLst>
          </p:cNvPr>
          <p:cNvSpPr/>
          <p:nvPr/>
        </p:nvSpPr>
        <p:spPr>
          <a:xfrm>
            <a:off x="7644172" y="1739062"/>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a:solidFill>
                  <a:schemeClr val="bg2"/>
                </a:solidFill>
              </a:rPr>
              <a:t>Select option to view Datasheet</a:t>
            </a:r>
          </a:p>
        </p:txBody>
      </p:sp>
      <p:sp>
        <p:nvSpPr>
          <p:cNvPr id="51" name="Flowchart: Alternate Process 50">
            <a:extLst>
              <a:ext uri="{FF2B5EF4-FFF2-40B4-BE49-F238E27FC236}">
                <a16:creationId xmlns:a16="http://schemas.microsoft.com/office/drawing/2014/main" id="{A65B3869-237F-664D-17B6-B0294B0C09DA}"/>
              </a:ext>
            </a:extLst>
          </p:cNvPr>
          <p:cNvSpPr/>
          <p:nvPr/>
        </p:nvSpPr>
        <p:spPr>
          <a:xfrm>
            <a:off x="10128448" y="1739062"/>
            <a:ext cx="1152128" cy="576064"/>
          </a:xfrm>
          <a:prstGeom prst="flowChartAlternateProcess">
            <a:avLst/>
          </a:prstGeom>
          <a:solidFill>
            <a:schemeClr val="tx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dirty="0">
                <a:solidFill>
                  <a:schemeClr val="bg2"/>
                </a:solidFill>
              </a:rPr>
              <a:t>Selects Trials &amp; Demos – DNA Centre</a:t>
            </a:r>
          </a:p>
        </p:txBody>
      </p:sp>
    </p:spTree>
    <p:extLst>
      <p:ext uri="{BB962C8B-B14F-4D97-AF65-F5344CB8AC3E}">
        <p14:creationId xmlns:p14="http://schemas.microsoft.com/office/powerpoint/2010/main" val="8661965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AF1859-3C1C-A3AE-F053-6F084CD60CC4}"/>
              </a:ext>
            </a:extLst>
          </p:cNvPr>
          <p:cNvSpPr>
            <a:spLocks noGrp="1"/>
          </p:cNvSpPr>
          <p:nvPr>
            <p:ph type="body" sz="quarter" idx="82"/>
          </p:nvPr>
        </p:nvSpPr>
        <p:spPr/>
        <p:txBody>
          <a:bodyPr/>
          <a:lstStyle/>
          <a:p>
            <a:endParaRPr lang="en-GB"/>
          </a:p>
        </p:txBody>
      </p:sp>
      <p:sp>
        <p:nvSpPr>
          <p:cNvPr id="3" name="Block Arc 2">
            <a:extLst>
              <a:ext uri="{FF2B5EF4-FFF2-40B4-BE49-F238E27FC236}">
                <a16:creationId xmlns:a16="http://schemas.microsoft.com/office/drawing/2014/main" id="{BF487E3B-E927-A74F-34FC-9BE87A36DFF2}"/>
              </a:ext>
            </a:extLst>
          </p:cNvPr>
          <p:cNvSpPr/>
          <p:nvPr/>
        </p:nvSpPr>
        <p:spPr>
          <a:xfrm rot="2460000">
            <a:off x="5813887" y="1328475"/>
            <a:ext cx="2286000" cy="2286000"/>
          </a:xfrm>
          <a:prstGeom prst="blockArc">
            <a:avLst>
              <a:gd name="adj1" fmla="val 10800000"/>
              <a:gd name="adj2" fmla="val 7027799"/>
              <a:gd name="adj3" fmla="val 9536"/>
            </a:avLst>
          </a:prstGeom>
          <a:solidFill>
            <a:schemeClr val="bg1">
              <a:lumMod val="90000"/>
              <a:lumOff val="10000"/>
            </a:schemeClr>
          </a:solidFill>
          <a:ln>
            <a:noFill/>
          </a:ln>
          <a:effectLst>
            <a:outerShdw blurRad="88900" dist="50800" sx="101000" sy="101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solidFill>
                <a:schemeClr val="tx1"/>
              </a:solidFill>
            </a:endParaRPr>
          </a:p>
        </p:txBody>
      </p:sp>
      <p:sp>
        <p:nvSpPr>
          <p:cNvPr id="4" name="Block Arc 3">
            <a:extLst>
              <a:ext uri="{FF2B5EF4-FFF2-40B4-BE49-F238E27FC236}">
                <a16:creationId xmlns:a16="http://schemas.microsoft.com/office/drawing/2014/main" id="{9D59A8A3-EAE3-FB53-98EF-3BE70DB893D4}"/>
              </a:ext>
            </a:extLst>
          </p:cNvPr>
          <p:cNvSpPr/>
          <p:nvPr/>
        </p:nvSpPr>
        <p:spPr>
          <a:xfrm rot="2269572" flipH="1">
            <a:off x="3438447" y="876078"/>
            <a:ext cx="2286000" cy="2286000"/>
          </a:xfrm>
          <a:prstGeom prst="blockArc">
            <a:avLst>
              <a:gd name="adj1" fmla="val 10800000"/>
              <a:gd name="adj2" fmla="val 7027799"/>
              <a:gd name="adj3" fmla="val 9536"/>
            </a:avLst>
          </a:prstGeom>
          <a:solidFill>
            <a:schemeClr val="bg1">
              <a:lumMod val="75000"/>
              <a:lumOff val="25000"/>
            </a:schemeClr>
          </a:solidFill>
          <a:ln>
            <a:noFill/>
          </a:ln>
          <a:effectLst>
            <a:outerShdw blurRad="88900" dist="50800" sx="101000" sy="101000" algn="tl" rotWithShape="0">
              <a:prstClr val="black">
                <a:alpha val="3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dirty="0">
              <a:solidFill>
                <a:schemeClr val="tx1"/>
              </a:solidFill>
            </a:endParaRPr>
          </a:p>
        </p:txBody>
      </p:sp>
      <p:sp>
        <p:nvSpPr>
          <p:cNvPr id="5" name="Block Arc 4">
            <a:extLst>
              <a:ext uri="{FF2B5EF4-FFF2-40B4-BE49-F238E27FC236}">
                <a16:creationId xmlns:a16="http://schemas.microsoft.com/office/drawing/2014/main" id="{BA55B9DA-E549-C43C-4AB7-FE0DD1D71B11}"/>
              </a:ext>
            </a:extLst>
          </p:cNvPr>
          <p:cNvSpPr/>
          <p:nvPr/>
        </p:nvSpPr>
        <p:spPr>
          <a:xfrm rot="2460000" flipH="1" flipV="1">
            <a:off x="4075312" y="3228919"/>
            <a:ext cx="2286000" cy="2286000"/>
          </a:xfrm>
          <a:prstGeom prst="blockArc">
            <a:avLst>
              <a:gd name="adj1" fmla="val 10800000"/>
              <a:gd name="adj2" fmla="val 7027799"/>
              <a:gd name="adj3" fmla="val 9536"/>
            </a:avLst>
          </a:prstGeom>
          <a:solidFill>
            <a:schemeClr val="bg1">
              <a:lumMod val="90000"/>
              <a:lumOff val="10000"/>
            </a:schemeClr>
          </a:solidFill>
          <a:ln>
            <a:noFill/>
          </a:ln>
          <a:effectLst>
            <a:outerShdw blurRad="88900" dist="50800" sx="101000" sy="101000" algn="tl" rotWithShape="0">
              <a:prstClr val="black">
                <a:alpha val="3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GB" dirty="0">
              <a:solidFill>
                <a:schemeClr val="tx1"/>
              </a:solidFill>
            </a:endParaRPr>
          </a:p>
        </p:txBody>
      </p:sp>
      <p:sp>
        <p:nvSpPr>
          <p:cNvPr id="6" name="Block Arc 5">
            <a:extLst>
              <a:ext uri="{FF2B5EF4-FFF2-40B4-BE49-F238E27FC236}">
                <a16:creationId xmlns:a16="http://schemas.microsoft.com/office/drawing/2014/main" id="{E379708B-60A6-28E3-ED9A-61BFCC64194F}"/>
              </a:ext>
            </a:extLst>
          </p:cNvPr>
          <p:cNvSpPr/>
          <p:nvPr/>
        </p:nvSpPr>
        <p:spPr>
          <a:xfrm rot="17001078" flipH="1" flipV="1">
            <a:off x="6422854" y="3747344"/>
            <a:ext cx="2286000" cy="2286000"/>
          </a:xfrm>
          <a:prstGeom prst="blockArc">
            <a:avLst>
              <a:gd name="adj1" fmla="val 10800000"/>
              <a:gd name="adj2" fmla="val 7027799"/>
              <a:gd name="adj3" fmla="val 9536"/>
            </a:avLst>
          </a:prstGeom>
          <a:solidFill>
            <a:schemeClr val="bg1">
              <a:lumMod val="75000"/>
              <a:lumOff val="25000"/>
            </a:schemeClr>
          </a:solidFill>
          <a:ln>
            <a:noFill/>
          </a:ln>
          <a:effectLst>
            <a:outerShdw blurRad="88900" dist="50800" sx="101000" sy="101000" algn="tl" rotWithShape="0">
              <a:prstClr val="black">
                <a:alpha val="30000"/>
              </a:prstClr>
            </a:outerShdw>
          </a:effectLst>
        </p:spPr>
        <p:style>
          <a:lnRef idx="2">
            <a:schemeClr val="accent5">
              <a:shade val="15000"/>
            </a:schemeClr>
          </a:lnRef>
          <a:fillRef idx="1">
            <a:schemeClr val="accent5"/>
          </a:fillRef>
          <a:effectRef idx="0">
            <a:schemeClr val="accent5"/>
          </a:effectRef>
          <a:fontRef idx="minor">
            <a:schemeClr val="lt1"/>
          </a:fontRef>
        </p:style>
        <p:txBody>
          <a:bodyPr wrap="square" rtlCol="0" anchor="ctr">
            <a:noAutofit/>
          </a:bodyPr>
          <a:lstStyle/>
          <a:p>
            <a:pPr algn="ctr"/>
            <a:endParaRPr lang="en-GB" dirty="0">
              <a:solidFill>
                <a:schemeClr val="tx1"/>
              </a:solidFill>
            </a:endParaRPr>
          </a:p>
        </p:txBody>
      </p:sp>
      <p:pic>
        <p:nvPicPr>
          <p:cNvPr id="7" name="Graphic 6" descr="Internet Of Things outline">
            <a:extLst>
              <a:ext uri="{FF2B5EF4-FFF2-40B4-BE49-F238E27FC236}">
                <a16:creationId xmlns:a16="http://schemas.microsoft.com/office/drawing/2014/main" id="{60414215-9FD1-E056-4551-AA7F11F00E0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408247" y="1922835"/>
            <a:ext cx="1097280" cy="1097280"/>
          </a:xfrm>
          <a:prstGeom prst="rect">
            <a:avLst/>
          </a:prstGeom>
        </p:spPr>
      </p:pic>
      <p:pic>
        <p:nvPicPr>
          <p:cNvPr id="8" name="Graphic 7" descr="Qr Code with solid fill">
            <a:extLst>
              <a:ext uri="{FF2B5EF4-FFF2-40B4-BE49-F238E27FC236}">
                <a16:creationId xmlns:a16="http://schemas.microsoft.com/office/drawing/2014/main" id="{42000160-D02C-7474-1D80-2F5E93EB9B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69672" y="3823279"/>
            <a:ext cx="1097280" cy="1097280"/>
          </a:xfrm>
          <a:prstGeom prst="rect">
            <a:avLst/>
          </a:prstGeom>
        </p:spPr>
      </p:pic>
      <p:pic>
        <p:nvPicPr>
          <p:cNvPr id="9" name="Graphic 8" descr="Document with solid fill">
            <a:extLst>
              <a:ext uri="{FF2B5EF4-FFF2-40B4-BE49-F238E27FC236}">
                <a16:creationId xmlns:a16="http://schemas.microsoft.com/office/drawing/2014/main" id="{63EB4411-8D14-0049-4603-85ACAD2CC6F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7214" y="4341704"/>
            <a:ext cx="1097280" cy="1097280"/>
          </a:xfrm>
          <a:prstGeom prst="rect">
            <a:avLst/>
          </a:prstGeom>
        </p:spPr>
      </p:pic>
      <p:pic>
        <p:nvPicPr>
          <p:cNvPr id="10" name="Graphic 9" descr="Lightning with solid fill">
            <a:extLst>
              <a:ext uri="{FF2B5EF4-FFF2-40B4-BE49-F238E27FC236}">
                <a16:creationId xmlns:a16="http://schemas.microsoft.com/office/drawing/2014/main" id="{F22CC651-6028-FDC5-2377-DFD50515899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032807" y="1470438"/>
            <a:ext cx="1097280" cy="1097280"/>
          </a:xfrm>
          <a:prstGeom prst="rect">
            <a:avLst/>
          </a:prstGeom>
        </p:spPr>
      </p:pic>
      <p:cxnSp>
        <p:nvCxnSpPr>
          <p:cNvPr id="11" name="Straight Arrow Connector 10">
            <a:extLst>
              <a:ext uri="{FF2B5EF4-FFF2-40B4-BE49-F238E27FC236}">
                <a16:creationId xmlns:a16="http://schemas.microsoft.com/office/drawing/2014/main" id="{FF92CA69-1F8A-A19E-9AD8-FEF0264CA7CF}"/>
              </a:ext>
            </a:extLst>
          </p:cNvPr>
          <p:cNvCxnSpPr/>
          <p:nvPr/>
        </p:nvCxnSpPr>
        <p:spPr>
          <a:xfrm>
            <a:off x="7565566" y="1600196"/>
            <a:ext cx="1371600" cy="0"/>
          </a:xfrm>
          <a:prstGeom prst="straightConnector1">
            <a:avLst/>
          </a:prstGeom>
          <a:ln w="28575">
            <a:solidFill>
              <a:schemeClr val="bg1">
                <a:lumMod val="90000"/>
                <a:lumOff val="10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490932E-1CFF-0225-14A1-04D9CA592761}"/>
              </a:ext>
            </a:extLst>
          </p:cNvPr>
          <p:cNvCxnSpPr/>
          <p:nvPr/>
        </p:nvCxnSpPr>
        <p:spPr>
          <a:xfrm>
            <a:off x="8077200" y="3886200"/>
            <a:ext cx="822960" cy="0"/>
          </a:xfrm>
          <a:prstGeom prst="straightConnector1">
            <a:avLst/>
          </a:prstGeom>
          <a:ln w="28575">
            <a:solidFill>
              <a:schemeClr val="bg1">
                <a:lumMod val="75000"/>
                <a:lumOff val="25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C1267C5-D945-BD8A-2A3D-EF899D15ED3A}"/>
              </a:ext>
            </a:extLst>
          </p:cNvPr>
          <p:cNvCxnSpPr/>
          <p:nvPr/>
        </p:nvCxnSpPr>
        <p:spPr>
          <a:xfrm flipH="1">
            <a:off x="3352800" y="1143000"/>
            <a:ext cx="640080" cy="0"/>
          </a:xfrm>
          <a:prstGeom prst="straightConnector1">
            <a:avLst/>
          </a:prstGeom>
          <a:ln w="28575">
            <a:solidFill>
              <a:schemeClr val="bg1">
                <a:lumMod val="75000"/>
                <a:lumOff val="25000"/>
              </a:schemeClr>
            </a:solidFill>
            <a:tailEnd type="oval"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B95DF21-89DD-231B-DB38-496E5926A391}"/>
              </a:ext>
            </a:extLst>
          </p:cNvPr>
          <p:cNvCxnSpPr/>
          <p:nvPr/>
        </p:nvCxnSpPr>
        <p:spPr>
          <a:xfrm flipH="1">
            <a:off x="3352800" y="3733800"/>
            <a:ext cx="1005840" cy="0"/>
          </a:xfrm>
          <a:prstGeom prst="straightConnector1">
            <a:avLst/>
          </a:prstGeom>
          <a:ln w="28575">
            <a:solidFill>
              <a:schemeClr val="bg1">
                <a:lumMod val="90000"/>
                <a:lumOff val="10000"/>
              </a:schemeClr>
            </a:solidFill>
            <a:tailEnd type="oval" w="lg" len="lg"/>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7E84B4E-C711-FC16-1C2E-22904C89FC53}"/>
              </a:ext>
            </a:extLst>
          </p:cNvPr>
          <p:cNvSpPr txBox="1"/>
          <p:nvPr/>
        </p:nvSpPr>
        <p:spPr>
          <a:xfrm>
            <a:off x="9296400" y="1295400"/>
            <a:ext cx="2590800" cy="830997"/>
          </a:xfrm>
          <a:prstGeom prst="rect">
            <a:avLst/>
          </a:prstGeom>
          <a:noFill/>
        </p:spPr>
        <p:txBody>
          <a:bodyPr wrap="square" rtlCol="0">
            <a:spAutoFit/>
          </a:bodyPr>
          <a:lstStyle/>
          <a:p>
            <a:r>
              <a:rPr lang="en-GB" sz="1600" dirty="0">
                <a:latin typeface="CiscoSansTT Heavy" panose="020B0903020201020303" pitchFamily="34" charset="0"/>
                <a:cs typeface="CiscoSansTT Heavy" panose="020B0903020201020303" pitchFamily="34" charset="0"/>
              </a:rPr>
              <a:t>URLS</a:t>
            </a:r>
          </a:p>
          <a:p>
            <a:r>
              <a:rPr lang="en-GB" sz="1400" dirty="0">
                <a:solidFill>
                  <a:schemeClr val="bg1">
                    <a:lumMod val="90000"/>
                    <a:lumOff val="10000"/>
                  </a:schemeClr>
                </a:solidFill>
                <a:latin typeface="+mn-lt"/>
              </a:rPr>
              <a:t>Activity ID, Drive to ID &amp; EID</a:t>
            </a:r>
          </a:p>
          <a:p>
            <a:endParaRPr lang="en-GB" dirty="0">
              <a:latin typeface="+mn-lt"/>
            </a:endParaRPr>
          </a:p>
        </p:txBody>
      </p:sp>
      <p:sp>
        <p:nvSpPr>
          <p:cNvPr id="16" name="TextBox 15">
            <a:extLst>
              <a:ext uri="{FF2B5EF4-FFF2-40B4-BE49-F238E27FC236}">
                <a16:creationId xmlns:a16="http://schemas.microsoft.com/office/drawing/2014/main" id="{AAAA5542-9578-00A5-53B7-A75C16E1245D}"/>
              </a:ext>
            </a:extLst>
          </p:cNvPr>
          <p:cNvSpPr txBox="1"/>
          <p:nvPr/>
        </p:nvSpPr>
        <p:spPr>
          <a:xfrm>
            <a:off x="9296400" y="3733800"/>
            <a:ext cx="2590800" cy="1046440"/>
          </a:xfrm>
          <a:prstGeom prst="rect">
            <a:avLst/>
          </a:prstGeom>
          <a:noFill/>
        </p:spPr>
        <p:txBody>
          <a:bodyPr wrap="square" rtlCol="0">
            <a:spAutoFit/>
          </a:bodyPr>
          <a:lstStyle/>
          <a:p>
            <a:r>
              <a:rPr lang="en-GB" sz="1600" dirty="0">
                <a:latin typeface="CiscoSansTT Heavy" panose="020B0903020201020303" pitchFamily="34" charset="0"/>
                <a:cs typeface="CiscoSansTT Heavy" panose="020B0903020201020303" pitchFamily="34" charset="0"/>
              </a:rPr>
              <a:t>Landing Page</a:t>
            </a:r>
          </a:p>
          <a:p>
            <a:r>
              <a:rPr lang="en-GB" sz="1400" dirty="0">
                <a:solidFill>
                  <a:schemeClr val="bg1">
                    <a:lumMod val="75000"/>
                    <a:lumOff val="25000"/>
                  </a:schemeClr>
                </a:solidFill>
                <a:latin typeface="+mn-lt"/>
              </a:rPr>
              <a:t>Offer ID, Activity ID, Drive To ID, EID</a:t>
            </a:r>
          </a:p>
          <a:p>
            <a:endParaRPr lang="en-GB" dirty="0">
              <a:latin typeface="+mn-lt"/>
            </a:endParaRPr>
          </a:p>
        </p:txBody>
      </p:sp>
      <p:sp>
        <p:nvSpPr>
          <p:cNvPr id="17" name="TextBox 16">
            <a:extLst>
              <a:ext uri="{FF2B5EF4-FFF2-40B4-BE49-F238E27FC236}">
                <a16:creationId xmlns:a16="http://schemas.microsoft.com/office/drawing/2014/main" id="{998BCCE3-E7A8-CDB9-ABAF-6C6997D37A05}"/>
              </a:ext>
            </a:extLst>
          </p:cNvPr>
          <p:cNvSpPr txBox="1"/>
          <p:nvPr/>
        </p:nvSpPr>
        <p:spPr>
          <a:xfrm>
            <a:off x="762000" y="3581400"/>
            <a:ext cx="2590800" cy="830997"/>
          </a:xfrm>
          <a:prstGeom prst="rect">
            <a:avLst/>
          </a:prstGeom>
          <a:noFill/>
        </p:spPr>
        <p:txBody>
          <a:bodyPr wrap="square" rtlCol="0">
            <a:spAutoFit/>
          </a:bodyPr>
          <a:lstStyle/>
          <a:p>
            <a:pPr algn="r"/>
            <a:r>
              <a:rPr lang="en-GB" sz="1600" dirty="0">
                <a:latin typeface="CiscoSansTT Heavy" panose="020B0903020201020303" pitchFamily="34" charset="0"/>
                <a:cs typeface="CiscoSansTT Heavy" panose="020B0903020201020303" pitchFamily="34" charset="0"/>
              </a:rPr>
              <a:t>Page Logic</a:t>
            </a:r>
          </a:p>
          <a:p>
            <a:pPr algn="r"/>
            <a:r>
              <a:rPr lang="en-GB" sz="1400" dirty="0">
                <a:solidFill>
                  <a:schemeClr val="bg1">
                    <a:lumMod val="90000"/>
                    <a:lumOff val="10000"/>
                  </a:schemeClr>
                </a:solidFill>
                <a:latin typeface="+mn-lt"/>
              </a:rPr>
              <a:t>Activity ID</a:t>
            </a:r>
          </a:p>
          <a:p>
            <a:endParaRPr lang="en-GB" dirty="0">
              <a:latin typeface="+mn-lt"/>
            </a:endParaRPr>
          </a:p>
        </p:txBody>
      </p:sp>
      <p:sp>
        <p:nvSpPr>
          <p:cNvPr id="18" name="TextBox 17">
            <a:extLst>
              <a:ext uri="{FF2B5EF4-FFF2-40B4-BE49-F238E27FC236}">
                <a16:creationId xmlns:a16="http://schemas.microsoft.com/office/drawing/2014/main" id="{1B0B0BCE-348B-2D9C-48FD-41C2CFB0FEC0}"/>
              </a:ext>
            </a:extLst>
          </p:cNvPr>
          <p:cNvSpPr txBox="1"/>
          <p:nvPr/>
        </p:nvSpPr>
        <p:spPr>
          <a:xfrm>
            <a:off x="762000" y="990600"/>
            <a:ext cx="2590800" cy="1046440"/>
          </a:xfrm>
          <a:prstGeom prst="rect">
            <a:avLst/>
          </a:prstGeom>
          <a:noFill/>
        </p:spPr>
        <p:txBody>
          <a:bodyPr wrap="square" rtlCol="0">
            <a:spAutoFit/>
          </a:bodyPr>
          <a:lstStyle/>
          <a:p>
            <a:pPr algn="r"/>
            <a:r>
              <a:rPr lang="en-GB" sz="1600" dirty="0">
                <a:latin typeface="CiscoSansTT Heavy" panose="020B0903020201020303" pitchFamily="34" charset="0"/>
                <a:cs typeface="CiscoSansTT Heavy" panose="020B0903020201020303" pitchFamily="34" charset="0"/>
              </a:rPr>
              <a:t>Static Data</a:t>
            </a:r>
          </a:p>
          <a:p>
            <a:pPr algn="r"/>
            <a:r>
              <a:rPr lang="en-GB" sz="1400" dirty="0">
                <a:solidFill>
                  <a:schemeClr val="bg1">
                    <a:lumMod val="10000"/>
                    <a:lumOff val="90000"/>
                  </a:schemeClr>
                </a:solidFill>
                <a:latin typeface="+mn-lt"/>
              </a:rPr>
              <a:t>Activity ID, Drive To ID, Offer ID, EID</a:t>
            </a:r>
          </a:p>
          <a:p>
            <a:pPr algn="r"/>
            <a:endParaRPr lang="en-GB" dirty="0">
              <a:latin typeface="+mn-lt"/>
            </a:endParaRPr>
          </a:p>
        </p:txBody>
      </p:sp>
    </p:spTree>
    <p:extLst>
      <p:ext uri="{BB962C8B-B14F-4D97-AF65-F5344CB8AC3E}">
        <p14:creationId xmlns:p14="http://schemas.microsoft.com/office/powerpoint/2010/main" val="31950815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4D2587A1-4697-C3E9-3D65-BA506078557D}"/>
              </a:ext>
            </a:extLst>
          </p:cNvPr>
          <p:cNvSpPr/>
          <p:nvPr/>
        </p:nvSpPr>
        <p:spPr>
          <a:xfrm rot="16200000" flipV="1">
            <a:off x="5369962" y="-249365"/>
            <a:ext cx="1188721" cy="11928648"/>
          </a:xfrm>
          <a:prstGeom prst="ellipse">
            <a:avLst/>
          </a:prstGeom>
          <a:gradFill flip="none" rotWithShape="1">
            <a:gsLst>
              <a:gs pos="67000">
                <a:schemeClr val="tx1">
                  <a:lumMod val="50000"/>
                </a:schemeClr>
              </a:gs>
              <a:gs pos="100000">
                <a:schemeClr val="tx1">
                  <a:lumMod val="50000"/>
                </a:schemeClr>
              </a:gs>
            </a:gsLst>
            <a:path path="circle">
              <a:fillToRect l="50000" t="50000" r="50000" b="50000"/>
            </a:path>
            <a:tileRect/>
          </a:gradFill>
          <a:ln>
            <a:noFill/>
          </a:ln>
          <a:effectLst>
            <a:softEdge rad="3937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38" name="Group 37">
            <a:extLst>
              <a:ext uri="{FF2B5EF4-FFF2-40B4-BE49-F238E27FC236}">
                <a16:creationId xmlns:a16="http://schemas.microsoft.com/office/drawing/2014/main" id="{8467CC3F-800D-D716-A005-3EF0E1B145C1}"/>
              </a:ext>
            </a:extLst>
          </p:cNvPr>
          <p:cNvGrpSpPr/>
          <p:nvPr/>
        </p:nvGrpSpPr>
        <p:grpSpPr>
          <a:xfrm>
            <a:off x="6424510" y="2326359"/>
            <a:ext cx="2682091" cy="3370304"/>
            <a:chOff x="6843187" y="1844824"/>
            <a:chExt cx="2682091" cy="3370304"/>
          </a:xfrm>
        </p:grpSpPr>
        <p:sp>
          <p:nvSpPr>
            <p:cNvPr id="14" name="Rectangle: Top Corners Rounded 13">
              <a:extLst>
                <a:ext uri="{FF2B5EF4-FFF2-40B4-BE49-F238E27FC236}">
                  <a16:creationId xmlns:a16="http://schemas.microsoft.com/office/drawing/2014/main" id="{8F3A4142-DC45-4940-1972-5D7BB9B81D33}"/>
                </a:ext>
              </a:extLst>
            </p:cNvPr>
            <p:cNvSpPr/>
            <p:nvPr/>
          </p:nvSpPr>
          <p:spPr>
            <a:xfrm>
              <a:off x="6843187" y="1844824"/>
              <a:ext cx="2682091" cy="3370304"/>
            </a:xfrm>
            <a:prstGeom prst="round2SameRect">
              <a:avLst>
                <a:gd name="adj1" fmla="val 9517"/>
                <a:gd name="adj2" fmla="val 0"/>
              </a:avLst>
            </a:prstGeom>
            <a:solidFill>
              <a:schemeClr val="bg1">
                <a:lumMod val="25000"/>
                <a:lumOff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9" name="TextBox 18">
              <a:extLst>
                <a:ext uri="{FF2B5EF4-FFF2-40B4-BE49-F238E27FC236}">
                  <a16:creationId xmlns:a16="http://schemas.microsoft.com/office/drawing/2014/main" id="{43D856DA-FD09-ADB7-C5B5-4C948718306C}"/>
                </a:ext>
              </a:extLst>
            </p:cNvPr>
            <p:cNvSpPr txBox="1"/>
            <p:nvPr/>
          </p:nvSpPr>
          <p:spPr>
            <a:xfrm>
              <a:off x="7422232" y="2025658"/>
              <a:ext cx="1524000" cy="400110"/>
            </a:xfrm>
            <a:prstGeom prst="rect">
              <a:avLst/>
            </a:prstGeom>
            <a:noFill/>
          </p:spPr>
          <p:txBody>
            <a:bodyPr wrap="square" rtlCol="0">
              <a:spAutoFit/>
            </a:bodyPr>
            <a:lstStyle/>
            <a:p>
              <a:pPr algn="ctr"/>
              <a:r>
                <a:rPr lang="en-GB" sz="2000" b="1" dirty="0">
                  <a:solidFill>
                    <a:schemeClr val="bg2"/>
                  </a:solidFill>
                  <a:latin typeface="+mn-lt"/>
                </a:rPr>
                <a:t>Static Data</a:t>
              </a:r>
            </a:p>
          </p:txBody>
        </p:sp>
        <p:sp>
          <p:nvSpPr>
            <p:cNvPr id="30" name="TextBox 29">
              <a:extLst>
                <a:ext uri="{FF2B5EF4-FFF2-40B4-BE49-F238E27FC236}">
                  <a16:creationId xmlns:a16="http://schemas.microsoft.com/office/drawing/2014/main" id="{0FDFCA06-3950-A52D-F9CB-65E0FA62D62C}"/>
                </a:ext>
              </a:extLst>
            </p:cNvPr>
            <p:cNvSpPr txBox="1"/>
            <p:nvPr/>
          </p:nvSpPr>
          <p:spPr>
            <a:xfrm>
              <a:off x="6924092" y="3140968"/>
              <a:ext cx="2520280" cy="2062103"/>
            </a:xfrm>
            <a:prstGeom prst="rect">
              <a:avLst/>
            </a:prstGeom>
            <a:noFill/>
          </p:spPr>
          <p:txBody>
            <a:bodyPr wrap="square" rtlCol="0">
              <a:spAutoFit/>
            </a:bodyPr>
            <a:lstStyle/>
            <a:p>
              <a:pPr algn="ctr"/>
              <a:r>
                <a:rPr lang="en-GB" sz="1600" dirty="0">
                  <a:solidFill>
                    <a:schemeClr val="bg2"/>
                  </a:solidFill>
                  <a:latin typeface="+mn-lt"/>
                </a:rPr>
                <a:t>Marketing initiatives that are being driven that are not using URLs, such as manual uploads or Global events need to align to Global Campaigns and Program by using CTT IDS</a:t>
              </a:r>
            </a:p>
          </p:txBody>
        </p:sp>
        <p:sp>
          <p:nvSpPr>
            <p:cNvPr id="36" name="TextBox 35">
              <a:extLst>
                <a:ext uri="{FF2B5EF4-FFF2-40B4-BE49-F238E27FC236}">
                  <a16:creationId xmlns:a16="http://schemas.microsoft.com/office/drawing/2014/main" id="{4FF3B53B-F10F-ED28-BA23-E3F8EDF336ED}"/>
                </a:ext>
              </a:extLst>
            </p:cNvPr>
            <p:cNvSpPr txBox="1"/>
            <p:nvPr/>
          </p:nvSpPr>
          <p:spPr>
            <a:xfrm>
              <a:off x="6960096" y="2597834"/>
              <a:ext cx="2448272" cy="646331"/>
            </a:xfrm>
            <a:prstGeom prst="rect">
              <a:avLst/>
            </a:prstGeom>
            <a:noFill/>
          </p:spPr>
          <p:txBody>
            <a:bodyPr wrap="square" rtlCol="0">
              <a:spAutoFit/>
            </a:bodyPr>
            <a:lstStyle/>
            <a:p>
              <a:pPr algn="ctr"/>
              <a:r>
                <a:rPr lang="en-GB" b="1" dirty="0">
                  <a:solidFill>
                    <a:schemeClr val="bg2"/>
                  </a:solidFill>
                  <a:latin typeface="+mn-lt"/>
                </a:rPr>
                <a:t>Activity, Drive To, Offer &amp; Event IDs</a:t>
              </a:r>
            </a:p>
          </p:txBody>
        </p:sp>
        <p:sp>
          <p:nvSpPr>
            <p:cNvPr id="40" name="Rectangle 39">
              <a:extLst>
                <a:ext uri="{FF2B5EF4-FFF2-40B4-BE49-F238E27FC236}">
                  <a16:creationId xmlns:a16="http://schemas.microsoft.com/office/drawing/2014/main" id="{69B136D0-F2AD-FB91-DF38-BF9DAE3D2F5E}"/>
                </a:ext>
              </a:extLst>
            </p:cNvPr>
            <p:cNvSpPr/>
            <p:nvPr/>
          </p:nvSpPr>
          <p:spPr>
            <a:xfrm>
              <a:off x="6858352" y="2492896"/>
              <a:ext cx="2651760" cy="72008"/>
            </a:xfrm>
            <a:prstGeom prst="rect">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9" name="Graphic 48" descr="Server with solid fill">
              <a:extLst>
                <a:ext uri="{FF2B5EF4-FFF2-40B4-BE49-F238E27FC236}">
                  <a16:creationId xmlns:a16="http://schemas.microsoft.com/office/drawing/2014/main" id="{69383B0E-A3F5-7C1F-A01A-84F318FB5C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0096" y="1867988"/>
              <a:ext cx="640080" cy="640080"/>
            </a:xfrm>
            <a:prstGeom prst="rect">
              <a:avLst/>
            </a:prstGeom>
          </p:spPr>
        </p:pic>
      </p:grpSp>
      <p:sp>
        <p:nvSpPr>
          <p:cNvPr id="24" name="Rectangle 23">
            <a:extLst>
              <a:ext uri="{FF2B5EF4-FFF2-40B4-BE49-F238E27FC236}">
                <a16:creationId xmlns:a16="http://schemas.microsoft.com/office/drawing/2014/main" id="{C3312D93-832A-2645-0731-CFB149FD2512}"/>
              </a:ext>
            </a:extLst>
          </p:cNvPr>
          <p:cNvSpPr/>
          <p:nvPr/>
        </p:nvSpPr>
        <p:spPr>
          <a:xfrm flipV="1">
            <a:off x="5841505" y="2829663"/>
            <a:ext cx="973014" cy="2743200"/>
          </a:xfrm>
          <a:prstGeom prst="rect">
            <a:avLst/>
          </a:prstGeom>
          <a:gradFill>
            <a:gsLst>
              <a:gs pos="57000">
                <a:schemeClr val="tx1"/>
              </a:gs>
              <a:gs pos="100000">
                <a:schemeClr val="tx1">
                  <a:alpha val="0"/>
                </a:schemeClr>
              </a:gs>
            </a:gsLst>
            <a:lin ang="5400000" scaled="1"/>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33" name="Group 32">
            <a:extLst>
              <a:ext uri="{FF2B5EF4-FFF2-40B4-BE49-F238E27FC236}">
                <a16:creationId xmlns:a16="http://schemas.microsoft.com/office/drawing/2014/main" id="{4A3AABC6-1162-6519-B224-E677CAC75075}"/>
              </a:ext>
            </a:extLst>
          </p:cNvPr>
          <p:cNvGrpSpPr/>
          <p:nvPr/>
        </p:nvGrpSpPr>
        <p:grpSpPr>
          <a:xfrm>
            <a:off x="442783" y="1965500"/>
            <a:ext cx="3239717" cy="3744415"/>
            <a:chOff x="442783" y="1484785"/>
            <a:chExt cx="3239717" cy="3744415"/>
          </a:xfrm>
        </p:grpSpPr>
        <p:sp>
          <p:nvSpPr>
            <p:cNvPr id="43" name="Oval 42">
              <a:extLst>
                <a:ext uri="{FF2B5EF4-FFF2-40B4-BE49-F238E27FC236}">
                  <a16:creationId xmlns:a16="http://schemas.microsoft.com/office/drawing/2014/main" id="{4CC9874E-EE0F-1062-06D5-3B39AE8D5A5E}"/>
                </a:ext>
              </a:extLst>
            </p:cNvPr>
            <p:cNvSpPr/>
            <p:nvPr/>
          </p:nvSpPr>
          <p:spPr>
            <a:xfrm flipH="1" flipV="1">
              <a:off x="442783" y="1700808"/>
              <a:ext cx="1188721" cy="3528392"/>
            </a:xfrm>
            <a:prstGeom prst="ellipse">
              <a:avLst/>
            </a:prstGeom>
            <a:gradFill>
              <a:gsLst>
                <a:gs pos="57000">
                  <a:schemeClr val="tx1"/>
                </a:gs>
                <a:gs pos="100000">
                  <a:schemeClr val="tx1">
                    <a:alpha val="0"/>
                  </a:schemeClr>
                </a:gs>
              </a:gsLst>
              <a:lin ang="5400000" scaled="1"/>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1" name="Rectangle: Top Corners Rounded 10">
              <a:extLst>
                <a:ext uri="{FF2B5EF4-FFF2-40B4-BE49-F238E27FC236}">
                  <a16:creationId xmlns:a16="http://schemas.microsoft.com/office/drawing/2014/main" id="{41834B4B-A5A2-18E3-E56F-BA41446A6974}"/>
                </a:ext>
              </a:extLst>
            </p:cNvPr>
            <p:cNvSpPr/>
            <p:nvPr/>
          </p:nvSpPr>
          <p:spPr>
            <a:xfrm>
              <a:off x="767408" y="1484785"/>
              <a:ext cx="2915092" cy="3730344"/>
            </a:xfrm>
            <a:prstGeom prst="round2SameRect">
              <a:avLst>
                <a:gd name="adj1" fmla="val 9517"/>
                <a:gd name="adj2" fmla="val 0"/>
              </a:avLst>
            </a:prstGeom>
            <a:solidFill>
              <a:schemeClr val="bg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7" name="Rectangle 16">
              <a:extLst>
                <a:ext uri="{FF2B5EF4-FFF2-40B4-BE49-F238E27FC236}">
                  <a16:creationId xmlns:a16="http://schemas.microsoft.com/office/drawing/2014/main" id="{AEAA1A9F-A6F7-2826-1429-A4C97E5492BA}"/>
                </a:ext>
              </a:extLst>
            </p:cNvPr>
            <p:cNvSpPr/>
            <p:nvPr/>
          </p:nvSpPr>
          <p:spPr>
            <a:xfrm>
              <a:off x="899074" y="2348880"/>
              <a:ext cx="2651760" cy="72008"/>
            </a:xfrm>
            <a:prstGeom prst="rect">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TextBox 19">
              <a:extLst>
                <a:ext uri="{FF2B5EF4-FFF2-40B4-BE49-F238E27FC236}">
                  <a16:creationId xmlns:a16="http://schemas.microsoft.com/office/drawing/2014/main" id="{2A13550C-3266-A08B-2021-8F32E76AD04E}"/>
                </a:ext>
              </a:extLst>
            </p:cNvPr>
            <p:cNvSpPr txBox="1"/>
            <p:nvPr/>
          </p:nvSpPr>
          <p:spPr>
            <a:xfrm>
              <a:off x="1141876" y="1809690"/>
              <a:ext cx="2166156" cy="400110"/>
            </a:xfrm>
            <a:prstGeom prst="rect">
              <a:avLst/>
            </a:prstGeom>
            <a:noFill/>
          </p:spPr>
          <p:txBody>
            <a:bodyPr wrap="square" rtlCol="0">
              <a:spAutoFit/>
            </a:bodyPr>
            <a:lstStyle/>
            <a:p>
              <a:pPr algn="ctr"/>
              <a:r>
                <a:rPr lang="en-GB" sz="2000" b="1" dirty="0">
                  <a:solidFill>
                    <a:schemeClr val="bg2"/>
                  </a:solidFill>
                  <a:latin typeface="+mn-lt"/>
                </a:rPr>
                <a:t>Landing Page</a:t>
              </a:r>
            </a:p>
          </p:txBody>
        </p:sp>
        <p:sp>
          <p:nvSpPr>
            <p:cNvPr id="31" name="TextBox 30">
              <a:extLst>
                <a:ext uri="{FF2B5EF4-FFF2-40B4-BE49-F238E27FC236}">
                  <a16:creationId xmlns:a16="http://schemas.microsoft.com/office/drawing/2014/main" id="{99120EEB-C937-CF33-9AA2-033778C54F6B}"/>
                </a:ext>
              </a:extLst>
            </p:cNvPr>
            <p:cNvSpPr txBox="1"/>
            <p:nvPr/>
          </p:nvSpPr>
          <p:spPr>
            <a:xfrm>
              <a:off x="928810" y="3068960"/>
              <a:ext cx="2592288" cy="2062103"/>
            </a:xfrm>
            <a:prstGeom prst="rect">
              <a:avLst/>
            </a:prstGeom>
            <a:noFill/>
          </p:spPr>
          <p:txBody>
            <a:bodyPr wrap="square" rtlCol="0">
              <a:spAutoFit/>
            </a:bodyPr>
            <a:lstStyle/>
            <a:p>
              <a:pPr algn="ctr"/>
              <a:r>
                <a:rPr lang="en-GB" sz="1600" dirty="0">
                  <a:solidFill>
                    <a:schemeClr val="bg2"/>
                  </a:solidFill>
                  <a:latin typeface="+mn-lt"/>
                </a:rPr>
                <a:t>Embedded in the HTML of Gated Offers to capture the specific offer being consumed before a lead is generated and a default activity if the Customer doesn’t accept Cookies</a:t>
              </a:r>
            </a:p>
          </p:txBody>
        </p:sp>
        <p:sp>
          <p:nvSpPr>
            <p:cNvPr id="35" name="TextBox 34">
              <a:extLst>
                <a:ext uri="{FF2B5EF4-FFF2-40B4-BE49-F238E27FC236}">
                  <a16:creationId xmlns:a16="http://schemas.microsoft.com/office/drawing/2014/main" id="{C5C3B77A-60FC-E17C-3678-7E50023361E7}"/>
                </a:ext>
              </a:extLst>
            </p:cNvPr>
            <p:cNvSpPr txBox="1"/>
            <p:nvPr/>
          </p:nvSpPr>
          <p:spPr>
            <a:xfrm>
              <a:off x="820798" y="2565400"/>
              <a:ext cx="2808312" cy="646331"/>
            </a:xfrm>
            <a:prstGeom prst="rect">
              <a:avLst/>
            </a:prstGeom>
            <a:noFill/>
          </p:spPr>
          <p:txBody>
            <a:bodyPr wrap="square" rtlCol="0">
              <a:spAutoFit/>
            </a:bodyPr>
            <a:lstStyle/>
            <a:p>
              <a:pPr algn="ctr"/>
              <a:r>
                <a:rPr lang="en-GB" b="1" dirty="0">
                  <a:solidFill>
                    <a:schemeClr val="bg2"/>
                  </a:solidFill>
                  <a:latin typeface="+mn-lt"/>
                </a:rPr>
                <a:t>Activity, Offer &amp; Event  ID</a:t>
              </a:r>
            </a:p>
          </p:txBody>
        </p:sp>
        <p:pic>
          <p:nvPicPr>
            <p:cNvPr id="47" name="Graphic 46" descr="Document with solid fill">
              <a:extLst>
                <a:ext uri="{FF2B5EF4-FFF2-40B4-BE49-F238E27FC236}">
                  <a16:creationId xmlns:a16="http://schemas.microsoft.com/office/drawing/2014/main" id="{4126A430-AE63-9DBA-433C-AA3031BBB9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7408" y="1556792"/>
              <a:ext cx="640080" cy="640080"/>
            </a:xfrm>
            <a:prstGeom prst="rect">
              <a:avLst/>
            </a:prstGeom>
          </p:spPr>
        </p:pic>
      </p:grpSp>
      <p:sp>
        <p:nvSpPr>
          <p:cNvPr id="23" name="Rectangle 22">
            <a:extLst>
              <a:ext uri="{FF2B5EF4-FFF2-40B4-BE49-F238E27FC236}">
                <a16:creationId xmlns:a16="http://schemas.microsoft.com/office/drawing/2014/main" id="{BEEC9FB8-1705-4648-88F5-E8CABE41B72D}"/>
              </a:ext>
            </a:extLst>
          </p:cNvPr>
          <p:cNvSpPr/>
          <p:nvPr/>
        </p:nvSpPr>
        <p:spPr>
          <a:xfrm flipV="1">
            <a:off x="3341800" y="2702295"/>
            <a:ext cx="1188721" cy="2736304"/>
          </a:xfrm>
          <a:prstGeom prst="rect">
            <a:avLst/>
          </a:prstGeom>
          <a:gradFill>
            <a:gsLst>
              <a:gs pos="57000">
                <a:schemeClr val="tx1"/>
              </a:gs>
              <a:gs pos="100000">
                <a:schemeClr val="tx1">
                  <a:alpha val="0"/>
                </a:schemeClr>
              </a:gs>
            </a:gsLst>
            <a:lin ang="5400000" scaled="1"/>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39" name="Group 38">
            <a:extLst>
              <a:ext uri="{FF2B5EF4-FFF2-40B4-BE49-F238E27FC236}">
                <a16:creationId xmlns:a16="http://schemas.microsoft.com/office/drawing/2014/main" id="{EB6FC207-A1B8-20B5-AF60-4F604358F531}"/>
              </a:ext>
            </a:extLst>
          </p:cNvPr>
          <p:cNvGrpSpPr/>
          <p:nvPr/>
        </p:nvGrpSpPr>
        <p:grpSpPr>
          <a:xfrm>
            <a:off x="3574932" y="1462263"/>
            <a:ext cx="2952328" cy="4234400"/>
            <a:chOff x="3575720" y="980728"/>
            <a:chExt cx="2952328" cy="4234400"/>
          </a:xfrm>
        </p:grpSpPr>
        <p:sp>
          <p:nvSpPr>
            <p:cNvPr id="26" name="Rectangle: Top Corners Rounded 25">
              <a:extLst>
                <a:ext uri="{FF2B5EF4-FFF2-40B4-BE49-F238E27FC236}">
                  <a16:creationId xmlns:a16="http://schemas.microsoft.com/office/drawing/2014/main" id="{CA953D7F-5E8A-458C-7A6C-6DBA04C6A203}"/>
                </a:ext>
              </a:extLst>
            </p:cNvPr>
            <p:cNvSpPr/>
            <p:nvPr/>
          </p:nvSpPr>
          <p:spPr>
            <a:xfrm>
              <a:off x="3679182" y="980728"/>
              <a:ext cx="2745405" cy="4234400"/>
            </a:xfrm>
            <a:prstGeom prst="round2SameRect">
              <a:avLst>
                <a:gd name="adj1" fmla="val 9517"/>
                <a:gd name="adj2" fmla="val 0"/>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8" name="TextBox 27">
              <a:extLst>
                <a:ext uri="{FF2B5EF4-FFF2-40B4-BE49-F238E27FC236}">
                  <a16:creationId xmlns:a16="http://schemas.microsoft.com/office/drawing/2014/main" id="{ECA4FC29-3868-6333-0A0B-E540AD828BE7}"/>
                </a:ext>
              </a:extLst>
            </p:cNvPr>
            <p:cNvSpPr txBox="1"/>
            <p:nvPr/>
          </p:nvSpPr>
          <p:spPr>
            <a:xfrm>
              <a:off x="3985084" y="1196751"/>
              <a:ext cx="2133600" cy="400110"/>
            </a:xfrm>
            <a:prstGeom prst="rect">
              <a:avLst/>
            </a:prstGeom>
            <a:noFill/>
          </p:spPr>
          <p:txBody>
            <a:bodyPr wrap="square" rtlCol="0">
              <a:spAutoFit/>
            </a:bodyPr>
            <a:lstStyle/>
            <a:p>
              <a:pPr algn="ctr"/>
              <a:r>
                <a:rPr lang="en-GB" sz="2000" b="1" dirty="0">
                  <a:solidFill>
                    <a:schemeClr val="bg2"/>
                  </a:solidFill>
                  <a:latin typeface="+mn-lt"/>
                </a:rPr>
                <a:t>URLS</a:t>
              </a:r>
            </a:p>
          </p:txBody>
        </p:sp>
        <p:sp>
          <p:nvSpPr>
            <p:cNvPr id="29" name="TextBox 28">
              <a:extLst>
                <a:ext uri="{FF2B5EF4-FFF2-40B4-BE49-F238E27FC236}">
                  <a16:creationId xmlns:a16="http://schemas.microsoft.com/office/drawing/2014/main" id="{53E90135-6337-F744-A8F2-34831A3A2917}"/>
                </a:ext>
              </a:extLst>
            </p:cNvPr>
            <p:cNvSpPr txBox="1"/>
            <p:nvPr/>
          </p:nvSpPr>
          <p:spPr>
            <a:xfrm>
              <a:off x="3575720" y="2708919"/>
              <a:ext cx="2952328" cy="1846659"/>
            </a:xfrm>
            <a:prstGeom prst="rect">
              <a:avLst/>
            </a:prstGeom>
            <a:noFill/>
          </p:spPr>
          <p:txBody>
            <a:bodyPr wrap="square" rtlCol="0">
              <a:spAutoFit/>
            </a:bodyPr>
            <a:lstStyle/>
            <a:p>
              <a:pPr algn="ctr"/>
              <a:r>
                <a:rPr lang="en-GB" sz="1400" dirty="0">
                  <a:solidFill>
                    <a:schemeClr val="bg2"/>
                  </a:solidFill>
                  <a:latin typeface="+mn-lt"/>
                </a:rPr>
                <a:t>Attached to any URL that is presented to our customers from any external links that </a:t>
              </a:r>
              <a:r>
                <a:rPr lang="en-GB" sz="1600" dirty="0">
                  <a:solidFill>
                    <a:schemeClr val="bg2"/>
                  </a:solidFill>
                  <a:latin typeface="+mn-lt"/>
                </a:rPr>
                <a:t>drives</a:t>
              </a:r>
              <a:r>
                <a:rPr lang="en-GB" sz="1400" dirty="0">
                  <a:solidFill>
                    <a:schemeClr val="bg2"/>
                  </a:solidFill>
                  <a:latin typeface="+mn-lt"/>
                </a:rPr>
                <a:t> the customer to .com should have IDs to capture what activity has driven the customer to us and via what vehicle</a:t>
              </a:r>
            </a:p>
            <a:p>
              <a:pPr algn="ctr"/>
              <a:endParaRPr lang="en-GB" sz="1400" dirty="0">
                <a:solidFill>
                  <a:schemeClr val="bg2"/>
                </a:solidFill>
                <a:latin typeface="+mn-lt"/>
              </a:endParaRPr>
            </a:p>
          </p:txBody>
        </p:sp>
        <p:sp>
          <p:nvSpPr>
            <p:cNvPr id="34" name="TextBox 33">
              <a:extLst>
                <a:ext uri="{FF2B5EF4-FFF2-40B4-BE49-F238E27FC236}">
                  <a16:creationId xmlns:a16="http://schemas.microsoft.com/office/drawing/2014/main" id="{4F67DB7E-D985-7140-3C69-B6430D027D81}"/>
                </a:ext>
              </a:extLst>
            </p:cNvPr>
            <p:cNvSpPr txBox="1"/>
            <p:nvPr/>
          </p:nvSpPr>
          <p:spPr>
            <a:xfrm>
              <a:off x="3751772" y="1886633"/>
              <a:ext cx="2600225" cy="646331"/>
            </a:xfrm>
            <a:prstGeom prst="rect">
              <a:avLst/>
            </a:prstGeom>
            <a:noFill/>
          </p:spPr>
          <p:txBody>
            <a:bodyPr wrap="square" rtlCol="0">
              <a:spAutoFit/>
            </a:bodyPr>
            <a:lstStyle/>
            <a:p>
              <a:pPr algn="ctr"/>
              <a:r>
                <a:rPr lang="en-GB" b="1" dirty="0">
                  <a:solidFill>
                    <a:schemeClr val="bg2"/>
                  </a:solidFill>
                  <a:latin typeface="+mn-lt"/>
                </a:rPr>
                <a:t>Activity, </a:t>
              </a:r>
            </a:p>
            <a:p>
              <a:pPr algn="ctr"/>
              <a:r>
                <a:rPr lang="en-GB" b="1" dirty="0">
                  <a:solidFill>
                    <a:schemeClr val="bg2"/>
                  </a:solidFill>
                  <a:latin typeface="+mn-lt"/>
                </a:rPr>
                <a:t>Drive To ID &amp; Event ID</a:t>
              </a:r>
            </a:p>
          </p:txBody>
        </p:sp>
        <p:sp>
          <p:nvSpPr>
            <p:cNvPr id="27" name="Rectangle 26">
              <a:extLst>
                <a:ext uri="{FF2B5EF4-FFF2-40B4-BE49-F238E27FC236}">
                  <a16:creationId xmlns:a16="http://schemas.microsoft.com/office/drawing/2014/main" id="{71FC5A4C-5654-FEE2-EFDB-5D746AE77FAA}"/>
                </a:ext>
              </a:extLst>
            </p:cNvPr>
            <p:cNvSpPr/>
            <p:nvPr/>
          </p:nvSpPr>
          <p:spPr>
            <a:xfrm>
              <a:off x="4000324" y="1772816"/>
              <a:ext cx="2103120" cy="72008"/>
            </a:xfrm>
            <a:prstGeom prst="rect">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5" name="Graphic 44" descr="Computer with solid fill">
              <a:extLst>
                <a:ext uri="{FF2B5EF4-FFF2-40B4-BE49-F238E27FC236}">
                  <a16:creationId xmlns:a16="http://schemas.microsoft.com/office/drawing/2014/main" id="{F0838A06-7B5F-F20A-AE7D-86B7F2122C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935760" y="1052736"/>
              <a:ext cx="640080" cy="640080"/>
            </a:xfrm>
            <a:prstGeom prst="rect">
              <a:avLst/>
            </a:prstGeom>
          </p:spPr>
        </p:pic>
      </p:grpSp>
      <p:sp>
        <p:nvSpPr>
          <p:cNvPr id="41" name="Oval 40">
            <a:extLst>
              <a:ext uri="{FF2B5EF4-FFF2-40B4-BE49-F238E27FC236}">
                <a16:creationId xmlns:a16="http://schemas.microsoft.com/office/drawing/2014/main" id="{650416A9-79A4-25A6-500B-78038217CF3F}"/>
              </a:ext>
            </a:extLst>
          </p:cNvPr>
          <p:cNvSpPr/>
          <p:nvPr/>
        </p:nvSpPr>
        <p:spPr>
          <a:xfrm flipV="1">
            <a:off x="9192344" y="2168271"/>
            <a:ext cx="1188721" cy="3528392"/>
          </a:xfrm>
          <a:prstGeom prst="ellipse">
            <a:avLst/>
          </a:prstGeom>
          <a:gradFill>
            <a:gsLst>
              <a:gs pos="57000">
                <a:schemeClr val="tx1"/>
              </a:gs>
              <a:gs pos="100000">
                <a:schemeClr val="tx1">
                  <a:alpha val="0"/>
                </a:schemeClr>
              </a:gs>
            </a:gsLst>
            <a:lin ang="5400000" scaled="1"/>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 name="Text Placeholder 1">
            <a:extLst>
              <a:ext uri="{FF2B5EF4-FFF2-40B4-BE49-F238E27FC236}">
                <a16:creationId xmlns:a16="http://schemas.microsoft.com/office/drawing/2014/main" id="{22279C94-2CE5-2A13-050F-C8E32CB7D9A7}"/>
              </a:ext>
            </a:extLst>
          </p:cNvPr>
          <p:cNvSpPr>
            <a:spLocks noGrp="1"/>
          </p:cNvSpPr>
          <p:nvPr>
            <p:ph type="body" sz="quarter" idx="82"/>
          </p:nvPr>
        </p:nvSpPr>
        <p:spPr/>
        <p:txBody>
          <a:bodyPr/>
          <a:lstStyle/>
          <a:p>
            <a:r>
              <a:rPr lang="en-GB" dirty="0"/>
              <a:t>When to use IDs</a:t>
            </a:r>
          </a:p>
        </p:txBody>
      </p:sp>
      <p:sp>
        <p:nvSpPr>
          <p:cNvPr id="13" name="Rectangle 12">
            <a:extLst>
              <a:ext uri="{FF2B5EF4-FFF2-40B4-BE49-F238E27FC236}">
                <a16:creationId xmlns:a16="http://schemas.microsoft.com/office/drawing/2014/main" id="{A62580D1-88B0-CC6D-22A8-01F07E7A5045}"/>
              </a:ext>
            </a:extLst>
          </p:cNvPr>
          <p:cNvSpPr/>
          <p:nvPr/>
        </p:nvSpPr>
        <p:spPr>
          <a:xfrm flipV="1">
            <a:off x="8688288" y="3176383"/>
            <a:ext cx="1188721" cy="2336800"/>
          </a:xfrm>
          <a:prstGeom prst="rect">
            <a:avLst/>
          </a:prstGeom>
          <a:gradFill>
            <a:gsLst>
              <a:gs pos="57000">
                <a:schemeClr val="tx1">
                  <a:lumMod val="50000"/>
                </a:schemeClr>
              </a:gs>
              <a:gs pos="100000">
                <a:schemeClr val="tx1">
                  <a:lumMod val="50000"/>
                </a:schemeClr>
              </a:gs>
            </a:gsLst>
            <a:lin ang="5400000" scaled="1"/>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32" name="Group 31">
            <a:extLst>
              <a:ext uri="{FF2B5EF4-FFF2-40B4-BE49-F238E27FC236}">
                <a16:creationId xmlns:a16="http://schemas.microsoft.com/office/drawing/2014/main" id="{F051EF3D-1FC4-62AE-CE52-64B8E3ECBC9B}"/>
              </a:ext>
            </a:extLst>
          </p:cNvPr>
          <p:cNvGrpSpPr/>
          <p:nvPr/>
        </p:nvGrpSpPr>
        <p:grpSpPr>
          <a:xfrm>
            <a:off x="8976320" y="1762727"/>
            <a:ext cx="2448272" cy="3960440"/>
            <a:chOff x="11352584" y="2060848"/>
            <a:chExt cx="2448272" cy="3960440"/>
          </a:xfrm>
        </p:grpSpPr>
        <p:grpSp>
          <p:nvGrpSpPr>
            <p:cNvPr id="25" name="Group 24">
              <a:extLst>
                <a:ext uri="{FF2B5EF4-FFF2-40B4-BE49-F238E27FC236}">
                  <a16:creationId xmlns:a16="http://schemas.microsoft.com/office/drawing/2014/main" id="{74ECCB51-743E-EADE-9E23-FDF52B4018AC}"/>
                </a:ext>
              </a:extLst>
            </p:cNvPr>
            <p:cNvGrpSpPr/>
            <p:nvPr/>
          </p:nvGrpSpPr>
          <p:grpSpPr>
            <a:xfrm>
              <a:off x="11352584" y="2060848"/>
              <a:ext cx="2448272" cy="3960440"/>
              <a:chOff x="11352584" y="2060848"/>
              <a:chExt cx="2448272" cy="3960440"/>
            </a:xfrm>
          </p:grpSpPr>
          <p:sp>
            <p:nvSpPr>
              <p:cNvPr id="9" name="Rectangle: Top Corners Rounded 8">
                <a:extLst>
                  <a:ext uri="{FF2B5EF4-FFF2-40B4-BE49-F238E27FC236}">
                    <a16:creationId xmlns:a16="http://schemas.microsoft.com/office/drawing/2014/main" id="{A57CE250-5AF8-F8E0-891D-636061695A7F}"/>
                  </a:ext>
                </a:extLst>
              </p:cNvPr>
              <p:cNvSpPr/>
              <p:nvPr/>
            </p:nvSpPr>
            <p:spPr>
              <a:xfrm>
                <a:off x="11424592" y="2060848"/>
                <a:ext cx="2304256" cy="3960440"/>
              </a:xfrm>
              <a:prstGeom prst="round2SameRect">
                <a:avLst>
                  <a:gd name="adj1" fmla="val 9517"/>
                  <a:gd name="adj2" fmla="val 0"/>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0" name="TextBox 9">
                <a:extLst>
                  <a:ext uri="{FF2B5EF4-FFF2-40B4-BE49-F238E27FC236}">
                    <a16:creationId xmlns:a16="http://schemas.microsoft.com/office/drawing/2014/main" id="{C92B7CDA-363B-40B0-36E6-F92F2869C001}"/>
                  </a:ext>
                </a:extLst>
              </p:cNvPr>
              <p:cNvSpPr txBox="1"/>
              <p:nvPr/>
            </p:nvSpPr>
            <p:spPr>
              <a:xfrm>
                <a:off x="11814720" y="2276872"/>
                <a:ext cx="1524000" cy="400110"/>
              </a:xfrm>
              <a:prstGeom prst="rect">
                <a:avLst/>
              </a:prstGeom>
              <a:noFill/>
            </p:spPr>
            <p:txBody>
              <a:bodyPr wrap="square" rtlCol="0">
                <a:spAutoFit/>
              </a:bodyPr>
              <a:lstStyle/>
              <a:p>
                <a:pPr algn="ctr"/>
                <a:r>
                  <a:rPr lang="en-GB" sz="2000" b="1" dirty="0">
                    <a:solidFill>
                      <a:schemeClr val="bg2"/>
                    </a:solidFill>
                    <a:latin typeface="+mn-lt"/>
                  </a:rPr>
                  <a:t>Page Logic</a:t>
                </a:r>
              </a:p>
            </p:txBody>
          </p:sp>
          <p:sp>
            <p:nvSpPr>
              <p:cNvPr id="12" name="Rectangle 11">
                <a:extLst>
                  <a:ext uri="{FF2B5EF4-FFF2-40B4-BE49-F238E27FC236}">
                    <a16:creationId xmlns:a16="http://schemas.microsoft.com/office/drawing/2014/main" id="{5D0042D4-DD61-00C7-77FB-CD6815F3BC56}"/>
                  </a:ext>
                </a:extLst>
              </p:cNvPr>
              <p:cNvSpPr/>
              <p:nvPr/>
            </p:nvSpPr>
            <p:spPr>
              <a:xfrm>
                <a:off x="11570880" y="2780928"/>
                <a:ext cx="2011680" cy="72008"/>
              </a:xfrm>
              <a:prstGeom prst="rect">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TextBox 20">
                <a:extLst>
                  <a:ext uri="{FF2B5EF4-FFF2-40B4-BE49-F238E27FC236}">
                    <a16:creationId xmlns:a16="http://schemas.microsoft.com/office/drawing/2014/main" id="{1B7A9C86-9CE9-BEF0-22EC-69656F760FCB}"/>
                  </a:ext>
                </a:extLst>
              </p:cNvPr>
              <p:cNvSpPr txBox="1"/>
              <p:nvPr/>
            </p:nvSpPr>
            <p:spPr>
              <a:xfrm>
                <a:off x="11352584" y="2852936"/>
                <a:ext cx="2448272" cy="369332"/>
              </a:xfrm>
              <a:prstGeom prst="rect">
                <a:avLst/>
              </a:prstGeom>
              <a:noFill/>
            </p:spPr>
            <p:txBody>
              <a:bodyPr wrap="square" rtlCol="0">
                <a:spAutoFit/>
              </a:bodyPr>
              <a:lstStyle/>
              <a:p>
                <a:pPr algn="ctr"/>
                <a:r>
                  <a:rPr lang="en-GB" b="1" dirty="0">
                    <a:solidFill>
                      <a:schemeClr val="bg2"/>
                    </a:solidFill>
                    <a:latin typeface="+mn-lt"/>
                  </a:rPr>
                  <a:t>Activity ID</a:t>
                </a:r>
              </a:p>
            </p:txBody>
          </p:sp>
          <p:sp>
            <p:nvSpPr>
              <p:cNvPr id="22" name="TextBox 21">
                <a:extLst>
                  <a:ext uri="{FF2B5EF4-FFF2-40B4-BE49-F238E27FC236}">
                    <a16:creationId xmlns:a16="http://schemas.microsoft.com/office/drawing/2014/main" id="{63648C93-E192-E9E2-0BEA-3F4F066A8CCF}"/>
                  </a:ext>
                </a:extLst>
              </p:cNvPr>
              <p:cNvSpPr txBox="1"/>
              <p:nvPr/>
            </p:nvSpPr>
            <p:spPr>
              <a:xfrm>
                <a:off x="11388588" y="3212976"/>
                <a:ext cx="2376264" cy="2554545"/>
              </a:xfrm>
              <a:prstGeom prst="rect">
                <a:avLst/>
              </a:prstGeom>
              <a:noFill/>
            </p:spPr>
            <p:txBody>
              <a:bodyPr wrap="square" rtlCol="0">
                <a:spAutoFit/>
              </a:bodyPr>
              <a:lstStyle/>
              <a:p>
                <a:pPr algn="ctr"/>
                <a:r>
                  <a:rPr lang="en-GB" sz="1600" dirty="0">
                    <a:solidFill>
                      <a:schemeClr val="bg2"/>
                    </a:solidFill>
                    <a:latin typeface="+mn-lt"/>
                  </a:rPr>
                  <a:t>When a customer arrives on .com from a direct or organic search and have not been engaged with a marketing initiative in the last 24 hours a keyword search takes place to align to a default ID</a:t>
                </a:r>
              </a:p>
            </p:txBody>
          </p:sp>
        </p:grpSp>
        <p:pic>
          <p:nvPicPr>
            <p:cNvPr id="18" name="Graphic 17" descr="Left Brain with solid fill">
              <a:extLst>
                <a:ext uri="{FF2B5EF4-FFF2-40B4-BE49-F238E27FC236}">
                  <a16:creationId xmlns:a16="http://schemas.microsoft.com/office/drawing/2014/main" id="{538D260A-A688-541B-97D6-159CDA8FE3E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1560616" y="2268880"/>
              <a:ext cx="368032" cy="368032"/>
            </a:xfrm>
            <a:prstGeom prst="rect">
              <a:avLst/>
            </a:prstGeom>
          </p:spPr>
        </p:pic>
      </p:grpSp>
    </p:spTree>
    <p:extLst>
      <p:ext uri="{BB962C8B-B14F-4D97-AF65-F5344CB8AC3E}">
        <p14:creationId xmlns:p14="http://schemas.microsoft.com/office/powerpoint/2010/main" val="3400069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8021F60-C3BC-4AB3-3CDF-963D4EAB9CC1}"/>
              </a:ext>
            </a:extLst>
          </p:cNvPr>
          <p:cNvSpPr>
            <a:spLocks noGrp="1"/>
          </p:cNvSpPr>
          <p:nvPr>
            <p:ph type="body" sz="quarter" idx="82"/>
          </p:nvPr>
        </p:nvSpPr>
        <p:spPr/>
        <p:txBody>
          <a:bodyPr/>
          <a:lstStyle/>
          <a:p>
            <a:r>
              <a:rPr lang="en-GB" dirty="0"/>
              <a:t>ID Examples</a:t>
            </a:r>
          </a:p>
        </p:txBody>
      </p:sp>
      <p:grpSp>
        <p:nvGrpSpPr>
          <p:cNvPr id="21" name="Group 20">
            <a:extLst>
              <a:ext uri="{FF2B5EF4-FFF2-40B4-BE49-F238E27FC236}">
                <a16:creationId xmlns:a16="http://schemas.microsoft.com/office/drawing/2014/main" id="{B46B68B9-C15C-2BAF-781F-9D463222808E}"/>
              </a:ext>
            </a:extLst>
          </p:cNvPr>
          <p:cNvGrpSpPr/>
          <p:nvPr/>
        </p:nvGrpSpPr>
        <p:grpSpPr>
          <a:xfrm>
            <a:off x="191344" y="1865189"/>
            <a:ext cx="3672408" cy="3657600"/>
            <a:chOff x="4327835" y="980728"/>
            <a:chExt cx="3672408" cy="3657600"/>
          </a:xfrm>
        </p:grpSpPr>
        <p:sp>
          <p:nvSpPr>
            <p:cNvPr id="18" name="Rectangle: Rounded Corners 17">
              <a:extLst>
                <a:ext uri="{FF2B5EF4-FFF2-40B4-BE49-F238E27FC236}">
                  <a16:creationId xmlns:a16="http://schemas.microsoft.com/office/drawing/2014/main" id="{64CF209C-F418-3E40-3B71-47A6C06432F5}"/>
                </a:ext>
              </a:extLst>
            </p:cNvPr>
            <p:cNvSpPr/>
            <p:nvPr/>
          </p:nvSpPr>
          <p:spPr>
            <a:xfrm>
              <a:off x="4399843" y="980728"/>
              <a:ext cx="3528392" cy="3657600"/>
            </a:xfrm>
            <a:prstGeom prst="roundRect">
              <a:avLst>
                <a:gd name="adj" fmla="val 7849"/>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6" name="Group 15">
              <a:extLst>
                <a:ext uri="{FF2B5EF4-FFF2-40B4-BE49-F238E27FC236}">
                  <a16:creationId xmlns:a16="http://schemas.microsoft.com/office/drawing/2014/main" id="{BAD8D2F1-44A8-6F5B-FAD1-77E1E9BD76D7}"/>
                </a:ext>
              </a:extLst>
            </p:cNvPr>
            <p:cNvGrpSpPr/>
            <p:nvPr/>
          </p:nvGrpSpPr>
          <p:grpSpPr>
            <a:xfrm>
              <a:off x="4327835" y="1128302"/>
              <a:ext cx="3672408" cy="3362453"/>
              <a:chOff x="4367808" y="1360369"/>
              <a:chExt cx="3672408" cy="3362453"/>
            </a:xfrm>
          </p:grpSpPr>
          <p:pic>
            <p:nvPicPr>
              <p:cNvPr id="9" name="Picture 8" descr="A screenshot of a computer&#10;&#10;AI-generated content may be incorrect.">
                <a:extLst>
                  <a:ext uri="{FF2B5EF4-FFF2-40B4-BE49-F238E27FC236}">
                    <a16:creationId xmlns:a16="http://schemas.microsoft.com/office/drawing/2014/main" id="{6915D94E-ADFF-7D97-6E6C-3369B8A1BA62}"/>
                  </a:ext>
                </a:extLst>
              </p:cNvPr>
              <p:cNvPicPr>
                <a:picLocks noChangeAspect="1"/>
              </p:cNvPicPr>
              <p:nvPr/>
            </p:nvPicPr>
            <p:blipFill>
              <a:blip r:embed="rId2"/>
              <a:stretch>
                <a:fillRect/>
              </a:stretch>
            </p:blipFill>
            <p:spPr>
              <a:xfrm>
                <a:off x="4655840" y="1360369"/>
                <a:ext cx="3139010" cy="2410062"/>
              </a:xfrm>
              <a:prstGeom prst="rect">
                <a:avLst/>
              </a:prstGeom>
            </p:spPr>
          </p:pic>
          <p:sp>
            <p:nvSpPr>
              <p:cNvPr id="10" name="Rectangle: Rounded Corners 9">
                <a:extLst>
                  <a:ext uri="{FF2B5EF4-FFF2-40B4-BE49-F238E27FC236}">
                    <a16:creationId xmlns:a16="http://schemas.microsoft.com/office/drawing/2014/main" id="{C75733F5-FD44-B9A9-0E6A-8FA5B8D74B87}"/>
                  </a:ext>
                </a:extLst>
              </p:cNvPr>
              <p:cNvSpPr/>
              <p:nvPr/>
            </p:nvSpPr>
            <p:spPr>
              <a:xfrm>
                <a:off x="6088063" y="2852936"/>
                <a:ext cx="1808137" cy="504056"/>
              </a:xfrm>
              <a:prstGeom prst="roundRect">
                <a:avLst/>
              </a:prstGeom>
              <a:noFill/>
              <a:ln w="31750">
                <a:solidFill>
                  <a:schemeClr val="bg1">
                    <a:lumMod val="50000"/>
                    <a:lumOff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243CD55B-6676-4C99-BF09-D5F616ABA115}"/>
                  </a:ext>
                </a:extLst>
              </p:cNvPr>
              <p:cNvSpPr txBox="1"/>
              <p:nvPr/>
            </p:nvSpPr>
            <p:spPr>
              <a:xfrm>
                <a:off x="4367808" y="3861048"/>
                <a:ext cx="3672408" cy="861774"/>
              </a:xfrm>
              <a:prstGeom prst="rect">
                <a:avLst/>
              </a:prstGeom>
              <a:noFill/>
            </p:spPr>
            <p:txBody>
              <a:bodyPr wrap="square" rtlCol="0">
                <a:spAutoFit/>
              </a:bodyPr>
              <a:lstStyle/>
              <a:p>
                <a:r>
                  <a:rPr lang="en-GB" sz="1000" dirty="0">
                    <a:latin typeface="+mn-lt"/>
                  </a:rPr>
                  <a:t>https://web.cvent.com/event/32b75903-85b2-4787-b331-cfe315921abe/summary?team=field_marketing&amp;medium=email&amp;campaign=transform_infrastructure&amp;</a:t>
                </a:r>
                <a:r>
                  <a:rPr lang="en-GB" sz="1000" b="1" dirty="0">
                    <a:solidFill>
                      <a:schemeClr val="tx2"/>
                    </a:solidFill>
                    <a:latin typeface="+mn-lt"/>
                  </a:rPr>
                  <a:t>ccid=cc003016</a:t>
                </a:r>
                <a:r>
                  <a:rPr lang="en-GB" sz="1000" dirty="0">
                    <a:latin typeface="+mn-lt"/>
                  </a:rPr>
                  <a:t>&amp;</a:t>
                </a:r>
                <a:r>
                  <a:rPr lang="en-GB" sz="1000" b="1" dirty="0">
                    <a:solidFill>
                      <a:schemeClr val="tx2"/>
                    </a:solidFill>
                    <a:latin typeface="+mn-lt"/>
                  </a:rPr>
                  <a:t>dtid=oemels001119</a:t>
                </a:r>
                <a:r>
                  <a:rPr lang="en-GB" sz="1000" dirty="0">
                    <a:latin typeface="+mn-lt"/>
                  </a:rPr>
                  <a:t>&amp;</a:t>
                </a:r>
                <a:r>
                  <a:rPr lang="en-GB" sz="1000" b="1" dirty="0">
                    <a:solidFill>
                      <a:schemeClr val="tx2"/>
                    </a:solidFill>
                    <a:latin typeface="+mn-lt"/>
                  </a:rPr>
                  <a:t>eid=174744</a:t>
                </a:r>
              </a:p>
            </p:txBody>
          </p:sp>
        </p:grpSp>
      </p:grpSp>
      <p:grpSp>
        <p:nvGrpSpPr>
          <p:cNvPr id="22" name="Group 21">
            <a:extLst>
              <a:ext uri="{FF2B5EF4-FFF2-40B4-BE49-F238E27FC236}">
                <a16:creationId xmlns:a16="http://schemas.microsoft.com/office/drawing/2014/main" id="{A9AB980D-2551-F313-4E1F-2472D77D7E1D}"/>
              </a:ext>
            </a:extLst>
          </p:cNvPr>
          <p:cNvGrpSpPr/>
          <p:nvPr/>
        </p:nvGrpSpPr>
        <p:grpSpPr>
          <a:xfrm>
            <a:off x="4343128" y="1865189"/>
            <a:ext cx="3564396" cy="3657600"/>
            <a:chOff x="335360" y="909216"/>
            <a:chExt cx="3564396" cy="3657600"/>
          </a:xfrm>
        </p:grpSpPr>
        <p:sp>
          <p:nvSpPr>
            <p:cNvPr id="17" name="Rectangle: Rounded Corners 16">
              <a:extLst>
                <a:ext uri="{FF2B5EF4-FFF2-40B4-BE49-F238E27FC236}">
                  <a16:creationId xmlns:a16="http://schemas.microsoft.com/office/drawing/2014/main" id="{A7212602-A4CB-6FC3-48E2-FD2611933114}"/>
                </a:ext>
              </a:extLst>
            </p:cNvPr>
            <p:cNvSpPr/>
            <p:nvPr/>
          </p:nvSpPr>
          <p:spPr>
            <a:xfrm>
              <a:off x="371364" y="909216"/>
              <a:ext cx="3528392" cy="3657600"/>
            </a:xfrm>
            <a:prstGeom prst="roundRect">
              <a:avLst>
                <a:gd name="adj" fmla="val 7849"/>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7" name="Group 6">
              <a:extLst>
                <a:ext uri="{FF2B5EF4-FFF2-40B4-BE49-F238E27FC236}">
                  <a16:creationId xmlns:a16="http://schemas.microsoft.com/office/drawing/2014/main" id="{09CA82E6-91B5-8CF0-968F-A98F3EC7B80A}"/>
                </a:ext>
              </a:extLst>
            </p:cNvPr>
            <p:cNvGrpSpPr/>
            <p:nvPr/>
          </p:nvGrpSpPr>
          <p:grpSpPr>
            <a:xfrm>
              <a:off x="335360" y="1065466"/>
              <a:ext cx="3528392" cy="3269800"/>
              <a:chOff x="335360" y="1124744"/>
              <a:chExt cx="3528392" cy="3269800"/>
            </a:xfrm>
          </p:grpSpPr>
          <p:pic>
            <p:nvPicPr>
              <p:cNvPr id="4" name="Picture 3">
                <a:extLst>
                  <a:ext uri="{FF2B5EF4-FFF2-40B4-BE49-F238E27FC236}">
                    <a16:creationId xmlns:a16="http://schemas.microsoft.com/office/drawing/2014/main" id="{9C9E94E2-A484-2A81-5D91-0DB17145A177}"/>
                  </a:ext>
                </a:extLst>
              </p:cNvPr>
              <p:cNvPicPr>
                <a:picLocks noChangeAspect="1"/>
              </p:cNvPicPr>
              <p:nvPr/>
            </p:nvPicPr>
            <p:blipFill>
              <a:blip r:embed="rId3"/>
              <a:stretch>
                <a:fillRect/>
              </a:stretch>
            </p:blipFill>
            <p:spPr>
              <a:xfrm>
                <a:off x="864963" y="1124744"/>
                <a:ext cx="2541195" cy="2708920"/>
              </a:xfrm>
              <a:prstGeom prst="rect">
                <a:avLst/>
              </a:prstGeom>
            </p:spPr>
          </p:pic>
          <p:pic>
            <p:nvPicPr>
              <p:cNvPr id="6" name="Picture 5">
                <a:extLst>
                  <a:ext uri="{FF2B5EF4-FFF2-40B4-BE49-F238E27FC236}">
                    <a16:creationId xmlns:a16="http://schemas.microsoft.com/office/drawing/2014/main" id="{1CC986CE-0902-023F-666F-DEF16E4F0A0F}"/>
                  </a:ext>
                </a:extLst>
              </p:cNvPr>
              <p:cNvPicPr>
                <a:picLocks noChangeAspect="1"/>
              </p:cNvPicPr>
              <p:nvPr/>
            </p:nvPicPr>
            <p:blipFill>
              <a:blip r:embed="rId4"/>
              <a:stretch>
                <a:fillRect/>
              </a:stretch>
            </p:blipFill>
            <p:spPr>
              <a:xfrm>
                <a:off x="335360" y="3956578"/>
                <a:ext cx="3528392" cy="437966"/>
              </a:xfrm>
              <a:prstGeom prst="rect">
                <a:avLst/>
              </a:prstGeom>
            </p:spPr>
          </p:pic>
        </p:grpSp>
      </p:grpSp>
      <p:grpSp>
        <p:nvGrpSpPr>
          <p:cNvPr id="20" name="Group 19">
            <a:extLst>
              <a:ext uri="{FF2B5EF4-FFF2-40B4-BE49-F238E27FC236}">
                <a16:creationId xmlns:a16="http://schemas.microsoft.com/office/drawing/2014/main" id="{E823DFB1-B3B9-F542-05D2-48B7DEE588BF}"/>
              </a:ext>
            </a:extLst>
          </p:cNvPr>
          <p:cNvGrpSpPr/>
          <p:nvPr/>
        </p:nvGrpSpPr>
        <p:grpSpPr>
          <a:xfrm>
            <a:off x="8447584" y="1865189"/>
            <a:ext cx="3528392" cy="3657600"/>
            <a:chOff x="8256240" y="980728"/>
            <a:chExt cx="3528392" cy="3657600"/>
          </a:xfrm>
        </p:grpSpPr>
        <p:sp>
          <p:nvSpPr>
            <p:cNvPr id="19" name="Rectangle: Rounded Corners 18">
              <a:extLst>
                <a:ext uri="{FF2B5EF4-FFF2-40B4-BE49-F238E27FC236}">
                  <a16:creationId xmlns:a16="http://schemas.microsoft.com/office/drawing/2014/main" id="{179FDC6C-7D01-9057-6335-47321F4F89B8}"/>
                </a:ext>
              </a:extLst>
            </p:cNvPr>
            <p:cNvSpPr/>
            <p:nvPr/>
          </p:nvSpPr>
          <p:spPr>
            <a:xfrm>
              <a:off x="8256240" y="980728"/>
              <a:ext cx="3528392" cy="3657600"/>
            </a:xfrm>
            <a:prstGeom prst="roundRect">
              <a:avLst>
                <a:gd name="adj" fmla="val 7849"/>
              </a:avLst>
            </a:prstGeom>
            <a:solidFill>
              <a:schemeClr val="bg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5" name="Group 14">
              <a:extLst>
                <a:ext uri="{FF2B5EF4-FFF2-40B4-BE49-F238E27FC236}">
                  <a16:creationId xmlns:a16="http://schemas.microsoft.com/office/drawing/2014/main" id="{9E7E1DED-373E-BD96-8BDF-EF185091DFF1}"/>
                </a:ext>
              </a:extLst>
            </p:cNvPr>
            <p:cNvGrpSpPr/>
            <p:nvPr/>
          </p:nvGrpSpPr>
          <p:grpSpPr>
            <a:xfrm>
              <a:off x="8393360" y="1429665"/>
              <a:ext cx="3254152" cy="2759727"/>
              <a:chOff x="8328248" y="1317617"/>
              <a:chExt cx="3254152" cy="2759727"/>
            </a:xfrm>
          </p:grpSpPr>
          <p:pic>
            <p:nvPicPr>
              <p:cNvPr id="13" name="Picture 12" descr="A screenshot of a computer&#10;&#10;AI-generated content may be incorrect.">
                <a:extLst>
                  <a:ext uri="{FF2B5EF4-FFF2-40B4-BE49-F238E27FC236}">
                    <a16:creationId xmlns:a16="http://schemas.microsoft.com/office/drawing/2014/main" id="{BD1AC48E-90EA-F047-36F6-148F6D0C2B1E}"/>
                  </a:ext>
                </a:extLst>
              </p:cNvPr>
              <p:cNvPicPr>
                <a:picLocks noChangeAspect="1"/>
              </p:cNvPicPr>
              <p:nvPr/>
            </p:nvPicPr>
            <p:blipFill>
              <a:blip r:embed="rId5"/>
              <a:stretch>
                <a:fillRect/>
              </a:stretch>
            </p:blipFill>
            <p:spPr>
              <a:xfrm>
                <a:off x="8328248" y="1317617"/>
                <a:ext cx="3254152" cy="2759727"/>
              </a:xfrm>
              <a:prstGeom prst="rect">
                <a:avLst/>
              </a:prstGeom>
            </p:spPr>
          </p:pic>
          <p:sp>
            <p:nvSpPr>
              <p:cNvPr id="14" name="Rectangle: Rounded Corners 13">
                <a:extLst>
                  <a:ext uri="{FF2B5EF4-FFF2-40B4-BE49-F238E27FC236}">
                    <a16:creationId xmlns:a16="http://schemas.microsoft.com/office/drawing/2014/main" id="{E47ED7E6-27B8-CDBE-AFBE-61F3C510A6E3}"/>
                  </a:ext>
                </a:extLst>
              </p:cNvPr>
              <p:cNvSpPr/>
              <p:nvPr/>
            </p:nvSpPr>
            <p:spPr>
              <a:xfrm>
                <a:off x="9774263" y="2595116"/>
                <a:ext cx="1808137" cy="1049908"/>
              </a:xfrm>
              <a:prstGeom prst="roundRect">
                <a:avLst/>
              </a:prstGeom>
              <a:noFill/>
              <a:ln w="31750">
                <a:solidFill>
                  <a:schemeClr val="bg1">
                    <a:lumMod val="50000"/>
                    <a:lumOff val="5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sp>
        <p:nvSpPr>
          <p:cNvPr id="23" name="TextBox 22">
            <a:extLst>
              <a:ext uri="{FF2B5EF4-FFF2-40B4-BE49-F238E27FC236}">
                <a16:creationId xmlns:a16="http://schemas.microsoft.com/office/drawing/2014/main" id="{B6C2856B-CEF8-4DF2-F1F6-2E34A7BA2E00}"/>
              </a:ext>
            </a:extLst>
          </p:cNvPr>
          <p:cNvSpPr txBox="1"/>
          <p:nvPr/>
        </p:nvSpPr>
        <p:spPr>
          <a:xfrm>
            <a:off x="763440" y="1484784"/>
            <a:ext cx="2376264" cy="400110"/>
          </a:xfrm>
          <a:prstGeom prst="rect">
            <a:avLst/>
          </a:prstGeom>
          <a:noFill/>
        </p:spPr>
        <p:txBody>
          <a:bodyPr wrap="square" rtlCol="0">
            <a:spAutoFit/>
          </a:bodyPr>
          <a:lstStyle/>
          <a:p>
            <a:pPr algn="ctr"/>
            <a:r>
              <a:rPr lang="en-GB" sz="2000" b="1" dirty="0">
                <a:latin typeface="+mn-lt"/>
              </a:rPr>
              <a:t>URL</a:t>
            </a:r>
          </a:p>
        </p:txBody>
      </p:sp>
      <p:sp>
        <p:nvSpPr>
          <p:cNvPr id="24" name="TextBox 23">
            <a:extLst>
              <a:ext uri="{FF2B5EF4-FFF2-40B4-BE49-F238E27FC236}">
                <a16:creationId xmlns:a16="http://schemas.microsoft.com/office/drawing/2014/main" id="{80F2795C-9B63-2396-6ACA-F005A28B5B03}"/>
              </a:ext>
            </a:extLst>
          </p:cNvPr>
          <p:cNvSpPr txBox="1"/>
          <p:nvPr/>
        </p:nvSpPr>
        <p:spPr>
          <a:xfrm>
            <a:off x="5063208" y="1484784"/>
            <a:ext cx="2376264" cy="400110"/>
          </a:xfrm>
          <a:prstGeom prst="rect">
            <a:avLst/>
          </a:prstGeom>
          <a:noFill/>
        </p:spPr>
        <p:txBody>
          <a:bodyPr wrap="square" rtlCol="0">
            <a:spAutoFit/>
          </a:bodyPr>
          <a:lstStyle/>
          <a:p>
            <a:pPr algn="ctr"/>
            <a:r>
              <a:rPr lang="en-GB" sz="2000" b="1" dirty="0">
                <a:latin typeface="+mn-lt"/>
              </a:rPr>
              <a:t>Landing Page</a:t>
            </a:r>
          </a:p>
        </p:txBody>
      </p:sp>
      <p:sp>
        <p:nvSpPr>
          <p:cNvPr id="25" name="TextBox 24">
            <a:extLst>
              <a:ext uri="{FF2B5EF4-FFF2-40B4-BE49-F238E27FC236}">
                <a16:creationId xmlns:a16="http://schemas.microsoft.com/office/drawing/2014/main" id="{28ADB5FD-F52A-3485-B8FB-23DB4C67070E}"/>
              </a:ext>
            </a:extLst>
          </p:cNvPr>
          <p:cNvSpPr txBox="1"/>
          <p:nvPr/>
        </p:nvSpPr>
        <p:spPr>
          <a:xfrm>
            <a:off x="8807624" y="1484784"/>
            <a:ext cx="2376264" cy="400110"/>
          </a:xfrm>
          <a:prstGeom prst="rect">
            <a:avLst/>
          </a:prstGeom>
          <a:noFill/>
        </p:spPr>
        <p:txBody>
          <a:bodyPr wrap="square" rtlCol="0">
            <a:spAutoFit/>
          </a:bodyPr>
          <a:lstStyle/>
          <a:p>
            <a:pPr algn="ctr"/>
            <a:r>
              <a:rPr lang="en-GB" sz="2000" b="1" dirty="0">
                <a:latin typeface="+mn-lt"/>
              </a:rPr>
              <a:t>Static Data</a:t>
            </a:r>
          </a:p>
        </p:txBody>
      </p:sp>
    </p:spTree>
    <p:extLst>
      <p:ext uri="{BB962C8B-B14F-4D97-AF65-F5344CB8AC3E}">
        <p14:creationId xmlns:p14="http://schemas.microsoft.com/office/powerpoint/2010/main" val="9887739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49E4A5E-FC74-3189-227E-721C19D637FA}"/>
              </a:ext>
            </a:extLst>
          </p:cNvPr>
          <p:cNvSpPr/>
          <p:nvPr/>
        </p:nvSpPr>
        <p:spPr>
          <a:xfrm>
            <a:off x="1953768" y="949872"/>
            <a:ext cx="8284464" cy="777240"/>
          </a:xfrm>
          <a:prstGeom prst="rect">
            <a:avLst/>
          </a:prstGeom>
          <a:gradFill flip="none" rotWithShape="1">
            <a:gsLst>
              <a:gs pos="50000">
                <a:schemeClr val="bg2">
                  <a:lumMod val="85000"/>
                </a:schemeClr>
              </a:gs>
              <a:gs pos="0">
                <a:schemeClr val="bg2">
                  <a:lumMod val="75000"/>
                </a:schemeClr>
              </a:gs>
              <a:gs pos="100000">
                <a:schemeClr val="bg2">
                  <a:lumMod val="65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 name="Oval 4">
            <a:extLst>
              <a:ext uri="{FF2B5EF4-FFF2-40B4-BE49-F238E27FC236}">
                <a16:creationId xmlns:a16="http://schemas.microsoft.com/office/drawing/2014/main" id="{D505AB24-8A88-6714-2B00-D6B637B41B83}"/>
              </a:ext>
            </a:extLst>
          </p:cNvPr>
          <p:cNvSpPr/>
          <p:nvPr/>
        </p:nvSpPr>
        <p:spPr>
          <a:xfrm>
            <a:off x="1793748" y="620688"/>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 name="Rectangle 5">
            <a:extLst>
              <a:ext uri="{FF2B5EF4-FFF2-40B4-BE49-F238E27FC236}">
                <a16:creationId xmlns:a16="http://schemas.microsoft.com/office/drawing/2014/main" id="{B3D67D42-5528-E54E-EC42-EE83069E1737}"/>
              </a:ext>
            </a:extLst>
          </p:cNvPr>
          <p:cNvSpPr/>
          <p:nvPr/>
        </p:nvSpPr>
        <p:spPr>
          <a:xfrm>
            <a:off x="1743456" y="661840"/>
            <a:ext cx="210312" cy="1261872"/>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7" name="Oval 6">
            <a:extLst>
              <a:ext uri="{FF2B5EF4-FFF2-40B4-BE49-F238E27FC236}">
                <a16:creationId xmlns:a16="http://schemas.microsoft.com/office/drawing/2014/main" id="{D3E763DD-5138-D4A8-750C-203006E53620}"/>
              </a:ext>
            </a:extLst>
          </p:cNvPr>
          <p:cNvSpPr/>
          <p:nvPr/>
        </p:nvSpPr>
        <p:spPr>
          <a:xfrm>
            <a:off x="10078212" y="620688"/>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8" name="Rectangle 7">
            <a:extLst>
              <a:ext uri="{FF2B5EF4-FFF2-40B4-BE49-F238E27FC236}">
                <a16:creationId xmlns:a16="http://schemas.microsoft.com/office/drawing/2014/main" id="{9A33DE91-CFE1-972C-9805-CE38EEDD2A4D}"/>
              </a:ext>
            </a:extLst>
          </p:cNvPr>
          <p:cNvSpPr/>
          <p:nvPr/>
        </p:nvSpPr>
        <p:spPr>
          <a:xfrm>
            <a:off x="10238232" y="661840"/>
            <a:ext cx="210312" cy="1261872"/>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9" name="Group 8">
            <a:extLst>
              <a:ext uri="{FF2B5EF4-FFF2-40B4-BE49-F238E27FC236}">
                <a16:creationId xmlns:a16="http://schemas.microsoft.com/office/drawing/2014/main" id="{B5E34C0C-113B-050D-1787-BC865145753C}"/>
              </a:ext>
            </a:extLst>
          </p:cNvPr>
          <p:cNvGrpSpPr/>
          <p:nvPr/>
        </p:nvGrpSpPr>
        <p:grpSpPr>
          <a:xfrm>
            <a:off x="8184232" y="636479"/>
            <a:ext cx="1877560" cy="1460969"/>
            <a:chOff x="8184232" y="883359"/>
            <a:chExt cx="1877560" cy="1460969"/>
          </a:xfrm>
        </p:grpSpPr>
        <p:grpSp>
          <p:nvGrpSpPr>
            <p:cNvPr id="10" name="Group 9">
              <a:extLst>
                <a:ext uri="{FF2B5EF4-FFF2-40B4-BE49-F238E27FC236}">
                  <a16:creationId xmlns:a16="http://schemas.microsoft.com/office/drawing/2014/main" id="{63EE7EC9-3476-CA51-FF24-A686F0A007DD}"/>
                </a:ext>
              </a:extLst>
            </p:cNvPr>
            <p:cNvGrpSpPr/>
            <p:nvPr/>
          </p:nvGrpSpPr>
          <p:grpSpPr>
            <a:xfrm>
              <a:off x="8184232" y="883359"/>
              <a:ext cx="1877560" cy="1460969"/>
              <a:chOff x="8259280" y="883359"/>
              <a:chExt cx="1877560" cy="1460969"/>
            </a:xfrm>
          </p:grpSpPr>
          <p:sp>
            <p:nvSpPr>
              <p:cNvPr id="12" name="Oval 11">
                <a:extLst>
                  <a:ext uri="{FF2B5EF4-FFF2-40B4-BE49-F238E27FC236}">
                    <a16:creationId xmlns:a16="http://schemas.microsoft.com/office/drawing/2014/main" id="{506DCD54-A03F-AFCD-86A1-BCB376EF5B6F}"/>
                  </a:ext>
                </a:extLst>
              </p:cNvPr>
              <p:cNvSpPr/>
              <p:nvPr/>
            </p:nvSpPr>
            <p:spPr>
              <a:xfrm>
                <a:off x="9710975" y="908720"/>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3" name="Oval 12">
                <a:extLst>
                  <a:ext uri="{FF2B5EF4-FFF2-40B4-BE49-F238E27FC236}">
                    <a16:creationId xmlns:a16="http://schemas.microsoft.com/office/drawing/2014/main" id="{DF03078D-B48F-F2BF-212D-C394D85774C8}"/>
                  </a:ext>
                </a:extLst>
              </p:cNvPr>
              <p:cNvSpPr/>
              <p:nvPr/>
            </p:nvSpPr>
            <p:spPr>
              <a:xfrm>
                <a:off x="8365105" y="883359"/>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Rectangle 13">
                <a:extLst>
                  <a:ext uri="{FF2B5EF4-FFF2-40B4-BE49-F238E27FC236}">
                    <a16:creationId xmlns:a16="http://schemas.microsoft.com/office/drawing/2014/main" id="{1BADABF6-838A-8822-28CD-976D8093F49E}"/>
                  </a:ext>
                </a:extLst>
              </p:cNvPr>
              <p:cNvSpPr/>
              <p:nvPr/>
            </p:nvSpPr>
            <p:spPr>
              <a:xfrm>
                <a:off x="8490920" y="972328"/>
                <a:ext cx="1417320" cy="1234440"/>
              </a:xfrm>
              <a:prstGeom prst="rect">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5" name="Right Triangle 14">
                <a:extLst>
                  <a:ext uri="{FF2B5EF4-FFF2-40B4-BE49-F238E27FC236}">
                    <a16:creationId xmlns:a16="http://schemas.microsoft.com/office/drawing/2014/main" id="{55E22B75-C044-A716-F9C8-6AA16CE46142}"/>
                  </a:ext>
                </a:extLst>
              </p:cNvPr>
              <p:cNvSpPr/>
              <p:nvPr/>
            </p:nvSpPr>
            <p:spPr>
              <a:xfrm rot="16200000">
                <a:off x="8256240" y="973464"/>
                <a:ext cx="234680" cy="228600"/>
              </a:xfrm>
              <a:prstGeom prst="rtTriangle">
                <a:avLst/>
              </a:prstGeom>
              <a:solidFill>
                <a:schemeClr val="bg1">
                  <a:lumMod val="90000"/>
                  <a:lumOff val="1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6" name="Right Triangle 15">
                <a:extLst>
                  <a:ext uri="{FF2B5EF4-FFF2-40B4-BE49-F238E27FC236}">
                    <a16:creationId xmlns:a16="http://schemas.microsoft.com/office/drawing/2014/main" id="{28F5DF23-B3EB-5755-5E3A-484AAB385F6E}"/>
                  </a:ext>
                </a:extLst>
              </p:cNvPr>
              <p:cNvSpPr/>
              <p:nvPr/>
            </p:nvSpPr>
            <p:spPr>
              <a:xfrm rot="5400000" flipH="1">
                <a:off x="9905200" y="973464"/>
                <a:ext cx="234680" cy="228600"/>
              </a:xfrm>
              <a:prstGeom prst="rtTriangle">
                <a:avLst/>
              </a:prstGeom>
              <a:solidFill>
                <a:schemeClr val="bg1">
                  <a:lumMod val="90000"/>
                  <a:lumOff val="1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7" name="Right Triangle 16">
                <a:extLst>
                  <a:ext uri="{FF2B5EF4-FFF2-40B4-BE49-F238E27FC236}">
                    <a16:creationId xmlns:a16="http://schemas.microsoft.com/office/drawing/2014/main" id="{C131DA2A-DEA8-D048-D56B-80F70AC2803A}"/>
                  </a:ext>
                </a:extLst>
              </p:cNvPr>
              <p:cNvSpPr/>
              <p:nvPr/>
            </p:nvSpPr>
            <p:spPr>
              <a:xfrm rot="16200000" flipH="1" flipV="1">
                <a:off x="9905200" y="1975128"/>
                <a:ext cx="234680" cy="228600"/>
              </a:xfrm>
              <a:prstGeom prst="rtTriangle">
                <a:avLst/>
              </a:prstGeom>
              <a:solidFill>
                <a:schemeClr val="bg1">
                  <a:lumMod val="90000"/>
                  <a:lumOff val="1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Right Triangle 17">
                <a:extLst>
                  <a:ext uri="{FF2B5EF4-FFF2-40B4-BE49-F238E27FC236}">
                    <a16:creationId xmlns:a16="http://schemas.microsoft.com/office/drawing/2014/main" id="{2A10DF81-9B59-ACE8-834F-F0D067D98D28}"/>
                  </a:ext>
                </a:extLst>
              </p:cNvPr>
              <p:cNvSpPr/>
              <p:nvPr/>
            </p:nvSpPr>
            <p:spPr>
              <a:xfrm flipH="1" flipV="1">
                <a:off x="8259280" y="1977792"/>
                <a:ext cx="234680" cy="228600"/>
              </a:xfrm>
              <a:prstGeom prst="rtTriangle">
                <a:avLst/>
              </a:prstGeom>
              <a:solidFill>
                <a:schemeClr val="bg1">
                  <a:lumMod val="90000"/>
                  <a:lumOff val="1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sp>
          <p:nvSpPr>
            <p:cNvPr id="11" name="TextBox 10">
              <a:extLst>
                <a:ext uri="{FF2B5EF4-FFF2-40B4-BE49-F238E27FC236}">
                  <a16:creationId xmlns:a16="http://schemas.microsoft.com/office/drawing/2014/main" id="{9D6DBF69-8DFF-B495-E219-41A3D77D9B46}"/>
                </a:ext>
              </a:extLst>
            </p:cNvPr>
            <p:cNvSpPr txBox="1"/>
            <p:nvPr/>
          </p:nvSpPr>
          <p:spPr>
            <a:xfrm>
              <a:off x="8582952" y="1321456"/>
              <a:ext cx="1080120" cy="584775"/>
            </a:xfrm>
            <a:prstGeom prst="rect">
              <a:avLst/>
            </a:prstGeom>
            <a:noFill/>
          </p:spPr>
          <p:txBody>
            <a:bodyPr wrap="square" rtlCol="0">
              <a:spAutoFit/>
            </a:bodyPr>
            <a:lstStyle/>
            <a:p>
              <a:pPr algn="ctr"/>
              <a:r>
                <a:rPr lang="en-GB" sz="3200" dirty="0">
                  <a:solidFill>
                    <a:schemeClr val="bg2"/>
                  </a:solidFill>
                  <a:latin typeface="+mn-lt"/>
                </a:rPr>
                <a:t>01</a:t>
              </a:r>
            </a:p>
          </p:txBody>
        </p:sp>
      </p:grpSp>
      <p:sp>
        <p:nvSpPr>
          <p:cNvPr id="19" name="TextBox 18">
            <a:extLst>
              <a:ext uri="{FF2B5EF4-FFF2-40B4-BE49-F238E27FC236}">
                <a16:creationId xmlns:a16="http://schemas.microsoft.com/office/drawing/2014/main" id="{5BDA53AC-0550-D22E-2571-3A0E92FEDEDB}"/>
              </a:ext>
            </a:extLst>
          </p:cNvPr>
          <p:cNvSpPr txBox="1"/>
          <p:nvPr/>
        </p:nvSpPr>
        <p:spPr>
          <a:xfrm>
            <a:off x="3852577" y="1016175"/>
            <a:ext cx="4513003" cy="738664"/>
          </a:xfrm>
          <a:prstGeom prst="rect">
            <a:avLst/>
          </a:prstGeom>
          <a:noFill/>
        </p:spPr>
        <p:txBody>
          <a:bodyPr wrap="square" rtlCol="0">
            <a:spAutoFit/>
          </a:bodyPr>
          <a:lstStyle/>
          <a:p>
            <a:pPr algn="r"/>
            <a:r>
              <a:rPr lang="en-GB" sz="1400" dirty="0">
                <a:latin typeface="+mn-lt"/>
              </a:rPr>
              <a:t>Activity &amp; Drive To IDs should </a:t>
            </a:r>
            <a:r>
              <a:rPr lang="en-GB" sz="1400" b="1" dirty="0">
                <a:solidFill>
                  <a:schemeClr val="tx2"/>
                </a:solidFill>
                <a:latin typeface="+mn-lt"/>
              </a:rPr>
              <a:t>ONLY</a:t>
            </a:r>
            <a:r>
              <a:rPr lang="en-GB" sz="1400" dirty="0">
                <a:latin typeface="+mn-lt"/>
              </a:rPr>
              <a:t> be appended to URLS that are driving people onto .com </a:t>
            </a:r>
            <a:r>
              <a:rPr lang="en-GB" sz="1400" dirty="0" err="1">
                <a:latin typeface="+mn-lt"/>
              </a:rPr>
              <a:t>ie</a:t>
            </a:r>
            <a:r>
              <a:rPr lang="en-GB" sz="1400" dirty="0">
                <a:latin typeface="+mn-lt"/>
              </a:rPr>
              <a:t> Email or Social or banner link</a:t>
            </a:r>
            <a:endParaRPr lang="en-GB" dirty="0">
              <a:latin typeface="+mn-lt"/>
            </a:endParaRPr>
          </a:p>
        </p:txBody>
      </p:sp>
      <p:sp>
        <p:nvSpPr>
          <p:cNvPr id="20" name="Rectangle 19">
            <a:extLst>
              <a:ext uri="{FF2B5EF4-FFF2-40B4-BE49-F238E27FC236}">
                <a16:creationId xmlns:a16="http://schemas.microsoft.com/office/drawing/2014/main" id="{6C2D2CCC-CFBC-4075-4F8E-A8059A0D1F09}"/>
              </a:ext>
            </a:extLst>
          </p:cNvPr>
          <p:cNvSpPr/>
          <p:nvPr/>
        </p:nvSpPr>
        <p:spPr>
          <a:xfrm>
            <a:off x="1969352" y="2498640"/>
            <a:ext cx="8284464" cy="777240"/>
          </a:xfrm>
          <a:prstGeom prst="rect">
            <a:avLst/>
          </a:prstGeom>
          <a:gradFill flip="none" rotWithShape="1">
            <a:gsLst>
              <a:gs pos="50000">
                <a:schemeClr val="bg2">
                  <a:lumMod val="85000"/>
                </a:schemeClr>
              </a:gs>
              <a:gs pos="0">
                <a:schemeClr val="bg2">
                  <a:lumMod val="75000"/>
                </a:schemeClr>
              </a:gs>
              <a:gs pos="100000">
                <a:schemeClr val="bg2">
                  <a:lumMod val="65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1" name="Oval 20">
            <a:extLst>
              <a:ext uri="{FF2B5EF4-FFF2-40B4-BE49-F238E27FC236}">
                <a16:creationId xmlns:a16="http://schemas.microsoft.com/office/drawing/2014/main" id="{7635CECC-8EAD-E32C-13F9-B0F115AB3203}"/>
              </a:ext>
            </a:extLst>
          </p:cNvPr>
          <p:cNvSpPr/>
          <p:nvPr/>
        </p:nvSpPr>
        <p:spPr>
          <a:xfrm>
            <a:off x="1809332" y="2169456"/>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2" name="Rectangle 21">
            <a:extLst>
              <a:ext uri="{FF2B5EF4-FFF2-40B4-BE49-F238E27FC236}">
                <a16:creationId xmlns:a16="http://schemas.microsoft.com/office/drawing/2014/main" id="{45BBFB71-7A60-7B27-B6B5-18F5C41307DB}"/>
              </a:ext>
            </a:extLst>
          </p:cNvPr>
          <p:cNvSpPr/>
          <p:nvPr/>
        </p:nvSpPr>
        <p:spPr>
          <a:xfrm>
            <a:off x="1759040" y="2210608"/>
            <a:ext cx="210312" cy="1261872"/>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3" name="Oval 22">
            <a:extLst>
              <a:ext uri="{FF2B5EF4-FFF2-40B4-BE49-F238E27FC236}">
                <a16:creationId xmlns:a16="http://schemas.microsoft.com/office/drawing/2014/main" id="{65159CE0-4507-DFFC-1957-78332846EE67}"/>
              </a:ext>
            </a:extLst>
          </p:cNvPr>
          <p:cNvSpPr/>
          <p:nvPr/>
        </p:nvSpPr>
        <p:spPr>
          <a:xfrm>
            <a:off x="10093796" y="2169456"/>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4" name="Rectangle 23">
            <a:extLst>
              <a:ext uri="{FF2B5EF4-FFF2-40B4-BE49-F238E27FC236}">
                <a16:creationId xmlns:a16="http://schemas.microsoft.com/office/drawing/2014/main" id="{C8735801-44CC-3373-D93A-1635D2E45CB1}"/>
              </a:ext>
            </a:extLst>
          </p:cNvPr>
          <p:cNvSpPr/>
          <p:nvPr/>
        </p:nvSpPr>
        <p:spPr>
          <a:xfrm>
            <a:off x="10253816" y="2210608"/>
            <a:ext cx="210312" cy="1261872"/>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25" name="Group 24">
            <a:extLst>
              <a:ext uri="{FF2B5EF4-FFF2-40B4-BE49-F238E27FC236}">
                <a16:creationId xmlns:a16="http://schemas.microsoft.com/office/drawing/2014/main" id="{67068F9B-64D4-D131-3C00-F4D76361C436}"/>
              </a:ext>
            </a:extLst>
          </p:cNvPr>
          <p:cNvGrpSpPr/>
          <p:nvPr/>
        </p:nvGrpSpPr>
        <p:grpSpPr>
          <a:xfrm>
            <a:off x="2130208" y="2185247"/>
            <a:ext cx="1877560" cy="1460969"/>
            <a:chOff x="8184232" y="883359"/>
            <a:chExt cx="1877560" cy="1460969"/>
          </a:xfrm>
        </p:grpSpPr>
        <p:grpSp>
          <p:nvGrpSpPr>
            <p:cNvPr id="26" name="Group 25">
              <a:extLst>
                <a:ext uri="{FF2B5EF4-FFF2-40B4-BE49-F238E27FC236}">
                  <a16:creationId xmlns:a16="http://schemas.microsoft.com/office/drawing/2014/main" id="{DBC037DC-4B3B-8E46-BF68-51999FDC4187}"/>
                </a:ext>
              </a:extLst>
            </p:cNvPr>
            <p:cNvGrpSpPr/>
            <p:nvPr/>
          </p:nvGrpSpPr>
          <p:grpSpPr>
            <a:xfrm>
              <a:off x="8184232" y="883359"/>
              <a:ext cx="1877560" cy="1460969"/>
              <a:chOff x="8259280" y="883359"/>
              <a:chExt cx="1877560" cy="1460969"/>
            </a:xfrm>
          </p:grpSpPr>
          <p:sp>
            <p:nvSpPr>
              <p:cNvPr id="28" name="Oval 27">
                <a:extLst>
                  <a:ext uri="{FF2B5EF4-FFF2-40B4-BE49-F238E27FC236}">
                    <a16:creationId xmlns:a16="http://schemas.microsoft.com/office/drawing/2014/main" id="{C21823AC-2F26-6230-0767-8BE72DE5C7FC}"/>
                  </a:ext>
                </a:extLst>
              </p:cNvPr>
              <p:cNvSpPr/>
              <p:nvPr/>
            </p:nvSpPr>
            <p:spPr>
              <a:xfrm>
                <a:off x="9710975" y="908720"/>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9" name="Oval 28">
                <a:extLst>
                  <a:ext uri="{FF2B5EF4-FFF2-40B4-BE49-F238E27FC236}">
                    <a16:creationId xmlns:a16="http://schemas.microsoft.com/office/drawing/2014/main" id="{0A5953C0-21DC-414F-97E9-142949829D03}"/>
                  </a:ext>
                </a:extLst>
              </p:cNvPr>
              <p:cNvSpPr/>
              <p:nvPr/>
            </p:nvSpPr>
            <p:spPr>
              <a:xfrm>
                <a:off x="8365105" y="883359"/>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0" name="Rectangle 29">
                <a:extLst>
                  <a:ext uri="{FF2B5EF4-FFF2-40B4-BE49-F238E27FC236}">
                    <a16:creationId xmlns:a16="http://schemas.microsoft.com/office/drawing/2014/main" id="{EFD371DC-24A8-BAE5-68EE-D61834374FFC}"/>
                  </a:ext>
                </a:extLst>
              </p:cNvPr>
              <p:cNvSpPr/>
              <p:nvPr/>
            </p:nvSpPr>
            <p:spPr>
              <a:xfrm>
                <a:off x="8490920" y="972328"/>
                <a:ext cx="1417320" cy="1234440"/>
              </a:xfrm>
              <a:prstGeom prst="rect">
                <a:avLst/>
              </a:prstGeom>
              <a:solidFill>
                <a:schemeClr val="bg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1" name="Right Triangle 30">
                <a:extLst>
                  <a:ext uri="{FF2B5EF4-FFF2-40B4-BE49-F238E27FC236}">
                    <a16:creationId xmlns:a16="http://schemas.microsoft.com/office/drawing/2014/main" id="{CB39DA94-2301-015F-D959-9AAB841C46C5}"/>
                  </a:ext>
                </a:extLst>
              </p:cNvPr>
              <p:cNvSpPr/>
              <p:nvPr/>
            </p:nvSpPr>
            <p:spPr>
              <a:xfrm rot="16200000">
                <a:off x="8256240" y="973464"/>
                <a:ext cx="234680" cy="228600"/>
              </a:xfrm>
              <a:prstGeom prst="rtTriangle">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2" name="Right Triangle 31">
                <a:extLst>
                  <a:ext uri="{FF2B5EF4-FFF2-40B4-BE49-F238E27FC236}">
                    <a16:creationId xmlns:a16="http://schemas.microsoft.com/office/drawing/2014/main" id="{1E685825-913B-52F7-C3D7-F7AA1F36C737}"/>
                  </a:ext>
                </a:extLst>
              </p:cNvPr>
              <p:cNvSpPr/>
              <p:nvPr/>
            </p:nvSpPr>
            <p:spPr>
              <a:xfrm rot="5400000" flipH="1">
                <a:off x="9905200" y="973464"/>
                <a:ext cx="234680" cy="228600"/>
              </a:xfrm>
              <a:prstGeom prst="rtTriangle">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3" name="Right Triangle 32">
                <a:extLst>
                  <a:ext uri="{FF2B5EF4-FFF2-40B4-BE49-F238E27FC236}">
                    <a16:creationId xmlns:a16="http://schemas.microsoft.com/office/drawing/2014/main" id="{378495A4-18D6-676D-7570-A47142B0AB01}"/>
                  </a:ext>
                </a:extLst>
              </p:cNvPr>
              <p:cNvSpPr/>
              <p:nvPr/>
            </p:nvSpPr>
            <p:spPr>
              <a:xfrm rot="16200000" flipH="1" flipV="1">
                <a:off x="9905200" y="1975128"/>
                <a:ext cx="234680" cy="228600"/>
              </a:xfrm>
              <a:prstGeom prst="rtTriangle">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4" name="Right Triangle 33">
                <a:extLst>
                  <a:ext uri="{FF2B5EF4-FFF2-40B4-BE49-F238E27FC236}">
                    <a16:creationId xmlns:a16="http://schemas.microsoft.com/office/drawing/2014/main" id="{78926401-B3B1-1942-7E42-111971BCBBEC}"/>
                  </a:ext>
                </a:extLst>
              </p:cNvPr>
              <p:cNvSpPr/>
              <p:nvPr/>
            </p:nvSpPr>
            <p:spPr>
              <a:xfrm flipH="1" flipV="1">
                <a:off x="8259280" y="1977792"/>
                <a:ext cx="234680" cy="228600"/>
              </a:xfrm>
              <a:prstGeom prst="rtTriangle">
                <a:avLst/>
              </a:prstGeom>
              <a:solidFill>
                <a:schemeClr val="bg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sp>
          <p:nvSpPr>
            <p:cNvPr id="27" name="TextBox 26">
              <a:extLst>
                <a:ext uri="{FF2B5EF4-FFF2-40B4-BE49-F238E27FC236}">
                  <a16:creationId xmlns:a16="http://schemas.microsoft.com/office/drawing/2014/main" id="{87A0F024-AA61-C817-3460-630A1D857748}"/>
                </a:ext>
              </a:extLst>
            </p:cNvPr>
            <p:cNvSpPr txBox="1"/>
            <p:nvPr/>
          </p:nvSpPr>
          <p:spPr>
            <a:xfrm>
              <a:off x="8582952" y="1321456"/>
              <a:ext cx="1080120" cy="584775"/>
            </a:xfrm>
            <a:prstGeom prst="rect">
              <a:avLst/>
            </a:prstGeom>
            <a:noFill/>
          </p:spPr>
          <p:txBody>
            <a:bodyPr wrap="square" rtlCol="0">
              <a:spAutoFit/>
            </a:bodyPr>
            <a:lstStyle/>
            <a:p>
              <a:pPr algn="ctr"/>
              <a:r>
                <a:rPr lang="en-GB" sz="3200" dirty="0">
                  <a:solidFill>
                    <a:schemeClr val="bg2"/>
                  </a:solidFill>
                  <a:latin typeface="+mn-lt"/>
                </a:rPr>
                <a:t>02</a:t>
              </a:r>
            </a:p>
          </p:txBody>
        </p:sp>
      </p:grpSp>
      <p:sp>
        <p:nvSpPr>
          <p:cNvPr id="35" name="TextBox 34">
            <a:extLst>
              <a:ext uri="{FF2B5EF4-FFF2-40B4-BE49-F238E27FC236}">
                <a16:creationId xmlns:a16="http://schemas.microsoft.com/office/drawing/2014/main" id="{24856CD9-272A-3E2F-7DF6-55C5055E242F}"/>
              </a:ext>
            </a:extLst>
          </p:cNvPr>
          <p:cNvSpPr txBox="1"/>
          <p:nvPr/>
        </p:nvSpPr>
        <p:spPr>
          <a:xfrm>
            <a:off x="3837149" y="2636700"/>
            <a:ext cx="4248472" cy="523220"/>
          </a:xfrm>
          <a:prstGeom prst="rect">
            <a:avLst/>
          </a:prstGeom>
          <a:noFill/>
        </p:spPr>
        <p:txBody>
          <a:bodyPr wrap="square" rtlCol="0">
            <a:spAutoFit/>
          </a:bodyPr>
          <a:lstStyle/>
          <a:p>
            <a:r>
              <a:rPr lang="en-GB" sz="1400" dirty="0">
                <a:latin typeface="+mn-lt"/>
              </a:rPr>
              <a:t>Offer IDs should </a:t>
            </a:r>
            <a:r>
              <a:rPr lang="en-GB" sz="1400" b="1" dirty="0">
                <a:solidFill>
                  <a:schemeClr val="tx2"/>
                </a:solidFill>
                <a:latin typeface="+mn-lt"/>
              </a:rPr>
              <a:t>ONLY</a:t>
            </a:r>
            <a:r>
              <a:rPr lang="en-GB" sz="1400" dirty="0">
                <a:latin typeface="+mn-lt"/>
              </a:rPr>
              <a:t> be added to the HTML of a landing page on a gated offer</a:t>
            </a:r>
            <a:endParaRPr lang="en-GB" dirty="0">
              <a:latin typeface="+mn-lt"/>
            </a:endParaRPr>
          </a:p>
        </p:txBody>
      </p:sp>
      <p:sp>
        <p:nvSpPr>
          <p:cNvPr id="36" name="Rectangle 35">
            <a:extLst>
              <a:ext uri="{FF2B5EF4-FFF2-40B4-BE49-F238E27FC236}">
                <a16:creationId xmlns:a16="http://schemas.microsoft.com/office/drawing/2014/main" id="{7C40764E-7088-A517-C7D3-376D69AB6619}"/>
              </a:ext>
            </a:extLst>
          </p:cNvPr>
          <p:cNvSpPr/>
          <p:nvPr/>
        </p:nvSpPr>
        <p:spPr>
          <a:xfrm>
            <a:off x="1969196" y="4010808"/>
            <a:ext cx="8284464" cy="777240"/>
          </a:xfrm>
          <a:prstGeom prst="rect">
            <a:avLst/>
          </a:prstGeom>
          <a:gradFill flip="none" rotWithShape="1">
            <a:gsLst>
              <a:gs pos="50000">
                <a:schemeClr val="bg2">
                  <a:lumMod val="85000"/>
                </a:schemeClr>
              </a:gs>
              <a:gs pos="0">
                <a:schemeClr val="bg2">
                  <a:lumMod val="75000"/>
                </a:schemeClr>
              </a:gs>
              <a:gs pos="100000">
                <a:schemeClr val="bg2">
                  <a:lumMod val="65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7" name="Oval 36">
            <a:extLst>
              <a:ext uri="{FF2B5EF4-FFF2-40B4-BE49-F238E27FC236}">
                <a16:creationId xmlns:a16="http://schemas.microsoft.com/office/drawing/2014/main" id="{92FCDE7D-1C68-A46B-8118-C8B3A82A207C}"/>
              </a:ext>
            </a:extLst>
          </p:cNvPr>
          <p:cNvSpPr/>
          <p:nvPr/>
        </p:nvSpPr>
        <p:spPr>
          <a:xfrm>
            <a:off x="1809176" y="3681624"/>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8" name="Rectangle 37">
            <a:extLst>
              <a:ext uri="{FF2B5EF4-FFF2-40B4-BE49-F238E27FC236}">
                <a16:creationId xmlns:a16="http://schemas.microsoft.com/office/drawing/2014/main" id="{955D6212-7BF3-BDFC-D19C-E92B238CF570}"/>
              </a:ext>
            </a:extLst>
          </p:cNvPr>
          <p:cNvSpPr/>
          <p:nvPr/>
        </p:nvSpPr>
        <p:spPr>
          <a:xfrm>
            <a:off x="1758884" y="3722776"/>
            <a:ext cx="210312" cy="1261872"/>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9" name="Oval 38">
            <a:extLst>
              <a:ext uri="{FF2B5EF4-FFF2-40B4-BE49-F238E27FC236}">
                <a16:creationId xmlns:a16="http://schemas.microsoft.com/office/drawing/2014/main" id="{12731786-4E37-E400-C084-6C4C44BC6E4A}"/>
              </a:ext>
            </a:extLst>
          </p:cNvPr>
          <p:cNvSpPr/>
          <p:nvPr/>
        </p:nvSpPr>
        <p:spPr>
          <a:xfrm>
            <a:off x="10093640" y="3681624"/>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0" name="Rectangle 39">
            <a:extLst>
              <a:ext uri="{FF2B5EF4-FFF2-40B4-BE49-F238E27FC236}">
                <a16:creationId xmlns:a16="http://schemas.microsoft.com/office/drawing/2014/main" id="{F5B35113-C4B4-DE70-6DEA-6568D66CB7BA}"/>
              </a:ext>
            </a:extLst>
          </p:cNvPr>
          <p:cNvSpPr/>
          <p:nvPr/>
        </p:nvSpPr>
        <p:spPr>
          <a:xfrm>
            <a:off x="10253660" y="3722776"/>
            <a:ext cx="210312" cy="1261872"/>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41" name="Group 40">
            <a:extLst>
              <a:ext uri="{FF2B5EF4-FFF2-40B4-BE49-F238E27FC236}">
                <a16:creationId xmlns:a16="http://schemas.microsoft.com/office/drawing/2014/main" id="{7F94E94C-2E49-4DB2-F907-AE2A2A563785}"/>
              </a:ext>
            </a:extLst>
          </p:cNvPr>
          <p:cNvGrpSpPr/>
          <p:nvPr/>
        </p:nvGrpSpPr>
        <p:grpSpPr>
          <a:xfrm>
            <a:off x="8199660" y="3697415"/>
            <a:ext cx="1877560" cy="1460969"/>
            <a:chOff x="8184232" y="883359"/>
            <a:chExt cx="1877560" cy="1460969"/>
          </a:xfrm>
        </p:grpSpPr>
        <p:grpSp>
          <p:nvGrpSpPr>
            <p:cNvPr id="42" name="Group 41">
              <a:extLst>
                <a:ext uri="{FF2B5EF4-FFF2-40B4-BE49-F238E27FC236}">
                  <a16:creationId xmlns:a16="http://schemas.microsoft.com/office/drawing/2014/main" id="{40CC1C44-D518-8A35-CFF3-68C390E4C4A5}"/>
                </a:ext>
              </a:extLst>
            </p:cNvPr>
            <p:cNvGrpSpPr/>
            <p:nvPr/>
          </p:nvGrpSpPr>
          <p:grpSpPr>
            <a:xfrm>
              <a:off x="8184232" y="883359"/>
              <a:ext cx="1877560" cy="1460969"/>
              <a:chOff x="8259280" y="883359"/>
              <a:chExt cx="1877560" cy="1460969"/>
            </a:xfrm>
          </p:grpSpPr>
          <p:sp>
            <p:nvSpPr>
              <p:cNvPr id="44" name="Oval 43">
                <a:extLst>
                  <a:ext uri="{FF2B5EF4-FFF2-40B4-BE49-F238E27FC236}">
                    <a16:creationId xmlns:a16="http://schemas.microsoft.com/office/drawing/2014/main" id="{791E2B92-137E-86BD-E2C8-9622257CEEEA}"/>
                  </a:ext>
                </a:extLst>
              </p:cNvPr>
              <p:cNvSpPr/>
              <p:nvPr/>
            </p:nvSpPr>
            <p:spPr>
              <a:xfrm>
                <a:off x="9710975" y="908720"/>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5" name="Oval 44">
                <a:extLst>
                  <a:ext uri="{FF2B5EF4-FFF2-40B4-BE49-F238E27FC236}">
                    <a16:creationId xmlns:a16="http://schemas.microsoft.com/office/drawing/2014/main" id="{65739B02-1AC5-FA1E-87A6-F4656ABC2A66}"/>
                  </a:ext>
                </a:extLst>
              </p:cNvPr>
              <p:cNvSpPr/>
              <p:nvPr/>
            </p:nvSpPr>
            <p:spPr>
              <a:xfrm>
                <a:off x="8365105" y="883359"/>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6" name="Rectangle 45">
                <a:extLst>
                  <a:ext uri="{FF2B5EF4-FFF2-40B4-BE49-F238E27FC236}">
                    <a16:creationId xmlns:a16="http://schemas.microsoft.com/office/drawing/2014/main" id="{CFB26FFB-02D0-8C3F-A5E2-0E46D13C592E}"/>
                  </a:ext>
                </a:extLst>
              </p:cNvPr>
              <p:cNvSpPr/>
              <p:nvPr/>
            </p:nvSpPr>
            <p:spPr>
              <a:xfrm>
                <a:off x="8490920" y="972328"/>
                <a:ext cx="1417320" cy="1234440"/>
              </a:xfrm>
              <a:prstGeom prst="rect">
                <a:avLst/>
              </a:prstGeom>
              <a:solidFill>
                <a:schemeClr val="accent3">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7" name="Right Triangle 46">
                <a:extLst>
                  <a:ext uri="{FF2B5EF4-FFF2-40B4-BE49-F238E27FC236}">
                    <a16:creationId xmlns:a16="http://schemas.microsoft.com/office/drawing/2014/main" id="{0D6600B5-6848-8D6A-643E-448900B91ADA}"/>
                  </a:ext>
                </a:extLst>
              </p:cNvPr>
              <p:cNvSpPr/>
              <p:nvPr/>
            </p:nvSpPr>
            <p:spPr>
              <a:xfrm rot="16200000">
                <a:off x="8256240" y="973464"/>
                <a:ext cx="234680" cy="228600"/>
              </a:xfrm>
              <a:prstGeom prst="rtTriangle">
                <a:avLst/>
              </a:prstGeom>
              <a:solidFill>
                <a:schemeClr val="accent3">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8" name="Right Triangle 47">
                <a:extLst>
                  <a:ext uri="{FF2B5EF4-FFF2-40B4-BE49-F238E27FC236}">
                    <a16:creationId xmlns:a16="http://schemas.microsoft.com/office/drawing/2014/main" id="{C6D998D5-A9D7-E024-137E-BE828AEF96D0}"/>
                  </a:ext>
                </a:extLst>
              </p:cNvPr>
              <p:cNvSpPr/>
              <p:nvPr/>
            </p:nvSpPr>
            <p:spPr>
              <a:xfrm rot="5400000" flipH="1">
                <a:off x="9905200" y="973464"/>
                <a:ext cx="234680" cy="228600"/>
              </a:xfrm>
              <a:prstGeom prst="rtTriangle">
                <a:avLst/>
              </a:prstGeom>
              <a:solidFill>
                <a:schemeClr val="accent3">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49" name="Right Triangle 48">
                <a:extLst>
                  <a:ext uri="{FF2B5EF4-FFF2-40B4-BE49-F238E27FC236}">
                    <a16:creationId xmlns:a16="http://schemas.microsoft.com/office/drawing/2014/main" id="{CD65109E-4A07-613A-7B3A-688CB3225372}"/>
                  </a:ext>
                </a:extLst>
              </p:cNvPr>
              <p:cNvSpPr/>
              <p:nvPr/>
            </p:nvSpPr>
            <p:spPr>
              <a:xfrm rot="16200000" flipH="1" flipV="1">
                <a:off x="9905200" y="1975128"/>
                <a:ext cx="234680" cy="228600"/>
              </a:xfrm>
              <a:prstGeom prst="rtTriangle">
                <a:avLst/>
              </a:prstGeom>
              <a:solidFill>
                <a:schemeClr val="accent3">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0" name="Right Triangle 49">
                <a:extLst>
                  <a:ext uri="{FF2B5EF4-FFF2-40B4-BE49-F238E27FC236}">
                    <a16:creationId xmlns:a16="http://schemas.microsoft.com/office/drawing/2014/main" id="{162E2078-0946-8968-7CC7-F90803F22FF3}"/>
                  </a:ext>
                </a:extLst>
              </p:cNvPr>
              <p:cNvSpPr/>
              <p:nvPr/>
            </p:nvSpPr>
            <p:spPr>
              <a:xfrm flipH="1" flipV="1">
                <a:off x="8259280" y="1977792"/>
                <a:ext cx="234680" cy="228600"/>
              </a:xfrm>
              <a:prstGeom prst="rtTriangle">
                <a:avLst/>
              </a:prstGeom>
              <a:solidFill>
                <a:schemeClr val="accent3">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sp>
          <p:nvSpPr>
            <p:cNvPr id="43" name="TextBox 42">
              <a:extLst>
                <a:ext uri="{FF2B5EF4-FFF2-40B4-BE49-F238E27FC236}">
                  <a16:creationId xmlns:a16="http://schemas.microsoft.com/office/drawing/2014/main" id="{45B432C8-D9A9-3307-CBAA-7FAA8507A7DF}"/>
                </a:ext>
              </a:extLst>
            </p:cNvPr>
            <p:cNvSpPr txBox="1"/>
            <p:nvPr/>
          </p:nvSpPr>
          <p:spPr>
            <a:xfrm>
              <a:off x="8582952" y="1321456"/>
              <a:ext cx="1080120" cy="584775"/>
            </a:xfrm>
            <a:prstGeom prst="rect">
              <a:avLst/>
            </a:prstGeom>
            <a:noFill/>
          </p:spPr>
          <p:txBody>
            <a:bodyPr wrap="square" rtlCol="0">
              <a:spAutoFit/>
            </a:bodyPr>
            <a:lstStyle/>
            <a:p>
              <a:pPr algn="ctr"/>
              <a:r>
                <a:rPr lang="en-GB" sz="3200" dirty="0">
                  <a:solidFill>
                    <a:schemeClr val="bg2"/>
                  </a:solidFill>
                  <a:latin typeface="+mn-lt"/>
                </a:rPr>
                <a:t>03</a:t>
              </a:r>
            </a:p>
          </p:txBody>
        </p:sp>
      </p:grpSp>
      <p:sp>
        <p:nvSpPr>
          <p:cNvPr id="51" name="TextBox 50">
            <a:extLst>
              <a:ext uri="{FF2B5EF4-FFF2-40B4-BE49-F238E27FC236}">
                <a16:creationId xmlns:a16="http://schemas.microsoft.com/office/drawing/2014/main" id="{812CA867-3342-A01A-7AFD-6135A157932B}"/>
              </a:ext>
            </a:extLst>
          </p:cNvPr>
          <p:cNvSpPr txBox="1"/>
          <p:nvPr/>
        </p:nvSpPr>
        <p:spPr>
          <a:xfrm>
            <a:off x="3836993" y="4148868"/>
            <a:ext cx="4248472" cy="523220"/>
          </a:xfrm>
          <a:prstGeom prst="rect">
            <a:avLst/>
          </a:prstGeom>
          <a:noFill/>
        </p:spPr>
        <p:txBody>
          <a:bodyPr wrap="square" rtlCol="0">
            <a:spAutoFit/>
          </a:bodyPr>
          <a:lstStyle/>
          <a:p>
            <a:pPr algn="r"/>
            <a:r>
              <a:rPr lang="en-GB" sz="1400" dirty="0">
                <a:latin typeface="+mn-lt"/>
              </a:rPr>
              <a:t>IDS should </a:t>
            </a:r>
            <a:r>
              <a:rPr lang="en-GB" sz="1400" b="1" dirty="0">
                <a:solidFill>
                  <a:schemeClr val="tx2"/>
                </a:solidFill>
                <a:latin typeface="+mn-lt"/>
              </a:rPr>
              <a:t>NEVER</a:t>
            </a:r>
            <a:r>
              <a:rPr lang="en-GB" sz="1400" dirty="0">
                <a:latin typeface="+mn-lt"/>
              </a:rPr>
              <a:t> be added to Internal page URLS or Call to Actions on Cisco.com </a:t>
            </a:r>
            <a:endParaRPr lang="en-GB" dirty="0">
              <a:latin typeface="+mn-lt"/>
            </a:endParaRPr>
          </a:p>
        </p:txBody>
      </p:sp>
      <p:sp>
        <p:nvSpPr>
          <p:cNvPr id="52" name="Rectangle 51">
            <a:extLst>
              <a:ext uri="{FF2B5EF4-FFF2-40B4-BE49-F238E27FC236}">
                <a16:creationId xmlns:a16="http://schemas.microsoft.com/office/drawing/2014/main" id="{665A2C45-4ACE-D2BD-C77D-AA77BB1A3776}"/>
              </a:ext>
            </a:extLst>
          </p:cNvPr>
          <p:cNvSpPr/>
          <p:nvPr/>
        </p:nvSpPr>
        <p:spPr>
          <a:xfrm>
            <a:off x="1984780" y="5558384"/>
            <a:ext cx="8284464" cy="777240"/>
          </a:xfrm>
          <a:prstGeom prst="rect">
            <a:avLst/>
          </a:prstGeom>
          <a:gradFill flip="none" rotWithShape="1">
            <a:gsLst>
              <a:gs pos="50000">
                <a:schemeClr val="bg2">
                  <a:lumMod val="85000"/>
                </a:schemeClr>
              </a:gs>
              <a:gs pos="0">
                <a:schemeClr val="bg2">
                  <a:lumMod val="75000"/>
                </a:schemeClr>
              </a:gs>
              <a:gs pos="100000">
                <a:schemeClr val="bg2">
                  <a:lumMod val="65000"/>
                </a:schemeClr>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3" name="Oval 52">
            <a:extLst>
              <a:ext uri="{FF2B5EF4-FFF2-40B4-BE49-F238E27FC236}">
                <a16:creationId xmlns:a16="http://schemas.microsoft.com/office/drawing/2014/main" id="{A39B7246-AF01-8BA1-F069-79617B875938}"/>
              </a:ext>
            </a:extLst>
          </p:cNvPr>
          <p:cNvSpPr/>
          <p:nvPr/>
        </p:nvSpPr>
        <p:spPr>
          <a:xfrm>
            <a:off x="1824760" y="5229200"/>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4" name="Rectangle 53">
            <a:extLst>
              <a:ext uri="{FF2B5EF4-FFF2-40B4-BE49-F238E27FC236}">
                <a16:creationId xmlns:a16="http://schemas.microsoft.com/office/drawing/2014/main" id="{3C048117-53E4-53F5-BF41-A1BC77C0613C}"/>
              </a:ext>
            </a:extLst>
          </p:cNvPr>
          <p:cNvSpPr/>
          <p:nvPr/>
        </p:nvSpPr>
        <p:spPr>
          <a:xfrm>
            <a:off x="1774468" y="5270352"/>
            <a:ext cx="210312" cy="1261872"/>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5" name="Oval 54">
            <a:extLst>
              <a:ext uri="{FF2B5EF4-FFF2-40B4-BE49-F238E27FC236}">
                <a16:creationId xmlns:a16="http://schemas.microsoft.com/office/drawing/2014/main" id="{7E3B1286-058A-9CD6-20F0-11CE1F867B72}"/>
              </a:ext>
            </a:extLst>
          </p:cNvPr>
          <p:cNvSpPr/>
          <p:nvPr/>
        </p:nvSpPr>
        <p:spPr>
          <a:xfrm>
            <a:off x="10109224" y="5229200"/>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6" name="Rectangle 55">
            <a:extLst>
              <a:ext uri="{FF2B5EF4-FFF2-40B4-BE49-F238E27FC236}">
                <a16:creationId xmlns:a16="http://schemas.microsoft.com/office/drawing/2014/main" id="{FE516A9D-96A8-8368-8593-9055DCE72B6A}"/>
              </a:ext>
            </a:extLst>
          </p:cNvPr>
          <p:cNvSpPr/>
          <p:nvPr/>
        </p:nvSpPr>
        <p:spPr>
          <a:xfrm>
            <a:off x="10269244" y="5270352"/>
            <a:ext cx="210312" cy="1261872"/>
          </a:xfrm>
          <a:prstGeom prst="rect">
            <a:avLst/>
          </a:pr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nvGrpSpPr>
          <p:cNvPr id="57" name="Group 56">
            <a:extLst>
              <a:ext uri="{FF2B5EF4-FFF2-40B4-BE49-F238E27FC236}">
                <a16:creationId xmlns:a16="http://schemas.microsoft.com/office/drawing/2014/main" id="{898C0BD1-66E0-7B84-2CCC-1482110A86B3}"/>
              </a:ext>
            </a:extLst>
          </p:cNvPr>
          <p:cNvGrpSpPr/>
          <p:nvPr/>
        </p:nvGrpSpPr>
        <p:grpSpPr>
          <a:xfrm>
            <a:off x="2145636" y="5244991"/>
            <a:ext cx="1877560" cy="1460969"/>
            <a:chOff x="8184232" y="883359"/>
            <a:chExt cx="1877560" cy="1460969"/>
          </a:xfrm>
        </p:grpSpPr>
        <p:grpSp>
          <p:nvGrpSpPr>
            <p:cNvPr id="58" name="Group 57">
              <a:extLst>
                <a:ext uri="{FF2B5EF4-FFF2-40B4-BE49-F238E27FC236}">
                  <a16:creationId xmlns:a16="http://schemas.microsoft.com/office/drawing/2014/main" id="{7F002C14-D099-2325-2842-DC58A616A3A1}"/>
                </a:ext>
              </a:extLst>
            </p:cNvPr>
            <p:cNvGrpSpPr/>
            <p:nvPr/>
          </p:nvGrpSpPr>
          <p:grpSpPr>
            <a:xfrm>
              <a:off x="8184232" y="883359"/>
              <a:ext cx="1877560" cy="1460969"/>
              <a:chOff x="8259280" y="883359"/>
              <a:chExt cx="1877560" cy="1460969"/>
            </a:xfrm>
          </p:grpSpPr>
          <p:sp>
            <p:nvSpPr>
              <p:cNvPr id="60" name="Oval 59">
                <a:extLst>
                  <a:ext uri="{FF2B5EF4-FFF2-40B4-BE49-F238E27FC236}">
                    <a16:creationId xmlns:a16="http://schemas.microsoft.com/office/drawing/2014/main" id="{FDFEE6D1-3C95-6D2C-DFCD-85127D5AF9CA}"/>
                  </a:ext>
                </a:extLst>
              </p:cNvPr>
              <p:cNvSpPr/>
              <p:nvPr/>
            </p:nvSpPr>
            <p:spPr>
              <a:xfrm>
                <a:off x="9710975" y="908720"/>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1" name="Oval 60">
                <a:extLst>
                  <a:ext uri="{FF2B5EF4-FFF2-40B4-BE49-F238E27FC236}">
                    <a16:creationId xmlns:a16="http://schemas.microsoft.com/office/drawing/2014/main" id="{617899C7-C9C3-62E1-CAEC-DB7443803235}"/>
                  </a:ext>
                </a:extLst>
              </p:cNvPr>
              <p:cNvSpPr/>
              <p:nvPr/>
            </p:nvSpPr>
            <p:spPr>
              <a:xfrm>
                <a:off x="8365105" y="883359"/>
                <a:ext cx="320040" cy="1435608"/>
              </a:xfrm>
              <a:prstGeom prst="ellipse">
                <a:avLst/>
              </a:prstGeom>
              <a:gradFill flip="none" rotWithShape="1">
                <a:gsLst>
                  <a:gs pos="2000">
                    <a:schemeClr val="tx1">
                      <a:lumMod val="50000"/>
                    </a:schemeClr>
                  </a:gs>
                  <a:gs pos="100000">
                    <a:schemeClr val="bg2">
                      <a:lumMod val="65000"/>
                      <a:alpha val="0"/>
                    </a:schemeClr>
                  </a:gs>
                </a:gsLst>
                <a:path path="circle">
                  <a:fillToRect l="50000" t="50000" r="50000" b="50000"/>
                </a:path>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2" name="Rectangle 61">
                <a:extLst>
                  <a:ext uri="{FF2B5EF4-FFF2-40B4-BE49-F238E27FC236}">
                    <a16:creationId xmlns:a16="http://schemas.microsoft.com/office/drawing/2014/main" id="{73915AD9-C539-9DC9-8CE7-DEBB9F507892}"/>
                  </a:ext>
                </a:extLst>
              </p:cNvPr>
              <p:cNvSpPr/>
              <p:nvPr/>
            </p:nvSpPr>
            <p:spPr>
              <a:xfrm>
                <a:off x="8490920" y="972328"/>
                <a:ext cx="1417320" cy="1234440"/>
              </a:xfrm>
              <a:prstGeom prst="rect">
                <a:avLst/>
              </a:prstGeom>
              <a:solidFill>
                <a:schemeClr val="accent3">
                  <a:lumMod val="40000"/>
                  <a:lumOff val="6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3" name="Right Triangle 62">
                <a:extLst>
                  <a:ext uri="{FF2B5EF4-FFF2-40B4-BE49-F238E27FC236}">
                    <a16:creationId xmlns:a16="http://schemas.microsoft.com/office/drawing/2014/main" id="{363FF065-2C6C-530D-DFE4-0A572B4CD58D}"/>
                  </a:ext>
                </a:extLst>
              </p:cNvPr>
              <p:cNvSpPr/>
              <p:nvPr/>
            </p:nvSpPr>
            <p:spPr>
              <a:xfrm rot="16200000">
                <a:off x="8256240" y="973464"/>
                <a:ext cx="234680" cy="228600"/>
              </a:xfrm>
              <a:prstGeom prst="rtTriangle">
                <a:avLst/>
              </a:prstGeom>
              <a:solidFill>
                <a:schemeClr val="accent3">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4" name="Right Triangle 63">
                <a:extLst>
                  <a:ext uri="{FF2B5EF4-FFF2-40B4-BE49-F238E27FC236}">
                    <a16:creationId xmlns:a16="http://schemas.microsoft.com/office/drawing/2014/main" id="{23252F64-58ED-5DD8-7226-A3BD26419D00}"/>
                  </a:ext>
                </a:extLst>
              </p:cNvPr>
              <p:cNvSpPr/>
              <p:nvPr/>
            </p:nvSpPr>
            <p:spPr>
              <a:xfrm rot="5400000" flipH="1">
                <a:off x="9905200" y="973464"/>
                <a:ext cx="234680" cy="228600"/>
              </a:xfrm>
              <a:prstGeom prst="rtTriangle">
                <a:avLst/>
              </a:prstGeom>
              <a:solidFill>
                <a:schemeClr val="accent3">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5" name="Right Triangle 64">
                <a:extLst>
                  <a:ext uri="{FF2B5EF4-FFF2-40B4-BE49-F238E27FC236}">
                    <a16:creationId xmlns:a16="http://schemas.microsoft.com/office/drawing/2014/main" id="{6E2F764F-51CD-045A-58BC-1EE61B40106C}"/>
                  </a:ext>
                </a:extLst>
              </p:cNvPr>
              <p:cNvSpPr/>
              <p:nvPr/>
            </p:nvSpPr>
            <p:spPr>
              <a:xfrm rot="16200000" flipH="1" flipV="1">
                <a:off x="9905200" y="1975128"/>
                <a:ext cx="234680" cy="228600"/>
              </a:xfrm>
              <a:prstGeom prst="rtTriangle">
                <a:avLst/>
              </a:prstGeom>
              <a:solidFill>
                <a:schemeClr val="accent3">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66" name="Right Triangle 65">
                <a:extLst>
                  <a:ext uri="{FF2B5EF4-FFF2-40B4-BE49-F238E27FC236}">
                    <a16:creationId xmlns:a16="http://schemas.microsoft.com/office/drawing/2014/main" id="{67D81765-4064-C293-8655-A40EDA70926E}"/>
                  </a:ext>
                </a:extLst>
              </p:cNvPr>
              <p:cNvSpPr/>
              <p:nvPr/>
            </p:nvSpPr>
            <p:spPr>
              <a:xfrm flipH="1" flipV="1">
                <a:off x="8259280" y="1977792"/>
                <a:ext cx="234680" cy="228600"/>
              </a:xfrm>
              <a:prstGeom prst="rtTriangle">
                <a:avLst/>
              </a:prstGeom>
              <a:solidFill>
                <a:schemeClr val="accent3">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grpSp>
        <p:sp>
          <p:nvSpPr>
            <p:cNvPr id="59" name="TextBox 58">
              <a:extLst>
                <a:ext uri="{FF2B5EF4-FFF2-40B4-BE49-F238E27FC236}">
                  <a16:creationId xmlns:a16="http://schemas.microsoft.com/office/drawing/2014/main" id="{FCFFDFE3-448E-7B0F-E156-D684E37EDFE4}"/>
                </a:ext>
              </a:extLst>
            </p:cNvPr>
            <p:cNvSpPr txBox="1"/>
            <p:nvPr/>
          </p:nvSpPr>
          <p:spPr>
            <a:xfrm>
              <a:off x="8582952" y="1321456"/>
              <a:ext cx="1080120" cy="584775"/>
            </a:xfrm>
            <a:prstGeom prst="rect">
              <a:avLst/>
            </a:prstGeom>
            <a:noFill/>
          </p:spPr>
          <p:txBody>
            <a:bodyPr wrap="square" rtlCol="0">
              <a:spAutoFit/>
            </a:bodyPr>
            <a:lstStyle/>
            <a:p>
              <a:pPr algn="ctr"/>
              <a:r>
                <a:rPr lang="en-GB" sz="3200" dirty="0">
                  <a:solidFill>
                    <a:schemeClr val="bg2"/>
                  </a:solidFill>
                  <a:latin typeface="+mn-lt"/>
                </a:rPr>
                <a:t>04</a:t>
              </a:r>
            </a:p>
          </p:txBody>
        </p:sp>
      </p:grpSp>
      <p:sp>
        <p:nvSpPr>
          <p:cNvPr id="67" name="TextBox 66">
            <a:extLst>
              <a:ext uri="{FF2B5EF4-FFF2-40B4-BE49-F238E27FC236}">
                <a16:creationId xmlns:a16="http://schemas.microsoft.com/office/drawing/2014/main" id="{C876DCF6-2977-9E33-3437-F822802C8D29}"/>
              </a:ext>
            </a:extLst>
          </p:cNvPr>
          <p:cNvSpPr txBox="1"/>
          <p:nvPr/>
        </p:nvSpPr>
        <p:spPr>
          <a:xfrm>
            <a:off x="3976546" y="5579220"/>
            <a:ext cx="4248472" cy="738664"/>
          </a:xfrm>
          <a:prstGeom prst="rect">
            <a:avLst/>
          </a:prstGeom>
          <a:noFill/>
        </p:spPr>
        <p:txBody>
          <a:bodyPr wrap="square" rtlCol="0">
            <a:spAutoFit/>
          </a:bodyPr>
          <a:lstStyle/>
          <a:p>
            <a:r>
              <a:rPr lang="en-GB" sz="1400" dirty="0">
                <a:latin typeface="+mn-lt"/>
              </a:rPr>
              <a:t>IDs are captured for </a:t>
            </a:r>
            <a:r>
              <a:rPr lang="en-GB" sz="1400" b="1" dirty="0">
                <a:solidFill>
                  <a:schemeClr val="tx2"/>
                </a:solidFill>
                <a:latin typeface="+mn-lt"/>
              </a:rPr>
              <a:t>ALL</a:t>
            </a:r>
            <a:r>
              <a:rPr lang="en-GB" sz="1400" dirty="0">
                <a:latin typeface="+mn-lt"/>
              </a:rPr>
              <a:t> marketing sources and not just digital (as per UTM) such as Integrate interfaces, manual uploads and Event integrations</a:t>
            </a:r>
            <a:endParaRPr lang="en-GB" dirty="0">
              <a:latin typeface="+mn-lt"/>
            </a:endParaRPr>
          </a:p>
        </p:txBody>
      </p:sp>
      <p:sp>
        <p:nvSpPr>
          <p:cNvPr id="2" name="Text Placeholder 1">
            <a:extLst>
              <a:ext uri="{FF2B5EF4-FFF2-40B4-BE49-F238E27FC236}">
                <a16:creationId xmlns:a16="http://schemas.microsoft.com/office/drawing/2014/main" id="{CE7999A1-895E-5C2A-6ADF-98729D644C0F}"/>
              </a:ext>
            </a:extLst>
          </p:cNvPr>
          <p:cNvSpPr>
            <a:spLocks noGrp="1"/>
          </p:cNvSpPr>
          <p:nvPr>
            <p:ph type="body" sz="quarter" idx="82"/>
          </p:nvPr>
        </p:nvSpPr>
        <p:spPr>
          <a:xfrm>
            <a:off x="551384" y="260648"/>
            <a:ext cx="7460073" cy="482748"/>
          </a:xfrm>
        </p:spPr>
        <p:txBody>
          <a:bodyPr/>
          <a:lstStyle/>
          <a:p>
            <a:r>
              <a:rPr lang="en-GB" dirty="0"/>
              <a:t>Key Takeaways…..</a:t>
            </a:r>
          </a:p>
        </p:txBody>
      </p:sp>
    </p:spTree>
    <p:extLst>
      <p:ext uri="{BB962C8B-B14F-4D97-AF65-F5344CB8AC3E}">
        <p14:creationId xmlns:p14="http://schemas.microsoft.com/office/powerpoint/2010/main" val="15774431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fill="hold" nodeType="clickEffect" p14:presetBounceEnd="31000">
                                      <p:stCondLst>
                                        <p:cond delay="0"/>
                                      </p:stCondLst>
                                      <p:childTnLst>
                                        <p:animMotion origin="layout" path="M 2.91667E-6 4.44444E-6 L -0.50209 4.44444E-6 " pathEditMode="relative" rAng="0" ptsTypes="AA" p14:bounceEnd="31000">
                                          <p:cBhvr>
                                            <p:cTn id="6" dur="1000" fill="hold"/>
                                            <p:tgtEl>
                                              <p:spTgt spid="9"/>
                                            </p:tgtEl>
                                            <p:attrNameLst>
                                              <p:attrName>ppt_x</p:attrName>
                                              <p:attrName>ppt_y</p:attrName>
                                            </p:attrNameLst>
                                          </p:cBhvr>
                                          <p:rCtr x="-25104" y="0"/>
                                        </p:animMotion>
                                      </p:childTnLst>
                                    </p:cTn>
                                  </p:par>
                                  <p:par>
                                    <p:cTn id="7" presetID="22" presetClass="entr" presetSubtype="2"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wipe(right)">
                                          <p:cBhvr>
                                            <p:cTn id="9" dur="1000"/>
                                            <p:tgtEl>
                                              <p:spTgt spid="19"/>
                                            </p:tgtEl>
                                          </p:cBhvr>
                                        </p:animEffec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2.70833E-6 -1.48148E-6 L 0.49636 -1.48148E-6 " pathEditMode="relative" rAng="0" ptsTypes="AA">
                                          <p:cBhvr>
                                            <p:cTn id="13" dur="1000" fill="hold"/>
                                            <p:tgtEl>
                                              <p:spTgt spid="25"/>
                                            </p:tgtEl>
                                            <p:attrNameLst>
                                              <p:attrName>ppt_x</p:attrName>
                                              <p:attrName>ppt_y</p:attrName>
                                            </p:attrNameLst>
                                          </p:cBhvr>
                                          <p:rCtr x="24818" y="0"/>
                                        </p:animMotion>
                                      </p:childTnLst>
                                    </p:cTn>
                                  </p:par>
                                  <p:par>
                                    <p:cTn id="14" presetID="22" presetClass="entr" presetSubtype="8" fill="hold" grpId="0" nodeType="withEffect">
                                      <p:stCondLst>
                                        <p:cond delay="50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10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5" presetClass="path" presetSubtype="0" fill="hold" nodeType="clickEffect" p14:presetBounceEnd="31000">
                                      <p:stCondLst>
                                        <p:cond delay="0"/>
                                      </p:stCondLst>
                                      <p:childTnLst>
                                        <p:animMotion origin="layout" path="M 8.33333E-7 -1.85185E-6 L -0.50208 -1.85185E-6 " pathEditMode="relative" rAng="0" ptsTypes="AA" p14:bounceEnd="31000">
                                          <p:cBhvr>
                                            <p:cTn id="20" dur="1000" fill="hold"/>
                                            <p:tgtEl>
                                              <p:spTgt spid="41"/>
                                            </p:tgtEl>
                                            <p:attrNameLst>
                                              <p:attrName>ppt_x</p:attrName>
                                              <p:attrName>ppt_y</p:attrName>
                                            </p:attrNameLst>
                                          </p:cBhvr>
                                          <p:rCtr x="-25104" y="0"/>
                                        </p:animMotion>
                                      </p:childTnLst>
                                    </p:cTn>
                                  </p:par>
                                  <p:par>
                                    <p:cTn id="21" presetID="22" presetClass="entr" presetSubtype="2"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wipe(right)">
                                          <p:cBhvr>
                                            <p:cTn id="23" dur="1000"/>
                                            <p:tgtEl>
                                              <p:spTgt spid="51"/>
                                            </p:tgtEl>
                                          </p:cBhvr>
                                        </p:animEffec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4.79167E-6 3.7037E-6 L 0.49636 3.7037E-6 " pathEditMode="relative" rAng="0" ptsTypes="AA">
                                          <p:cBhvr>
                                            <p:cTn id="27" dur="1000" fill="hold"/>
                                            <p:tgtEl>
                                              <p:spTgt spid="57"/>
                                            </p:tgtEl>
                                            <p:attrNameLst>
                                              <p:attrName>ppt_x</p:attrName>
                                              <p:attrName>ppt_y</p:attrName>
                                            </p:attrNameLst>
                                          </p:cBhvr>
                                          <p:rCtr x="24818" y="0"/>
                                        </p:animMotion>
                                      </p:childTnLst>
                                    </p:cTn>
                                  </p:par>
                                  <p:par>
                                    <p:cTn id="28" presetID="22" presetClass="entr" presetSubtype="8" fill="hold" grpId="0" nodeType="withEffect">
                                      <p:stCondLst>
                                        <p:cond delay="500"/>
                                      </p:stCondLst>
                                      <p:childTnLst>
                                        <p:set>
                                          <p:cBhvr>
                                            <p:cTn id="29" dur="1" fill="hold">
                                              <p:stCondLst>
                                                <p:cond delay="0"/>
                                              </p:stCondLst>
                                            </p:cTn>
                                            <p:tgtEl>
                                              <p:spTgt spid="67"/>
                                            </p:tgtEl>
                                            <p:attrNameLst>
                                              <p:attrName>style.visibility</p:attrName>
                                            </p:attrNameLst>
                                          </p:cBhvr>
                                          <p:to>
                                            <p:strVal val="visible"/>
                                          </p:to>
                                        </p:set>
                                        <p:animEffect transition="in" filter="wipe(left)">
                                          <p:cBhvr>
                                            <p:cTn id="30"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5" grpId="0"/>
          <p:bldP spid="51" grpId="0"/>
          <p:bldP spid="67"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fill="hold" nodeType="clickEffect">
                                      <p:stCondLst>
                                        <p:cond delay="0"/>
                                      </p:stCondLst>
                                      <p:childTnLst>
                                        <p:animMotion origin="layout" path="M 2.91667E-6 4.44444E-6 L -0.50209 4.44444E-6 " pathEditMode="relative" rAng="0" ptsTypes="AA">
                                          <p:cBhvr>
                                            <p:cTn id="6" dur="1000" fill="hold"/>
                                            <p:tgtEl>
                                              <p:spTgt spid="9"/>
                                            </p:tgtEl>
                                            <p:attrNameLst>
                                              <p:attrName>ppt_x</p:attrName>
                                              <p:attrName>ppt_y</p:attrName>
                                            </p:attrNameLst>
                                          </p:cBhvr>
                                          <p:rCtr x="-25104" y="0"/>
                                        </p:animMotion>
                                      </p:childTnLst>
                                    </p:cTn>
                                  </p:par>
                                  <p:par>
                                    <p:cTn id="7" presetID="22" presetClass="entr" presetSubtype="2"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wipe(right)">
                                          <p:cBhvr>
                                            <p:cTn id="9" dur="1000"/>
                                            <p:tgtEl>
                                              <p:spTgt spid="19"/>
                                            </p:tgtEl>
                                          </p:cBhvr>
                                        </p:animEffec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nodeType="clickEffect">
                                      <p:stCondLst>
                                        <p:cond delay="0"/>
                                      </p:stCondLst>
                                      <p:childTnLst>
                                        <p:animMotion origin="layout" path="M -2.70833E-6 -1.48148E-6 L 0.49636 -1.48148E-6 " pathEditMode="relative" rAng="0" ptsTypes="AA">
                                          <p:cBhvr>
                                            <p:cTn id="13" dur="1000" fill="hold"/>
                                            <p:tgtEl>
                                              <p:spTgt spid="25"/>
                                            </p:tgtEl>
                                            <p:attrNameLst>
                                              <p:attrName>ppt_x</p:attrName>
                                              <p:attrName>ppt_y</p:attrName>
                                            </p:attrNameLst>
                                          </p:cBhvr>
                                          <p:rCtr x="24818" y="0"/>
                                        </p:animMotion>
                                      </p:childTnLst>
                                    </p:cTn>
                                  </p:par>
                                  <p:par>
                                    <p:cTn id="14" presetID="22" presetClass="entr" presetSubtype="8" fill="hold" grpId="0" nodeType="withEffect">
                                      <p:stCondLst>
                                        <p:cond delay="50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10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5" presetClass="path" presetSubtype="0" fill="hold" nodeType="clickEffect">
                                      <p:stCondLst>
                                        <p:cond delay="0"/>
                                      </p:stCondLst>
                                      <p:childTnLst>
                                        <p:animMotion origin="layout" path="M 8.33333E-7 -1.85185E-6 L -0.50208 -1.85185E-6 " pathEditMode="relative" rAng="0" ptsTypes="AA">
                                          <p:cBhvr>
                                            <p:cTn id="20" dur="1000" fill="hold"/>
                                            <p:tgtEl>
                                              <p:spTgt spid="41"/>
                                            </p:tgtEl>
                                            <p:attrNameLst>
                                              <p:attrName>ppt_x</p:attrName>
                                              <p:attrName>ppt_y</p:attrName>
                                            </p:attrNameLst>
                                          </p:cBhvr>
                                          <p:rCtr x="-25104" y="0"/>
                                        </p:animMotion>
                                      </p:childTnLst>
                                    </p:cTn>
                                  </p:par>
                                  <p:par>
                                    <p:cTn id="21" presetID="22" presetClass="entr" presetSubtype="2"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animEffect transition="in" filter="wipe(right)">
                                          <p:cBhvr>
                                            <p:cTn id="23" dur="1000"/>
                                            <p:tgtEl>
                                              <p:spTgt spid="51"/>
                                            </p:tgtEl>
                                          </p:cBhvr>
                                        </p:animEffect>
                                      </p:childTnLst>
                                    </p:cTn>
                                  </p:par>
                                </p:childTnLst>
                              </p:cTn>
                            </p:par>
                          </p:childTnLst>
                        </p:cTn>
                      </p:par>
                      <p:par>
                        <p:cTn id="24" fill="hold">
                          <p:stCondLst>
                            <p:cond delay="indefinite"/>
                          </p:stCondLst>
                          <p:childTnLst>
                            <p:par>
                              <p:cTn id="25" fill="hold">
                                <p:stCondLst>
                                  <p:cond delay="0"/>
                                </p:stCondLst>
                                <p:childTnLst>
                                  <p:par>
                                    <p:cTn id="26" presetID="63" presetClass="path" presetSubtype="0" accel="50000" decel="50000" fill="hold" nodeType="clickEffect">
                                      <p:stCondLst>
                                        <p:cond delay="0"/>
                                      </p:stCondLst>
                                      <p:childTnLst>
                                        <p:animMotion origin="layout" path="M -4.79167E-6 3.7037E-6 L 0.49636 3.7037E-6 " pathEditMode="relative" rAng="0" ptsTypes="AA">
                                          <p:cBhvr>
                                            <p:cTn id="27" dur="1000" fill="hold"/>
                                            <p:tgtEl>
                                              <p:spTgt spid="57"/>
                                            </p:tgtEl>
                                            <p:attrNameLst>
                                              <p:attrName>ppt_x</p:attrName>
                                              <p:attrName>ppt_y</p:attrName>
                                            </p:attrNameLst>
                                          </p:cBhvr>
                                          <p:rCtr x="24818" y="0"/>
                                        </p:animMotion>
                                      </p:childTnLst>
                                    </p:cTn>
                                  </p:par>
                                  <p:par>
                                    <p:cTn id="28" presetID="22" presetClass="entr" presetSubtype="8" fill="hold" grpId="0" nodeType="withEffect">
                                      <p:stCondLst>
                                        <p:cond delay="500"/>
                                      </p:stCondLst>
                                      <p:childTnLst>
                                        <p:set>
                                          <p:cBhvr>
                                            <p:cTn id="29" dur="1" fill="hold">
                                              <p:stCondLst>
                                                <p:cond delay="0"/>
                                              </p:stCondLst>
                                            </p:cTn>
                                            <p:tgtEl>
                                              <p:spTgt spid="67"/>
                                            </p:tgtEl>
                                            <p:attrNameLst>
                                              <p:attrName>style.visibility</p:attrName>
                                            </p:attrNameLst>
                                          </p:cBhvr>
                                          <p:to>
                                            <p:strVal val="visible"/>
                                          </p:to>
                                        </p:set>
                                        <p:animEffect transition="in" filter="wipe(left)">
                                          <p:cBhvr>
                                            <p:cTn id="30"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5" grpId="0"/>
          <p:bldP spid="51" grpId="0"/>
          <p:bldP spid="67"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3B089CC6-72F8-C8CD-394E-EEFBE81585F2}"/>
              </a:ext>
            </a:extLst>
          </p:cNvPr>
          <p:cNvSpPr/>
          <p:nvPr/>
        </p:nvSpPr>
        <p:spPr>
          <a:xfrm>
            <a:off x="7010400" y="-228600"/>
            <a:ext cx="1219200" cy="1219200"/>
          </a:xfrm>
          <a:prstGeom prst="ellipse">
            <a:avLst/>
          </a:prstGeom>
          <a:solidFill>
            <a:schemeClr val="bg1">
              <a:lumMod val="10000"/>
              <a:lumOff val="90000"/>
            </a:schemeClr>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5" name="Oval 4">
            <a:extLst>
              <a:ext uri="{FF2B5EF4-FFF2-40B4-BE49-F238E27FC236}">
                <a16:creationId xmlns:a16="http://schemas.microsoft.com/office/drawing/2014/main" id="{C2693DC8-C024-3518-6259-E6D8B49C15C0}"/>
              </a:ext>
            </a:extLst>
          </p:cNvPr>
          <p:cNvSpPr/>
          <p:nvPr/>
        </p:nvSpPr>
        <p:spPr>
          <a:xfrm>
            <a:off x="6400800" y="685800"/>
            <a:ext cx="1524000" cy="1524000"/>
          </a:xfrm>
          <a:prstGeom prst="ellipse">
            <a:avLst/>
          </a:prstGeom>
          <a:solidFill>
            <a:schemeClr val="bg2"/>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6" name="Oval 5">
            <a:extLst>
              <a:ext uri="{FF2B5EF4-FFF2-40B4-BE49-F238E27FC236}">
                <a16:creationId xmlns:a16="http://schemas.microsoft.com/office/drawing/2014/main" id="{2F53D954-3083-B294-8F80-CF9C21DA50C1}"/>
              </a:ext>
            </a:extLst>
          </p:cNvPr>
          <p:cNvSpPr/>
          <p:nvPr/>
        </p:nvSpPr>
        <p:spPr>
          <a:xfrm>
            <a:off x="2438400" y="2362200"/>
            <a:ext cx="1219200" cy="1219200"/>
          </a:xfrm>
          <a:prstGeom prst="ellipse">
            <a:avLst/>
          </a:prstGeom>
          <a:solidFill>
            <a:schemeClr val="bg2"/>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7" name="Oval 6">
            <a:extLst>
              <a:ext uri="{FF2B5EF4-FFF2-40B4-BE49-F238E27FC236}">
                <a16:creationId xmlns:a16="http://schemas.microsoft.com/office/drawing/2014/main" id="{D3F57107-FDBE-C917-31ED-5DA5B2970194}"/>
              </a:ext>
            </a:extLst>
          </p:cNvPr>
          <p:cNvSpPr/>
          <p:nvPr/>
        </p:nvSpPr>
        <p:spPr>
          <a:xfrm>
            <a:off x="4114800" y="4495800"/>
            <a:ext cx="2209800" cy="2209800"/>
          </a:xfrm>
          <a:prstGeom prst="ellipse">
            <a:avLst/>
          </a:prstGeom>
          <a:solidFill>
            <a:schemeClr val="bg1">
              <a:lumMod val="25000"/>
              <a:lumOff val="75000"/>
            </a:schemeClr>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8" name="Oval 7">
            <a:extLst>
              <a:ext uri="{FF2B5EF4-FFF2-40B4-BE49-F238E27FC236}">
                <a16:creationId xmlns:a16="http://schemas.microsoft.com/office/drawing/2014/main" id="{E2859621-B657-892E-7353-C519801477BA}"/>
              </a:ext>
            </a:extLst>
          </p:cNvPr>
          <p:cNvSpPr/>
          <p:nvPr/>
        </p:nvSpPr>
        <p:spPr>
          <a:xfrm>
            <a:off x="4343400" y="1676400"/>
            <a:ext cx="3505200" cy="3505200"/>
          </a:xfrm>
          <a:prstGeom prst="ellipse">
            <a:avLst/>
          </a:prstGeom>
          <a:solidFill>
            <a:schemeClr val="bg1">
              <a:lumMod val="90000"/>
              <a:lumOff val="10000"/>
            </a:schemeClr>
          </a:solidFill>
          <a:ln>
            <a:noFill/>
          </a:ln>
          <a:effectLst>
            <a:outerShdw blurRad="88900" dist="762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9" name="Oval 8">
            <a:extLst>
              <a:ext uri="{FF2B5EF4-FFF2-40B4-BE49-F238E27FC236}">
                <a16:creationId xmlns:a16="http://schemas.microsoft.com/office/drawing/2014/main" id="{26BBD1FB-E0AE-33C2-896B-D1E3F5CAEFC8}"/>
              </a:ext>
            </a:extLst>
          </p:cNvPr>
          <p:cNvSpPr/>
          <p:nvPr/>
        </p:nvSpPr>
        <p:spPr>
          <a:xfrm>
            <a:off x="2895600" y="228600"/>
            <a:ext cx="2209800" cy="2209800"/>
          </a:xfrm>
          <a:prstGeom prst="ellipse">
            <a:avLst/>
          </a:prstGeom>
          <a:solidFill>
            <a:schemeClr val="bg1">
              <a:lumMod val="75000"/>
              <a:lumOff val="25000"/>
            </a:schemeClr>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10" name="Oval 9">
            <a:extLst>
              <a:ext uri="{FF2B5EF4-FFF2-40B4-BE49-F238E27FC236}">
                <a16:creationId xmlns:a16="http://schemas.microsoft.com/office/drawing/2014/main" id="{E5F79024-5AE4-00FD-60FE-20F523F4C255}"/>
              </a:ext>
            </a:extLst>
          </p:cNvPr>
          <p:cNvSpPr/>
          <p:nvPr/>
        </p:nvSpPr>
        <p:spPr>
          <a:xfrm>
            <a:off x="2590800" y="3276600"/>
            <a:ext cx="1828800" cy="1828800"/>
          </a:xfrm>
          <a:prstGeom prst="ellipse">
            <a:avLst/>
          </a:prstGeom>
          <a:solidFill>
            <a:schemeClr val="bg1">
              <a:lumMod val="50000"/>
              <a:lumOff val="50000"/>
            </a:schemeClr>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11" name="Oval 10">
            <a:extLst>
              <a:ext uri="{FF2B5EF4-FFF2-40B4-BE49-F238E27FC236}">
                <a16:creationId xmlns:a16="http://schemas.microsoft.com/office/drawing/2014/main" id="{031CA97D-C468-CA38-EE86-D5E5B6A94534}"/>
              </a:ext>
            </a:extLst>
          </p:cNvPr>
          <p:cNvSpPr/>
          <p:nvPr/>
        </p:nvSpPr>
        <p:spPr>
          <a:xfrm>
            <a:off x="7467600" y="4191000"/>
            <a:ext cx="1828800" cy="1828800"/>
          </a:xfrm>
          <a:prstGeom prst="ellipse">
            <a:avLst/>
          </a:prstGeom>
          <a:solidFill>
            <a:schemeClr val="bg1">
              <a:lumMod val="50000"/>
              <a:lumOff val="50000"/>
            </a:schemeClr>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12" name="Oval 11">
            <a:extLst>
              <a:ext uri="{FF2B5EF4-FFF2-40B4-BE49-F238E27FC236}">
                <a16:creationId xmlns:a16="http://schemas.microsoft.com/office/drawing/2014/main" id="{8E8B7896-A2D8-6E7F-2330-2A2A314EE583}"/>
              </a:ext>
            </a:extLst>
          </p:cNvPr>
          <p:cNvSpPr/>
          <p:nvPr/>
        </p:nvSpPr>
        <p:spPr>
          <a:xfrm>
            <a:off x="8229600" y="2209800"/>
            <a:ext cx="1524000" cy="1524000"/>
          </a:xfrm>
          <a:prstGeom prst="ellipse">
            <a:avLst/>
          </a:prstGeom>
          <a:solidFill>
            <a:schemeClr val="bg1">
              <a:lumMod val="25000"/>
              <a:lumOff val="75000"/>
            </a:schemeClr>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13" name="Oval 12">
            <a:extLst>
              <a:ext uri="{FF2B5EF4-FFF2-40B4-BE49-F238E27FC236}">
                <a16:creationId xmlns:a16="http://schemas.microsoft.com/office/drawing/2014/main" id="{4D0A0A31-300F-FE27-7591-E9C8BE2D4542}"/>
              </a:ext>
            </a:extLst>
          </p:cNvPr>
          <p:cNvSpPr/>
          <p:nvPr/>
        </p:nvSpPr>
        <p:spPr>
          <a:xfrm>
            <a:off x="1676400" y="1295400"/>
            <a:ext cx="1219200" cy="1219200"/>
          </a:xfrm>
          <a:prstGeom prst="ellipse">
            <a:avLst/>
          </a:prstGeom>
          <a:solidFill>
            <a:schemeClr val="bg1">
              <a:lumMod val="25000"/>
              <a:lumOff val="75000"/>
            </a:schemeClr>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14" name="Oval 13">
            <a:extLst>
              <a:ext uri="{FF2B5EF4-FFF2-40B4-BE49-F238E27FC236}">
                <a16:creationId xmlns:a16="http://schemas.microsoft.com/office/drawing/2014/main" id="{8E8ECB0E-1C2D-C83A-C292-07D308066DAF}"/>
              </a:ext>
            </a:extLst>
          </p:cNvPr>
          <p:cNvSpPr/>
          <p:nvPr/>
        </p:nvSpPr>
        <p:spPr>
          <a:xfrm>
            <a:off x="6705600" y="5410200"/>
            <a:ext cx="914400" cy="914400"/>
          </a:xfrm>
          <a:prstGeom prst="ellipse">
            <a:avLst/>
          </a:prstGeom>
          <a:solidFill>
            <a:schemeClr val="bg2"/>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15" name="Oval 14">
            <a:extLst>
              <a:ext uri="{FF2B5EF4-FFF2-40B4-BE49-F238E27FC236}">
                <a16:creationId xmlns:a16="http://schemas.microsoft.com/office/drawing/2014/main" id="{851652A6-8A31-B173-D5E3-E13514E6C60B}"/>
              </a:ext>
            </a:extLst>
          </p:cNvPr>
          <p:cNvSpPr/>
          <p:nvPr/>
        </p:nvSpPr>
        <p:spPr>
          <a:xfrm>
            <a:off x="2743200" y="5257800"/>
            <a:ext cx="1219200" cy="1219200"/>
          </a:xfrm>
          <a:prstGeom prst="ellipse">
            <a:avLst/>
          </a:prstGeom>
          <a:solidFill>
            <a:schemeClr val="bg2"/>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16" name="Oval 15">
            <a:extLst>
              <a:ext uri="{FF2B5EF4-FFF2-40B4-BE49-F238E27FC236}">
                <a16:creationId xmlns:a16="http://schemas.microsoft.com/office/drawing/2014/main" id="{A8973E78-1229-0F7D-95E3-67591C25CC15}"/>
              </a:ext>
            </a:extLst>
          </p:cNvPr>
          <p:cNvSpPr/>
          <p:nvPr/>
        </p:nvSpPr>
        <p:spPr>
          <a:xfrm>
            <a:off x="914400" y="4343400"/>
            <a:ext cx="1676400" cy="1676400"/>
          </a:xfrm>
          <a:prstGeom prst="ellipse">
            <a:avLst/>
          </a:prstGeom>
          <a:solidFill>
            <a:schemeClr val="bg1">
              <a:lumMod val="10000"/>
              <a:lumOff val="90000"/>
            </a:schemeClr>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17" name="Oval 16">
            <a:extLst>
              <a:ext uri="{FF2B5EF4-FFF2-40B4-BE49-F238E27FC236}">
                <a16:creationId xmlns:a16="http://schemas.microsoft.com/office/drawing/2014/main" id="{9658391C-6A80-FCF2-0BA0-72135CE2D78F}"/>
              </a:ext>
            </a:extLst>
          </p:cNvPr>
          <p:cNvSpPr/>
          <p:nvPr/>
        </p:nvSpPr>
        <p:spPr>
          <a:xfrm>
            <a:off x="8534400" y="685800"/>
            <a:ext cx="1828800" cy="1828800"/>
          </a:xfrm>
          <a:prstGeom prst="ellipse">
            <a:avLst/>
          </a:prstGeom>
          <a:solidFill>
            <a:schemeClr val="bg1">
              <a:lumMod val="50000"/>
              <a:lumOff val="50000"/>
            </a:schemeClr>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18" name="Oval 17">
            <a:extLst>
              <a:ext uri="{FF2B5EF4-FFF2-40B4-BE49-F238E27FC236}">
                <a16:creationId xmlns:a16="http://schemas.microsoft.com/office/drawing/2014/main" id="{CC7EAD90-AD87-6879-6793-EDB29100CDE1}"/>
              </a:ext>
            </a:extLst>
          </p:cNvPr>
          <p:cNvSpPr/>
          <p:nvPr/>
        </p:nvSpPr>
        <p:spPr>
          <a:xfrm>
            <a:off x="9448800" y="2971800"/>
            <a:ext cx="1219200" cy="1219200"/>
          </a:xfrm>
          <a:prstGeom prst="ellipse">
            <a:avLst/>
          </a:prstGeom>
          <a:solidFill>
            <a:schemeClr val="bg2"/>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19" name="Oval 18">
            <a:extLst>
              <a:ext uri="{FF2B5EF4-FFF2-40B4-BE49-F238E27FC236}">
                <a16:creationId xmlns:a16="http://schemas.microsoft.com/office/drawing/2014/main" id="{3149DE79-0BA3-2B04-EFCA-E65DA2BA1A03}"/>
              </a:ext>
            </a:extLst>
          </p:cNvPr>
          <p:cNvSpPr/>
          <p:nvPr/>
        </p:nvSpPr>
        <p:spPr>
          <a:xfrm>
            <a:off x="9753600" y="4648200"/>
            <a:ext cx="914400" cy="914400"/>
          </a:xfrm>
          <a:prstGeom prst="ellipse">
            <a:avLst/>
          </a:prstGeom>
          <a:solidFill>
            <a:schemeClr val="bg1">
              <a:lumMod val="25000"/>
              <a:lumOff val="75000"/>
            </a:schemeClr>
          </a:solidFill>
          <a:ln>
            <a:noFill/>
          </a:ln>
          <a:effectLst>
            <a:outerShdw blurRad="88900" dist="76200" dir="10800000" algn="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GB"/>
          </a:p>
        </p:txBody>
      </p:sp>
      <p:sp>
        <p:nvSpPr>
          <p:cNvPr id="20" name="TextBox 19">
            <a:extLst>
              <a:ext uri="{FF2B5EF4-FFF2-40B4-BE49-F238E27FC236}">
                <a16:creationId xmlns:a16="http://schemas.microsoft.com/office/drawing/2014/main" id="{B8B4364C-6815-D02A-B71F-764280920F6A}"/>
              </a:ext>
            </a:extLst>
          </p:cNvPr>
          <p:cNvSpPr txBox="1"/>
          <p:nvPr/>
        </p:nvSpPr>
        <p:spPr>
          <a:xfrm>
            <a:off x="4727848" y="2492896"/>
            <a:ext cx="2794992" cy="1754326"/>
          </a:xfrm>
          <a:prstGeom prst="rect">
            <a:avLst/>
          </a:prstGeom>
          <a:noFill/>
        </p:spPr>
        <p:txBody>
          <a:bodyPr wrap="square" rtlCol="0">
            <a:spAutoFit/>
          </a:bodyPr>
          <a:lstStyle/>
          <a:p>
            <a:pPr algn="ctr"/>
            <a:r>
              <a:rPr lang="en-GB" sz="5400" b="1">
                <a:solidFill>
                  <a:schemeClr val="bg2"/>
                </a:solidFill>
                <a:latin typeface="+mn-lt"/>
              </a:rPr>
              <a:t>Backup Slides</a:t>
            </a:r>
          </a:p>
        </p:txBody>
      </p:sp>
      <p:pic>
        <p:nvPicPr>
          <p:cNvPr id="21" name="Graphic 20" descr="Atom with solid fill">
            <a:extLst>
              <a:ext uri="{FF2B5EF4-FFF2-40B4-BE49-F238E27FC236}">
                <a16:creationId xmlns:a16="http://schemas.microsoft.com/office/drawing/2014/main" id="{69FF39F2-C0DC-B886-58F9-8959DB9C81B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895600" y="5410200"/>
            <a:ext cx="914400" cy="914400"/>
          </a:xfrm>
          <a:prstGeom prst="rect">
            <a:avLst/>
          </a:prstGeom>
        </p:spPr>
      </p:pic>
      <p:pic>
        <p:nvPicPr>
          <p:cNvPr id="22" name="Graphic 21" descr="Basic Shapes with solid fill">
            <a:extLst>
              <a:ext uri="{FF2B5EF4-FFF2-40B4-BE49-F238E27FC236}">
                <a16:creationId xmlns:a16="http://schemas.microsoft.com/office/drawing/2014/main" id="{A33BFB16-4F9D-78B5-9138-94DB3DEEFF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91600" y="1143000"/>
            <a:ext cx="914400" cy="914400"/>
          </a:xfrm>
          <a:prstGeom prst="rect">
            <a:avLst/>
          </a:prstGeom>
        </p:spPr>
      </p:pic>
      <p:pic>
        <p:nvPicPr>
          <p:cNvPr id="23" name="Graphic 22" descr="Blockchain with solid fill">
            <a:extLst>
              <a:ext uri="{FF2B5EF4-FFF2-40B4-BE49-F238E27FC236}">
                <a16:creationId xmlns:a16="http://schemas.microsoft.com/office/drawing/2014/main" id="{7C3E1F43-58D6-74CE-D972-AF7FEA706D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2400" y="4343400"/>
            <a:ext cx="1219200" cy="1219200"/>
          </a:xfrm>
          <a:prstGeom prst="rect">
            <a:avLst/>
          </a:prstGeom>
        </p:spPr>
      </p:pic>
      <p:pic>
        <p:nvPicPr>
          <p:cNvPr id="24" name="Graphic 23" descr="Bubbles with solid fill">
            <a:extLst>
              <a:ext uri="{FF2B5EF4-FFF2-40B4-BE49-F238E27FC236}">
                <a16:creationId xmlns:a16="http://schemas.microsoft.com/office/drawing/2014/main" id="{9B6DBDE8-9EE4-268F-6032-556449103B3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828800" y="1447800"/>
            <a:ext cx="914400" cy="914400"/>
          </a:xfrm>
          <a:prstGeom prst="rect">
            <a:avLst/>
          </a:prstGeom>
        </p:spPr>
      </p:pic>
      <p:pic>
        <p:nvPicPr>
          <p:cNvPr id="26" name="Graphic 25" descr="Bar chart with solid fill">
            <a:extLst>
              <a:ext uri="{FF2B5EF4-FFF2-40B4-BE49-F238E27FC236}">
                <a16:creationId xmlns:a16="http://schemas.microsoft.com/office/drawing/2014/main" id="{ED2AAA38-E56E-0695-E0FE-66102AA4B3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27648" y="3573016"/>
            <a:ext cx="1080120" cy="1080120"/>
          </a:xfrm>
          <a:prstGeom prst="rect">
            <a:avLst/>
          </a:prstGeom>
        </p:spPr>
      </p:pic>
      <p:pic>
        <p:nvPicPr>
          <p:cNvPr id="28" name="Graphic 27" descr="Document with solid fill">
            <a:extLst>
              <a:ext uri="{FF2B5EF4-FFF2-40B4-BE49-F238E27FC236}">
                <a16:creationId xmlns:a16="http://schemas.microsoft.com/office/drawing/2014/main" id="{8E1BD929-B922-31D5-6428-161B74FEBB2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68408" y="3284984"/>
            <a:ext cx="648072" cy="648072"/>
          </a:xfrm>
          <a:prstGeom prst="rect">
            <a:avLst/>
          </a:prstGeom>
        </p:spPr>
      </p:pic>
    </p:spTree>
    <p:extLst>
      <p:ext uri="{BB962C8B-B14F-4D97-AF65-F5344CB8AC3E}">
        <p14:creationId xmlns:p14="http://schemas.microsoft.com/office/powerpoint/2010/main" val="17976994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2E1C02-5824-B70B-1594-3AE4E262A5A7}"/>
              </a:ext>
            </a:extLst>
          </p:cNvPr>
          <p:cNvSpPr>
            <a:spLocks noGrp="1"/>
          </p:cNvSpPr>
          <p:nvPr>
            <p:ph type="body" sz="quarter" idx="82"/>
          </p:nvPr>
        </p:nvSpPr>
        <p:spPr/>
        <p:txBody>
          <a:bodyPr/>
          <a:lstStyle/>
          <a:p>
            <a:r>
              <a:rPr lang="en-GB" dirty="0"/>
              <a:t>Video Visuals</a:t>
            </a:r>
          </a:p>
        </p:txBody>
      </p:sp>
      <p:sp>
        <p:nvSpPr>
          <p:cNvPr id="54" name="Rectangle 53">
            <a:extLst>
              <a:ext uri="{FF2B5EF4-FFF2-40B4-BE49-F238E27FC236}">
                <a16:creationId xmlns:a16="http://schemas.microsoft.com/office/drawing/2014/main" id="{DA63EFAC-FF67-ACE0-A53A-D67969846885}"/>
              </a:ext>
            </a:extLst>
          </p:cNvPr>
          <p:cNvSpPr/>
          <p:nvPr/>
        </p:nvSpPr>
        <p:spPr>
          <a:xfrm>
            <a:off x="-600744" y="1124744"/>
            <a:ext cx="2331565" cy="5093176"/>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56" name="Rectangle 55">
            <a:extLst>
              <a:ext uri="{FF2B5EF4-FFF2-40B4-BE49-F238E27FC236}">
                <a16:creationId xmlns:a16="http://schemas.microsoft.com/office/drawing/2014/main" id="{2E7DEDF6-6A29-42C7-47A8-481D143AEB3B}"/>
              </a:ext>
            </a:extLst>
          </p:cNvPr>
          <p:cNvSpPr/>
          <p:nvPr/>
        </p:nvSpPr>
        <p:spPr>
          <a:xfrm>
            <a:off x="1747452" y="1124744"/>
            <a:ext cx="640080" cy="5084252"/>
          </a:xfrm>
          <a:prstGeom prst="rect">
            <a:avLst/>
          </a:prstGeom>
          <a:solidFill>
            <a:srgbClr val="0D274D">
              <a:lumMod val="75000"/>
              <a:lumOff val="2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57" name="Rectangle 56">
            <a:extLst>
              <a:ext uri="{FF2B5EF4-FFF2-40B4-BE49-F238E27FC236}">
                <a16:creationId xmlns:a16="http://schemas.microsoft.com/office/drawing/2014/main" id="{06B11286-0FD8-22C6-0D49-1A6739E193BE}"/>
              </a:ext>
            </a:extLst>
          </p:cNvPr>
          <p:cNvSpPr/>
          <p:nvPr/>
        </p:nvSpPr>
        <p:spPr>
          <a:xfrm>
            <a:off x="2088142" y="1340768"/>
            <a:ext cx="289558" cy="2404872"/>
          </a:xfrm>
          <a:prstGeom prst="rect">
            <a:avLst/>
          </a:prstGeom>
          <a:solidFill>
            <a:srgbClr val="13386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58" name="Isosceles Triangle 57">
            <a:extLst>
              <a:ext uri="{FF2B5EF4-FFF2-40B4-BE49-F238E27FC236}">
                <a16:creationId xmlns:a16="http://schemas.microsoft.com/office/drawing/2014/main" id="{7F32132A-608F-E52B-EAFA-C4ADC785DA62}"/>
              </a:ext>
            </a:extLst>
          </p:cNvPr>
          <p:cNvSpPr/>
          <p:nvPr/>
        </p:nvSpPr>
        <p:spPr>
          <a:xfrm rot="16200000">
            <a:off x="-295580" y="1683676"/>
            <a:ext cx="3447288" cy="1609344"/>
          </a:xfrm>
          <a:prstGeom prst="triangle">
            <a:avLst/>
          </a:prstGeom>
          <a:solidFill>
            <a:srgbClr val="414244">
              <a:lumMod val="50000"/>
              <a:alpha val="50000"/>
            </a:srgbClr>
          </a:solidFill>
          <a:ln w="25400" cap="flat" cmpd="sng" algn="ctr">
            <a:noFill/>
            <a:prstDash val="solid"/>
          </a:ln>
          <a:effectLst>
            <a:softEdge rad="39370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59" name="Freeform: Shape 58">
            <a:extLst>
              <a:ext uri="{FF2B5EF4-FFF2-40B4-BE49-F238E27FC236}">
                <a16:creationId xmlns:a16="http://schemas.microsoft.com/office/drawing/2014/main" id="{6D09B288-0E26-51B3-1F12-6D2582B13D1C}"/>
              </a:ext>
            </a:extLst>
          </p:cNvPr>
          <p:cNvSpPr/>
          <p:nvPr/>
        </p:nvSpPr>
        <p:spPr>
          <a:xfrm>
            <a:off x="1499090" y="2035712"/>
            <a:ext cx="899158" cy="1709928"/>
          </a:xfrm>
          <a:custGeom>
            <a:avLst/>
            <a:gdLst>
              <a:gd name="connsiteX0" fmla="*/ 0 w 899158"/>
              <a:gd name="connsiteY0" fmla="*/ 0 h 1709928"/>
              <a:gd name="connsiteX1" fmla="*/ 636494 w 899158"/>
              <a:gd name="connsiteY1" fmla="*/ 0 h 1709928"/>
              <a:gd name="connsiteX2" fmla="*/ 899158 w 899158"/>
              <a:gd name="connsiteY2" fmla="*/ 1709928 h 1709928"/>
              <a:gd name="connsiteX3" fmla="*/ 262664 w 899158"/>
              <a:gd name="connsiteY3" fmla="*/ 1709928 h 1709928"/>
            </a:gdLst>
            <a:ahLst/>
            <a:cxnLst>
              <a:cxn ang="0">
                <a:pos x="connsiteX0" y="connsiteY0"/>
              </a:cxn>
              <a:cxn ang="0">
                <a:pos x="connsiteX1" y="connsiteY1"/>
              </a:cxn>
              <a:cxn ang="0">
                <a:pos x="connsiteX2" y="connsiteY2"/>
              </a:cxn>
              <a:cxn ang="0">
                <a:pos x="connsiteX3" y="connsiteY3"/>
              </a:cxn>
            </a:cxnLst>
            <a:rect l="l" t="t" r="r" b="b"/>
            <a:pathLst>
              <a:path w="899158" h="1709928">
                <a:moveTo>
                  <a:pt x="0" y="0"/>
                </a:moveTo>
                <a:lnTo>
                  <a:pt x="636494" y="0"/>
                </a:lnTo>
                <a:lnTo>
                  <a:pt x="899158" y="1709928"/>
                </a:lnTo>
                <a:lnTo>
                  <a:pt x="262664" y="1709928"/>
                </a:lnTo>
                <a:close/>
              </a:path>
            </a:pathLst>
          </a:custGeom>
          <a:gradFill flip="none" rotWithShape="1">
            <a:gsLst>
              <a:gs pos="78000">
                <a:srgbClr val="397CDF"/>
              </a:gs>
              <a:gs pos="28000">
                <a:srgbClr val="133A73"/>
              </a:gs>
              <a:gs pos="0">
                <a:srgbClr val="1C55A7"/>
              </a:gs>
              <a:gs pos="100000">
                <a:srgbClr val="5E94E4"/>
              </a:gs>
            </a:gsLst>
            <a:lin ang="16200000" scaled="1"/>
            <a:tileRect/>
          </a:gradFill>
          <a:ln w="25400" cap="flat" cmpd="sng" algn="ctr">
            <a:no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60" name="Freeform: Shape 59">
            <a:extLst>
              <a:ext uri="{FF2B5EF4-FFF2-40B4-BE49-F238E27FC236}">
                <a16:creationId xmlns:a16="http://schemas.microsoft.com/office/drawing/2014/main" id="{B747BA22-6885-424C-353A-BCA57AE93612}"/>
              </a:ext>
            </a:extLst>
          </p:cNvPr>
          <p:cNvSpPr/>
          <p:nvPr/>
        </p:nvSpPr>
        <p:spPr>
          <a:xfrm flipH="1">
            <a:off x="1498206" y="1340768"/>
            <a:ext cx="899158" cy="694944"/>
          </a:xfrm>
          <a:custGeom>
            <a:avLst/>
            <a:gdLst>
              <a:gd name="connsiteX0" fmla="*/ 0 w 899158"/>
              <a:gd name="connsiteY0" fmla="*/ 0 h 1709928"/>
              <a:gd name="connsiteX1" fmla="*/ 636494 w 899158"/>
              <a:gd name="connsiteY1" fmla="*/ 0 h 1709928"/>
              <a:gd name="connsiteX2" fmla="*/ 899158 w 899158"/>
              <a:gd name="connsiteY2" fmla="*/ 1709928 h 1709928"/>
              <a:gd name="connsiteX3" fmla="*/ 262664 w 899158"/>
              <a:gd name="connsiteY3" fmla="*/ 1709928 h 1709928"/>
            </a:gdLst>
            <a:ahLst/>
            <a:cxnLst>
              <a:cxn ang="0">
                <a:pos x="connsiteX0" y="connsiteY0"/>
              </a:cxn>
              <a:cxn ang="0">
                <a:pos x="connsiteX1" y="connsiteY1"/>
              </a:cxn>
              <a:cxn ang="0">
                <a:pos x="connsiteX2" y="connsiteY2"/>
              </a:cxn>
              <a:cxn ang="0">
                <a:pos x="connsiteX3" y="connsiteY3"/>
              </a:cxn>
            </a:cxnLst>
            <a:rect l="l" t="t" r="r" b="b"/>
            <a:pathLst>
              <a:path w="899158" h="1709928">
                <a:moveTo>
                  <a:pt x="0" y="0"/>
                </a:moveTo>
                <a:lnTo>
                  <a:pt x="636494" y="0"/>
                </a:lnTo>
                <a:lnTo>
                  <a:pt x="899158" y="1709928"/>
                </a:lnTo>
                <a:lnTo>
                  <a:pt x="262664" y="1709928"/>
                </a:lnTo>
                <a:close/>
              </a:path>
            </a:pathLst>
          </a:custGeom>
          <a:gradFill flip="none" rotWithShape="1">
            <a:gsLst>
              <a:gs pos="0">
                <a:srgbClr val="1C55A7"/>
              </a:gs>
              <a:gs pos="100000">
                <a:srgbClr val="2267CC"/>
              </a:gs>
            </a:gsLst>
            <a:lin ang="16200000" scaled="1"/>
            <a:tileRect/>
          </a:gradFill>
          <a:ln w="25400" cap="flat" cmpd="sng" algn="ctr">
            <a:no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61" name="Rectangle 60">
            <a:extLst>
              <a:ext uri="{FF2B5EF4-FFF2-40B4-BE49-F238E27FC236}">
                <a16:creationId xmlns:a16="http://schemas.microsoft.com/office/drawing/2014/main" id="{493FCF38-6B16-7941-07B9-8BB924EC0DF8}"/>
              </a:ext>
            </a:extLst>
          </p:cNvPr>
          <p:cNvSpPr/>
          <p:nvPr/>
        </p:nvSpPr>
        <p:spPr>
          <a:xfrm>
            <a:off x="2374940" y="1124744"/>
            <a:ext cx="640080" cy="5082016"/>
          </a:xfrm>
          <a:prstGeom prst="rect">
            <a:avLst/>
          </a:prstGeom>
          <a:solidFill>
            <a:srgbClr val="0D274D">
              <a:lumMod val="50000"/>
              <a:lumOff val="50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62" name="Rectangle 61">
            <a:extLst>
              <a:ext uri="{FF2B5EF4-FFF2-40B4-BE49-F238E27FC236}">
                <a16:creationId xmlns:a16="http://schemas.microsoft.com/office/drawing/2014/main" id="{DDFD9F40-DB1F-E71A-2A7B-2818E2E2549F}"/>
              </a:ext>
            </a:extLst>
          </p:cNvPr>
          <p:cNvSpPr/>
          <p:nvPr/>
        </p:nvSpPr>
        <p:spPr>
          <a:xfrm>
            <a:off x="2745751" y="2343514"/>
            <a:ext cx="289558" cy="2404872"/>
          </a:xfrm>
          <a:prstGeom prst="rect">
            <a:avLst/>
          </a:prstGeom>
          <a:solidFill>
            <a:srgbClr val="1F5DB7"/>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63" name="Isosceles Triangle 62">
            <a:extLst>
              <a:ext uri="{FF2B5EF4-FFF2-40B4-BE49-F238E27FC236}">
                <a16:creationId xmlns:a16="http://schemas.microsoft.com/office/drawing/2014/main" id="{77D9E481-D6DD-4BF9-8D37-E4CED6E2DA27}"/>
              </a:ext>
            </a:extLst>
          </p:cNvPr>
          <p:cNvSpPr/>
          <p:nvPr/>
        </p:nvSpPr>
        <p:spPr>
          <a:xfrm rot="16200000">
            <a:off x="523817" y="3051828"/>
            <a:ext cx="3447288" cy="1609344"/>
          </a:xfrm>
          <a:prstGeom prst="triangle">
            <a:avLst/>
          </a:prstGeom>
          <a:solidFill>
            <a:srgbClr val="414244">
              <a:lumMod val="50000"/>
              <a:alpha val="50000"/>
            </a:srgbClr>
          </a:solidFill>
          <a:ln w="25400" cap="flat" cmpd="sng" algn="ctr">
            <a:noFill/>
            <a:prstDash val="solid"/>
          </a:ln>
          <a:effectLst>
            <a:softEdge rad="39370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64" name="Isosceles Triangle 63">
            <a:extLst>
              <a:ext uri="{FF2B5EF4-FFF2-40B4-BE49-F238E27FC236}">
                <a16:creationId xmlns:a16="http://schemas.microsoft.com/office/drawing/2014/main" id="{BBF8940B-8080-150E-AAEB-E5F057B688EA}"/>
              </a:ext>
            </a:extLst>
          </p:cNvPr>
          <p:cNvSpPr/>
          <p:nvPr/>
        </p:nvSpPr>
        <p:spPr>
          <a:xfrm rot="16200000">
            <a:off x="307793" y="2259740"/>
            <a:ext cx="3447288" cy="1609344"/>
          </a:xfrm>
          <a:prstGeom prst="triangle">
            <a:avLst/>
          </a:prstGeom>
          <a:solidFill>
            <a:srgbClr val="414244">
              <a:lumMod val="50000"/>
              <a:alpha val="50000"/>
            </a:srgbClr>
          </a:solidFill>
          <a:ln w="25400" cap="flat" cmpd="sng" algn="ctr">
            <a:noFill/>
            <a:prstDash val="solid"/>
          </a:ln>
          <a:effectLst>
            <a:softEdge rad="39370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65" name="Freeform: Shape 64">
            <a:extLst>
              <a:ext uri="{FF2B5EF4-FFF2-40B4-BE49-F238E27FC236}">
                <a16:creationId xmlns:a16="http://schemas.microsoft.com/office/drawing/2014/main" id="{F0837554-5D34-9169-B6E2-61CE11C9B2F7}"/>
              </a:ext>
            </a:extLst>
          </p:cNvPr>
          <p:cNvSpPr/>
          <p:nvPr/>
        </p:nvSpPr>
        <p:spPr>
          <a:xfrm>
            <a:off x="2122791" y="3024312"/>
            <a:ext cx="899158" cy="1709928"/>
          </a:xfrm>
          <a:custGeom>
            <a:avLst/>
            <a:gdLst>
              <a:gd name="connsiteX0" fmla="*/ 0 w 899158"/>
              <a:gd name="connsiteY0" fmla="*/ 0 h 1709928"/>
              <a:gd name="connsiteX1" fmla="*/ 636494 w 899158"/>
              <a:gd name="connsiteY1" fmla="*/ 0 h 1709928"/>
              <a:gd name="connsiteX2" fmla="*/ 899158 w 899158"/>
              <a:gd name="connsiteY2" fmla="*/ 1709928 h 1709928"/>
              <a:gd name="connsiteX3" fmla="*/ 262664 w 899158"/>
              <a:gd name="connsiteY3" fmla="*/ 1709928 h 1709928"/>
            </a:gdLst>
            <a:ahLst/>
            <a:cxnLst>
              <a:cxn ang="0">
                <a:pos x="connsiteX0" y="connsiteY0"/>
              </a:cxn>
              <a:cxn ang="0">
                <a:pos x="connsiteX1" y="connsiteY1"/>
              </a:cxn>
              <a:cxn ang="0">
                <a:pos x="connsiteX2" y="connsiteY2"/>
              </a:cxn>
              <a:cxn ang="0">
                <a:pos x="connsiteX3" y="connsiteY3"/>
              </a:cxn>
            </a:cxnLst>
            <a:rect l="l" t="t" r="r" b="b"/>
            <a:pathLst>
              <a:path w="899158" h="1709928">
                <a:moveTo>
                  <a:pt x="0" y="0"/>
                </a:moveTo>
                <a:lnTo>
                  <a:pt x="636494" y="0"/>
                </a:lnTo>
                <a:lnTo>
                  <a:pt x="899158" y="1709928"/>
                </a:lnTo>
                <a:lnTo>
                  <a:pt x="262664" y="1709928"/>
                </a:lnTo>
                <a:close/>
              </a:path>
            </a:pathLst>
          </a:custGeom>
          <a:gradFill flip="none" rotWithShape="1">
            <a:gsLst>
              <a:gs pos="63000">
                <a:srgbClr val="719BD9"/>
              </a:gs>
              <a:gs pos="26000">
                <a:srgbClr val="1E5BB4"/>
              </a:gs>
              <a:gs pos="0">
                <a:srgbClr val="4B88E1"/>
              </a:gs>
              <a:gs pos="100000">
                <a:srgbClr val="689BE6"/>
              </a:gs>
            </a:gsLst>
            <a:lin ang="16200000" scaled="1"/>
            <a:tileRect/>
          </a:gradFill>
          <a:ln w="25400" cap="flat" cmpd="sng" algn="ctr">
            <a:no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66" name="Freeform: Shape 65">
            <a:extLst>
              <a:ext uri="{FF2B5EF4-FFF2-40B4-BE49-F238E27FC236}">
                <a16:creationId xmlns:a16="http://schemas.microsoft.com/office/drawing/2014/main" id="{F3766265-8C7F-3198-532A-D6168A2FCFE6}"/>
              </a:ext>
            </a:extLst>
          </p:cNvPr>
          <p:cNvSpPr/>
          <p:nvPr/>
        </p:nvSpPr>
        <p:spPr>
          <a:xfrm flipH="1">
            <a:off x="2122791" y="2329368"/>
            <a:ext cx="899158" cy="694944"/>
          </a:xfrm>
          <a:custGeom>
            <a:avLst/>
            <a:gdLst>
              <a:gd name="connsiteX0" fmla="*/ 0 w 899158"/>
              <a:gd name="connsiteY0" fmla="*/ 0 h 1709928"/>
              <a:gd name="connsiteX1" fmla="*/ 636494 w 899158"/>
              <a:gd name="connsiteY1" fmla="*/ 0 h 1709928"/>
              <a:gd name="connsiteX2" fmla="*/ 899158 w 899158"/>
              <a:gd name="connsiteY2" fmla="*/ 1709928 h 1709928"/>
              <a:gd name="connsiteX3" fmla="*/ 262664 w 899158"/>
              <a:gd name="connsiteY3" fmla="*/ 1709928 h 1709928"/>
            </a:gdLst>
            <a:ahLst/>
            <a:cxnLst>
              <a:cxn ang="0">
                <a:pos x="connsiteX0" y="connsiteY0"/>
              </a:cxn>
              <a:cxn ang="0">
                <a:pos x="connsiteX1" y="connsiteY1"/>
              </a:cxn>
              <a:cxn ang="0">
                <a:pos x="connsiteX2" y="connsiteY2"/>
              </a:cxn>
              <a:cxn ang="0">
                <a:pos x="connsiteX3" y="connsiteY3"/>
              </a:cxn>
            </a:cxnLst>
            <a:rect l="l" t="t" r="r" b="b"/>
            <a:pathLst>
              <a:path w="899158" h="1709928">
                <a:moveTo>
                  <a:pt x="0" y="0"/>
                </a:moveTo>
                <a:lnTo>
                  <a:pt x="636494" y="0"/>
                </a:lnTo>
                <a:lnTo>
                  <a:pt x="899158" y="1709928"/>
                </a:lnTo>
                <a:lnTo>
                  <a:pt x="262664" y="1709928"/>
                </a:lnTo>
                <a:close/>
              </a:path>
            </a:pathLst>
          </a:custGeom>
          <a:gradFill flip="none" rotWithShape="1">
            <a:gsLst>
              <a:gs pos="0">
                <a:srgbClr val="4583DF"/>
              </a:gs>
              <a:gs pos="100000">
                <a:srgbClr val="2267CC"/>
              </a:gs>
            </a:gsLst>
            <a:lin ang="16200000" scaled="1"/>
            <a:tileRect/>
          </a:gradFill>
          <a:ln w="25400" cap="flat" cmpd="sng" algn="ctr">
            <a:no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67" name="Rectangle 66">
            <a:extLst>
              <a:ext uri="{FF2B5EF4-FFF2-40B4-BE49-F238E27FC236}">
                <a16:creationId xmlns:a16="http://schemas.microsoft.com/office/drawing/2014/main" id="{932FB68C-7104-75F1-C9EE-AE7033E7E811}"/>
              </a:ext>
            </a:extLst>
          </p:cNvPr>
          <p:cNvSpPr/>
          <p:nvPr/>
        </p:nvSpPr>
        <p:spPr>
          <a:xfrm>
            <a:off x="3007648" y="1124744"/>
            <a:ext cx="640080" cy="5088714"/>
          </a:xfrm>
          <a:prstGeom prst="rect">
            <a:avLst/>
          </a:prstGeom>
          <a:solidFill>
            <a:srgbClr val="0D274D">
              <a:lumMod val="25000"/>
              <a:lumOff val="7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68" name="Rectangle 67">
            <a:extLst>
              <a:ext uri="{FF2B5EF4-FFF2-40B4-BE49-F238E27FC236}">
                <a16:creationId xmlns:a16="http://schemas.microsoft.com/office/drawing/2014/main" id="{C1D48E97-8213-7402-6833-8C587D1B05E2}"/>
              </a:ext>
            </a:extLst>
          </p:cNvPr>
          <p:cNvSpPr/>
          <p:nvPr/>
        </p:nvSpPr>
        <p:spPr>
          <a:xfrm>
            <a:off x="3358170" y="3040352"/>
            <a:ext cx="289558" cy="2404872"/>
          </a:xfrm>
          <a:prstGeom prst="rect">
            <a:avLst/>
          </a:prstGeom>
          <a:solidFill>
            <a:srgbClr val="5790E3"/>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69" name="Isosceles Triangle 68">
            <a:extLst>
              <a:ext uri="{FF2B5EF4-FFF2-40B4-BE49-F238E27FC236}">
                <a16:creationId xmlns:a16="http://schemas.microsoft.com/office/drawing/2014/main" id="{52718E5E-4873-1954-569B-4137AC1CBA25}"/>
              </a:ext>
            </a:extLst>
          </p:cNvPr>
          <p:cNvSpPr/>
          <p:nvPr/>
        </p:nvSpPr>
        <p:spPr>
          <a:xfrm rot="16200000">
            <a:off x="938813" y="3348956"/>
            <a:ext cx="3447288" cy="1609344"/>
          </a:xfrm>
          <a:prstGeom prst="triangle">
            <a:avLst/>
          </a:prstGeom>
          <a:solidFill>
            <a:srgbClr val="414244">
              <a:lumMod val="50000"/>
              <a:alpha val="50000"/>
            </a:srgbClr>
          </a:solidFill>
          <a:ln w="25400" cap="flat" cmpd="sng" algn="ctr">
            <a:noFill/>
            <a:prstDash val="solid"/>
          </a:ln>
          <a:effectLst>
            <a:softEdge rad="393700"/>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70" name="Freeform: Shape 69">
            <a:extLst>
              <a:ext uri="{FF2B5EF4-FFF2-40B4-BE49-F238E27FC236}">
                <a16:creationId xmlns:a16="http://schemas.microsoft.com/office/drawing/2014/main" id="{5F5C4AF3-AE38-5FDD-6C10-3191870DB604}"/>
              </a:ext>
            </a:extLst>
          </p:cNvPr>
          <p:cNvSpPr/>
          <p:nvPr/>
        </p:nvSpPr>
        <p:spPr>
          <a:xfrm>
            <a:off x="2748570" y="3735296"/>
            <a:ext cx="899158" cy="1709928"/>
          </a:xfrm>
          <a:custGeom>
            <a:avLst/>
            <a:gdLst>
              <a:gd name="connsiteX0" fmla="*/ 0 w 899158"/>
              <a:gd name="connsiteY0" fmla="*/ 0 h 1709928"/>
              <a:gd name="connsiteX1" fmla="*/ 636494 w 899158"/>
              <a:gd name="connsiteY1" fmla="*/ 0 h 1709928"/>
              <a:gd name="connsiteX2" fmla="*/ 899158 w 899158"/>
              <a:gd name="connsiteY2" fmla="*/ 1709928 h 1709928"/>
              <a:gd name="connsiteX3" fmla="*/ 262664 w 899158"/>
              <a:gd name="connsiteY3" fmla="*/ 1709928 h 1709928"/>
            </a:gdLst>
            <a:ahLst/>
            <a:cxnLst>
              <a:cxn ang="0">
                <a:pos x="connsiteX0" y="connsiteY0"/>
              </a:cxn>
              <a:cxn ang="0">
                <a:pos x="connsiteX1" y="connsiteY1"/>
              </a:cxn>
              <a:cxn ang="0">
                <a:pos x="connsiteX2" y="connsiteY2"/>
              </a:cxn>
              <a:cxn ang="0">
                <a:pos x="connsiteX3" y="connsiteY3"/>
              </a:cxn>
            </a:cxnLst>
            <a:rect l="l" t="t" r="r" b="b"/>
            <a:pathLst>
              <a:path w="899158" h="1709928">
                <a:moveTo>
                  <a:pt x="0" y="0"/>
                </a:moveTo>
                <a:lnTo>
                  <a:pt x="636494" y="0"/>
                </a:lnTo>
                <a:lnTo>
                  <a:pt x="899158" y="1709928"/>
                </a:lnTo>
                <a:lnTo>
                  <a:pt x="262664" y="1709928"/>
                </a:lnTo>
                <a:close/>
              </a:path>
            </a:pathLst>
          </a:custGeom>
          <a:gradFill flip="none" rotWithShape="1">
            <a:gsLst>
              <a:gs pos="63000">
                <a:srgbClr val="C3D7F5"/>
              </a:gs>
              <a:gs pos="26000">
                <a:srgbClr val="5790E3"/>
              </a:gs>
              <a:gs pos="0">
                <a:srgbClr val="A5C4F0"/>
              </a:gs>
              <a:gs pos="100000">
                <a:srgbClr val="A5C4F0"/>
              </a:gs>
            </a:gsLst>
            <a:lin ang="16200000" scaled="1"/>
            <a:tileRect/>
          </a:gradFill>
          <a:ln w="25400" cap="flat" cmpd="sng" algn="ctr">
            <a:no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sp>
        <p:nvSpPr>
          <p:cNvPr id="71" name="Freeform: Shape 70">
            <a:extLst>
              <a:ext uri="{FF2B5EF4-FFF2-40B4-BE49-F238E27FC236}">
                <a16:creationId xmlns:a16="http://schemas.microsoft.com/office/drawing/2014/main" id="{09B65357-6D18-C953-9D06-F14C092C56AB}"/>
              </a:ext>
            </a:extLst>
          </p:cNvPr>
          <p:cNvSpPr/>
          <p:nvPr/>
        </p:nvSpPr>
        <p:spPr>
          <a:xfrm flipH="1">
            <a:off x="2748570" y="3040352"/>
            <a:ext cx="899158" cy="694944"/>
          </a:xfrm>
          <a:custGeom>
            <a:avLst/>
            <a:gdLst>
              <a:gd name="connsiteX0" fmla="*/ 0 w 899158"/>
              <a:gd name="connsiteY0" fmla="*/ 0 h 1709928"/>
              <a:gd name="connsiteX1" fmla="*/ 636494 w 899158"/>
              <a:gd name="connsiteY1" fmla="*/ 0 h 1709928"/>
              <a:gd name="connsiteX2" fmla="*/ 899158 w 899158"/>
              <a:gd name="connsiteY2" fmla="*/ 1709928 h 1709928"/>
              <a:gd name="connsiteX3" fmla="*/ 262664 w 899158"/>
              <a:gd name="connsiteY3" fmla="*/ 1709928 h 1709928"/>
            </a:gdLst>
            <a:ahLst/>
            <a:cxnLst>
              <a:cxn ang="0">
                <a:pos x="connsiteX0" y="connsiteY0"/>
              </a:cxn>
              <a:cxn ang="0">
                <a:pos x="connsiteX1" y="connsiteY1"/>
              </a:cxn>
              <a:cxn ang="0">
                <a:pos x="connsiteX2" y="connsiteY2"/>
              </a:cxn>
              <a:cxn ang="0">
                <a:pos x="connsiteX3" y="connsiteY3"/>
              </a:cxn>
            </a:cxnLst>
            <a:rect l="l" t="t" r="r" b="b"/>
            <a:pathLst>
              <a:path w="899158" h="1709928">
                <a:moveTo>
                  <a:pt x="0" y="0"/>
                </a:moveTo>
                <a:lnTo>
                  <a:pt x="636494" y="0"/>
                </a:lnTo>
                <a:lnTo>
                  <a:pt x="899158" y="1709928"/>
                </a:lnTo>
                <a:lnTo>
                  <a:pt x="262664" y="1709928"/>
                </a:lnTo>
                <a:close/>
              </a:path>
            </a:pathLst>
          </a:custGeom>
          <a:gradFill flip="none" rotWithShape="1">
            <a:gsLst>
              <a:gs pos="0">
                <a:srgbClr val="7BA8E9"/>
              </a:gs>
              <a:gs pos="100000">
                <a:srgbClr val="90B5EC"/>
              </a:gs>
            </a:gsLst>
            <a:lin ang="16200000" scaled="1"/>
            <a:tileRect/>
          </a:gradFill>
          <a:ln w="25400" cap="flat" cmpd="sng" algn="ctr">
            <a:noFill/>
            <a:prstDash val="solid"/>
          </a:ln>
          <a:effectLst/>
        </p:spPr>
        <p:txBody>
          <a:bodyPr wrap="square"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pic>
        <p:nvPicPr>
          <p:cNvPr id="77" name="Graphic 76" descr="Hierarchy with solid fill">
            <a:extLst>
              <a:ext uri="{FF2B5EF4-FFF2-40B4-BE49-F238E27FC236}">
                <a16:creationId xmlns:a16="http://schemas.microsoft.com/office/drawing/2014/main" id="{41D1A98B-629B-436B-B4F6-240CDE49790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658813" y="1484784"/>
            <a:ext cx="457200" cy="457200"/>
          </a:xfrm>
          <a:prstGeom prst="rect">
            <a:avLst/>
          </a:prstGeom>
        </p:spPr>
      </p:pic>
      <p:pic>
        <p:nvPicPr>
          <p:cNvPr id="78" name="Graphic 77" descr="Folder Search with solid fill">
            <a:extLst>
              <a:ext uri="{FF2B5EF4-FFF2-40B4-BE49-F238E27FC236}">
                <a16:creationId xmlns:a16="http://schemas.microsoft.com/office/drawing/2014/main" id="{91BBF470-EB11-C503-628E-E1BFC70B8569}"/>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232921" y="2620856"/>
            <a:ext cx="457200" cy="457200"/>
          </a:xfrm>
          <a:prstGeom prst="rect">
            <a:avLst/>
          </a:prstGeom>
        </p:spPr>
      </p:pic>
      <p:pic>
        <p:nvPicPr>
          <p:cNvPr id="79" name="Graphic 78" descr="Open envelope with solid fill">
            <a:extLst>
              <a:ext uri="{FF2B5EF4-FFF2-40B4-BE49-F238E27FC236}">
                <a16:creationId xmlns:a16="http://schemas.microsoft.com/office/drawing/2014/main" id="{A9C84622-29AE-C638-34E1-A41C49B8373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2954957" y="3201144"/>
            <a:ext cx="457200" cy="457200"/>
          </a:xfrm>
          <a:prstGeom prst="rect">
            <a:avLst/>
          </a:prstGeom>
        </p:spPr>
      </p:pic>
      <p:sp>
        <p:nvSpPr>
          <p:cNvPr id="86" name="TextBox 85">
            <a:extLst>
              <a:ext uri="{FF2B5EF4-FFF2-40B4-BE49-F238E27FC236}">
                <a16:creationId xmlns:a16="http://schemas.microsoft.com/office/drawing/2014/main" id="{2E4236ED-035F-6FE9-8D4A-E4C47C0D7FAB}"/>
              </a:ext>
            </a:extLst>
          </p:cNvPr>
          <p:cNvSpPr txBox="1"/>
          <p:nvPr/>
        </p:nvSpPr>
        <p:spPr>
          <a:xfrm>
            <a:off x="1775064" y="5486718"/>
            <a:ext cx="584856" cy="369332"/>
          </a:xfrm>
          <a:prstGeom prst="rect">
            <a:avLst/>
          </a:prstGeom>
          <a:noFill/>
        </p:spPr>
        <p:txBody>
          <a:bodyPr wrap="square" rtlCol="0">
            <a:spAutoFit/>
          </a:bodyPr>
          <a:lstStyle/>
          <a:p>
            <a:pPr algn="ctr"/>
            <a:r>
              <a:rPr lang="en-GB" dirty="0">
                <a:solidFill>
                  <a:srgbClr val="FFFFFF"/>
                </a:solidFill>
                <a:latin typeface="CiscoSansCHT Bold" pitchFamily="2" charset="-120"/>
                <a:ea typeface="CiscoSansCHT Bold" pitchFamily="2" charset="-120"/>
                <a:cs typeface="CiscoSansCHT Bold" pitchFamily="2" charset="-120"/>
              </a:rPr>
              <a:t>01</a:t>
            </a:r>
          </a:p>
        </p:txBody>
      </p:sp>
      <p:sp>
        <p:nvSpPr>
          <p:cNvPr id="87" name="TextBox 86">
            <a:extLst>
              <a:ext uri="{FF2B5EF4-FFF2-40B4-BE49-F238E27FC236}">
                <a16:creationId xmlns:a16="http://schemas.microsoft.com/office/drawing/2014/main" id="{B7FFCAD2-3AF6-2619-62ED-61CE8D0CC344}"/>
              </a:ext>
            </a:extLst>
          </p:cNvPr>
          <p:cNvSpPr txBox="1"/>
          <p:nvPr/>
        </p:nvSpPr>
        <p:spPr>
          <a:xfrm>
            <a:off x="2402552" y="5486718"/>
            <a:ext cx="584856" cy="369332"/>
          </a:xfrm>
          <a:prstGeom prst="rect">
            <a:avLst/>
          </a:prstGeom>
          <a:noFill/>
        </p:spPr>
        <p:txBody>
          <a:bodyPr wrap="square" rtlCol="0">
            <a:spAutoFit/>
          </a:bodyPr>
          <a:lstStyle/>
          <a:p>
            <a:pPr algn="ctr"/>
            <a:r>
              <a:rPr lang="en-GB" dirty="0">
                <a:solidFill>
                  <a:srgbClr val="FFFFFF"/>
                </a:solidFill>
                <a:latin typeface="CiscoSansCHT Bold" pitchFamily="2" charset="-120"/>
                <a:ea typeface="CiscoSansCHT Bold" pitchFamily="2" charset="-120"/>
                <a:cs typeface="CiscoSansCHT Bold" pitchFamily="2" charset="-120"/>
              </a:rPr>
              <a:t>02</a:t>
            </a:r>
          </a:p>
        </p:txBody>
      </p:sp>
      <p:sp>
        <p:nvSpPr>
          <p:cNvPr id="88" name="TextBox 87">
            <a:extLst>
              <a:ext uri="{FF2B5EF4-FFF2-40B4-BE49-F238E27FC236}">
                <a16:creationId xmlns:a16="http://schemas.microsoft.com/office/drawing/2014/main" id="{F6C75859-AA59-4065-7A28-4BACCC7B0A65}"/>
              </a:ext>
            </a:extLst>
          </p:cNvPr>
          <p:cNvSpPr txBox="1"/>
          <p:nvPr/>
        </p:nvSpPr>
        <p:spPr>
          <a:xfrm>
            <a:off x="3035260" y="5486718"/>
            <a:ext cx="584856" cy="369332"/>
          </a:xfrm>
          <a:prstGeom prst="rect">
            <a:avLst/>
          </a:prstGeom>
          <a:noFill/>
        </p:spPr>
        <p:txBody>
          <a:bodyPr wrap="square" rtlCol="0">
            <a:spAutoFit/>
          </a:bodyPr>
          <a:lstStyle/>
          <a:p>
            <a:pPr algn="ctr"/>
            <a:r>
              <a:rPr lang="en-GB" dirty="0">
                <a:solidFill>
                  <a:srgbClr val="FFFFFF"/>
                </a:solidFill>
                <a:latin typeface="CiscoSansCHT Bold" pitchFamily="2" charset="-120"/>
                <a:ea typeface="CiscoSansCHT Bold" pitchFamily="2" charset="-120"/>
                <a:cs typeface="CiscoSansCHT Bold" pitchFamily="2" charset="-120"/>
              </a:rPr>
              <a:t>03</a:t>
            </a:r>
          </a:p>
        </p:txBody>
      </p:sp>
      <p:grpSp>
        <p:nvGrpSpPr>
          <p:cNvPr id="90" name="Group 89">
            <a:extLst>
              <a:ext uri="{FF2B5EF4-FFF2-40B4-BE49-F238E27FC236}">
                <a16:creationId xmlns:a16="http://schemas.microsoft.com/office/drawing/2014/main" id="{FF462DD7-6FF0-CB13-CA1B-5A00F05ED0FA}"/>
              </a:ext>
            </a:extLst>
          </p:cNvPr>
          <p:cNvGrpSpPr/>
          <p:nvPr/>
        </p:nvGrpSpPr>
        <p:grpSpPr>
          <a:xfrm>
            <a:off x="3935760" y="4869160"/>
            <a:ext cx="7407761" cy="1011198"/>
            <a:chOff x="3989070" y="3504386"/>
            <a:chExt cx="7407761" cy="1011198"/>
          </a:xfrm>
        </p:grpSpPr>
        <p:grpSp>
          <p:nvGrpSpPr>
            <p:cNvPr id="91" name="Group 90">
              <a:extLst>
                <a:ext uri="{FF2B5EF4-FFF2-40B4-BE49-F238E27FC236}">
                  <a16:creationId xmlns:a16="http://schemas.microsoft.com/office/drawing/2014/main" id="{3F133E7C-0D61-A3A9-EA56-EE0530DD212C}"/>
                </a:ext>
              </a:extLst>
            </p:cNvPr>
            <p:cNvGrpSpPr/>
            <p:nvPr/>
          </p:nvGrpSpPr>
          <p:grpSpPr>
            <a:xfrm>
              <a:off x="3989070" y="3601184"/>
              <a:ext cx="914400" cy="914400"/>
              <a:chOff x="3985260" y="3514344"/>
              <a:chExt cx="914400" cy="914400"/>
            </a:xfrm>
          </p:grpSpPr>
          <p:sp>
            <p:nvSpPr>
              <p:cNvPr id="93" name="Oval 92">
                <a:extLst>
                  <a:ext uri="{FF2B5EF4-FFF2-40B4-BE49-F238E27FC236}">
                    <a16:creationId xmlns:a16="http://schemas.microsoft.com/office/drawing/2014/main" id="{329B7031-135A-D10C-DD60-2355178C4A72}"/>
                  </a:ext>
                </a:extLst>
              </p:cNvPr>
              <p:cNvSpPr/>
              <p:nvPr/>
            </p:nvSpPr>
            <p:spPr>
              <a:xfrm>
                <a:off x="3985260" y="3514344"/>
                <a:ext cx="914400" cy="914400"/>
              </a:xfrm>
              <a:prstGeom prst="ellipse">
                <a:avLst/>
              </a:prstGeom>
              <a:solidFill>
                <a:srgbClr val="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pic>
            <p:nvPicPr>
              <p:cNvPr id="94" name="Graphic 93" descr="Open envelope with solid fill">
                <a:extLst>
                  <a:ext uri="{FF2B5EF4-FFF2-40B4-BE49-F238E27FC236}">
                    <a16:creationId xmlns:a16="http://schemas.microsoft.com/office/drawing/2014/main" id="{213690C3-C2E0-3665-1EBC-DD174595438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3985260" y="3514344"/>
                <a:ext cx="914400" cy="914400"/>
              </a:xfrm>
              <a:prstGeom prst="rect">
                <a:avLst/>
              </a:prstGeom>
              <a:effectLst>
                <a:outerShdw blurRad="50800" dist="38100" dir="8100000" algn="tr" rotWithShape="0">
                  <a:prstClr val="black">
                    <a:alpha val="40000"/>
                  </a:prstClr>
                </a:outerShdw>
              </a:effectLst>
            </p:spPr>
          </p:pic>
        </p:grpSp>
        <p:sp>
          <p:nvSpPr>
            <p:cNvPr id="92" name="TextBox 91">
              <a:extLst>
                <a:ext uri="{FF2B5EF4-FFF2-40B4-BE49-F238E27FC236}">
                  <a16:creationId xmlns:a16="http://schemas.microsoft.com/office/drawing/2014/main" id="{BF3F3454-7BC6-C88D-42CF-F3652E8A068D}"/>
                </a:ext>
              </a:extLst>
            </p:cNvPr>
            <p:cNvSpPr txBox="1"/>
            <p:nvPr/>
          </p:nvSpPr>
          <p:spPr>
            <a:xfrm>
              <a:off x="5582936" y="3504386"/>
              <a:ext cx="5813895" cy="86177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bg1">
                      <a:lumMod val="50000"/>
                      <a:lumOff val="50000"/>
                    </a:schemeClr>
                  </a:solidFill>
                  <a:effectLst/>
                  <a:uLnTx/>
                  <a:uFillTx/>
                  <a:latin typeface="CiscoSansCHT Bold" pitchFamily="2" charset="-120"/>
                  <a:ea typeface="CiscoSansCHT Bold" pitchFamily="2" charset="-120"/>
                  <a:cs typeface="CiscoSansCHT Bold" pitchFamily="2" charset="-120"/>
                  <a:hlinkClick r:id="rId7">
                    <a:extLst>
                      <a:ext uri="{A12FA001-AC4F-418D-AE19-62706E023703}">
                        <ahyp:hlinkClr xmlns:ahyp="http://schemas.microsoft.com/office/drawing/2018/hyperlinkcolor" val="tx"/>
                      </a:ext>
                    </a:extLst>
                  </a:hlinkClick>
                </a:rPr>
                <a:t>Email Clickthrough</a:t>
              </a:r>
              <a:endParaRPr kumimoji="0" lang="en-GB" sz="1800" b="1" i="0" u="none" strike="noStrike" kern="0" cap="none" spc="0" normalizeH="0" baseline="0" noProof="0" dirty="0">
                <a:ln>
                  <a:noFill/>
                </a:ln>
                <a:solidFill>
                  <a:schemeClr val="bg1">
                    <a:lumMod val="50000"/>
                    <a:lumOff val="50000"/>
                  </a:schemeClr>
                </a:solidFill>
                <a:effectLst/>
                <a:uLnTx/>
                <a:uFillTx/>
                <a:latin typeface="CiscoSansCHT Bold" pitchFamily="2" charset="-120"/>
                <a:ea typeface="CiscoSansCHT Bold" pitchFamily="2" charset="-120"/>
                <a:cs typeface="CiscoSansCHT Bold" pitchFamily="2" charset="-12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lumMod val="50000"/>
                      <a:lumOff val="50000"/>
                    </a:schemeClr>
                  </a:solidFill>
                  <a:effectLst/>
                  <a:uLnTx/>
                  <a:uFillTx/>
                  <a:latin typeface="CiscoSansTT Light"/>
                </a:rPr>
                <a:t>Example of Campaign tagging and Tracking from a customer clicking on an email</a:t>
              </a:r>
            </a:p>
          </p:txBody>
        </p:sp>
      </p:grpSp>
      <p:grpSp>
        <p:nvGrpSpPr>
          <p:cNvPr id="95" name="Group 94">
            <a:extLst>
              <a:ext uri="{FF2B5EF4-FFF2-40B4-BE49-F238E27FC236}">
                <a16:creationId xmlns:a16="http://schemas.microsoft.com/office/drawing/2014/main" id="{9A14A389-0BBE-2917-5712-4F349703B20D}"/>
              </a:ext>
            </a:extLst>
          </p:cNvPr>
          <p:cNvGrpSpPr/>
          <p:nvPr/>
        </p:nvGrpSpPr>
        <p:grpSpPr>
          <a:xfrm>
            <a:off x="3935760" y="3068960"/>
            <a:ext cx="7407761" cy="1011198"/>
            <a:chOff x="3989070" y="2009099"/>
            <a:chExt cx="7407761" cy="1011198"/>
          </a:xfrm>
        </p:grpSpPr>
        <p:grpSp>
          <p:nvGrpSpPr>
            <p:cNvPr id="96" name="Group 95">
              <a:extLst>
                <a:ext uri="{FF2B5EF4-FFF2-40B4-BE49-F238E27FC236}">
                  <a16:creationId xmlns:a16="http://schemas.microsoft.com/office/drawing/2014/main" id="{3687B1A6-945D-713B-12E7-2D7A479832B9}"/>
                </a:ext>
              </a:extLst>
            </p:cNvPr>
            <p:cNvGrpSpPr/>
            <p:nvPr/>
          </p:nvGrpSpPr>
          <p:grpSpPr>
            <a:xfrm>
              <a:off x="3989070" y="2105897"/>
              <a:ext cx="914400" cy="914400"/>
              <a:chOff x="3962400" y="2085253"/>
              <a:chExt cx="914400" cy="914400"/>
            </a:xfrm>
          </p:grpSpPr>
          <p:sp>
            <p:nvSpPr>
              <p:cNvPr id="98" name="Oval 97">
                <a:extLst>
                  <a:ext uri="{FF2B5EF4-FFF2-40B4-BE49-F238E27FC236}">
                    <a16:creationId xmlns:a16="http://schemas.microsoft.com/office/drawing/2014/main" id="{4888DD57-B8AC-C178-C0BE-5DD92B538A93}"/>
                  </a:ext>
                </a:extLst>
              </p:cNvPr>
              <p:cNvSpPr/>
              <p:nvPr/>
            </p:nvSpPr>
            <p:spPr>
              <a:xfrm>
                <a:off x="3962400" y="2085253"/>
                <a:ext cx="914400" cy="914400"/>
              </a:xfrm>
              <a:prstGeom prst="ellipse">
                <a:avLst/>
              </a:prstGeom>
              <a:solidFill>
                <a:srgbClr val="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pic>
            <p:nvPicPr>
              <p:cNvPr id="99" name="Graphic 98" descr="Folder Search with solid fill">
                <a:extLst>
                  <a:ext uri="{FF2B5EF4-FFF2-40B4-BE49-F238E27FC236}">
                    <a16:creationId xmlns:a16="http://schemas.microsoft.com/office/drawing/2014/main" id="{59BC3D62-88EB-1F3D-3D68-0B087E7CF4C5}"/>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3962400" y="2085253"/>
                <a:ext cx="914400" cy="914400"/>
              </a:xfrm>
              <a:prstGeom prst="rect">
                <a:avLst/>
              </a:prstGeom>
              <a:effectLst>
                <a:outerShdw blurRad="50800" dist="38100" dir="8100000" algn="tr" rotWithShape="0">
                  <a:prstClr val="black">
                    <a:alpha val="40000"/>
                  </a:prstClr>
                </a:outerShdw>
              </a:effectLst>
            </p:spPr>
          </p:pic>
        </p:grpSp>
        <p:sp>
          <p:nvSpPr>
            <p:cNvPr id="97" name="TextBox 96">
              <a:extLst>
                <a:ext uri="{FF2B5EF4-FFF2-40B4-BE49-F238E27FC236}">
                  <a16:creationId xmlns:a16="http://schemas.microsoft.com/office/drawing/2014/main" id="{6FFA07C6-C3C4-F640-EA0D-24272FC431FF}"/>
                </a:ext>
              </a:extLst>
            </p:cNvPr>
            <p:cNvSpPr txBox="1"/>
            <p:nvPr/>
          </p:nvSpPr>
          <p:spPr>
            <a:xfrm>
              <a:off x="5582936" y="2009099"/>
              <a:ext cx="5813895" cy="86177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rgbClr val="0D274D">
                      <a:lumMod val="50000"/>
                      <a:lumOff val="50000"/>
                    </a:srgbClr>
                  </a:solidFill>
                  <a:effectLst/>
                  <a:uLnTx/>
                  <a:uFillTx/>
                  <a:latin typeface="CiscoSansCHT Bold" pitchFamily="2" charset="-120"/>
                  <a:ea typeface="CiscoSansCHT Bold" pitchFamily="2" charset="-120"/>
                  <a:cs typeface="CiscoSansCHT Bold" pitchFamily="2" charset="-120"/>
                  <a:hlinkClick r:id="rId9"/>
                </a:rPr>
                <a:t>Organic or Direct Search</a:t>
              </a:r>
              <a:endParaRPr kumimoji="0" lang="en-GB" sz="1800" b="1" i="0" u="none" strike="noStrike" kern="0" cap="none" spc="0" normalizeH="0" baseline="0" noProof="0" dirty="0">
                <a:ln>
                  <a:noFill/>
                </a:ln>
                <a:solidFill>
                  <a:srgbClr val="0D274D">
                    <a:lumMod val="50000"/>
                    <a:lumOff val="50000"/>
                  </a:srgbClr>
                </a:solidFill>
                <a:effectLst/>
                <a:uLnTx/>
                <a:uFillTx/>
                <a:latin typeface="CiscoSansCHT Bold" pitchFamily="2" charset="-120"/>
                <a:ea typeface="CiscoSansCHT Bold" pitchFamily="2" charset="-120"/>
                <a:cs typeface="CiscoSansCHT Bold" pitchFamily="2" charset="-12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lumMod val="75000"/>
                      <a:lumOff val="25000"/>
                    </a:schemeClr>
                  </a:solidFill>
                  <a:effectLst/>
                  <a:uLnTx/>
                  <a:uFillTx/>
                  <a:latin typeface="CiscoSansTT Light"/>
                </a:rPr>
                <a:t>Example of Campaign </a:t>
              </a:r>
              <a:r>
                <a:rPr lang="en-GB" sz="1600" kern="0" dirty="0">
                  <a:solidFill>
                    <a:schemeClr val="bg1">
                      <a:lumMod val="75000"/>
                      <a:lumOff val="25000"/>
                    </a:schemeClr>
                  </a:solidFill>
                  <a:latin typeface="CiscoSansTT Light"/>
                </a:rPr>
                <a:t>Tagging and Tracking from a customers organic or direct search</a:t>
              </a:r>
              <a:endParaRPr kumimoji="0" lang="en-GB" sz="1600" b="0" i="0" u="none" strike="noStrike" kern="0" cap="none" spc="0" normalizeH="0" baseline="0" noProof="0" dirty="0">
                <a:ln>
                  <a:noFill/>
                </a:ln>
                <a:solidFill>
                  <a:schemeClr val="bg1">
                    <a:lumMod val="75000"/>
                    <a:lumOff val="25000"/>
                  </a:schemeClr>
                </a:solidFill>
                <a:effectLst/>
                <a:uLnTx/>
                <a:uFillTx/>
                <a:latin typeface="CiscoSansTT Light"/>
              </a:endParaRPr>
            </a:p>
          </p:txBody>
        </p:sp>
      </p:grpSp>
      <p:grpSp>
        <p:nvGrpSpPr>
          <p:cNvPr id="100" name="Group 99">
            <a:extLst>
              <a:ext uri="{FF2B5EF4-FFF2-40B4-BE49-F238E27FC236}">
                <a16:creationId xmlns:a16="http://schemas.microsoft.com/office/drawing/2014/main" id="{5759D4A8-EBC3-4747-B479-BBD13AC13C47}"/>
              </a:ext>
            </a:extLst>
          </p:cNvPr>
          <p:cNvGrpSpPr/>
          <p:nvPr/>
        </p:nvGrpSpPr>
        <p:grpSpPr>
          <a:xfrm>
            <a:off x="3935760" y="1268760"/>
            <a:ext cx="7407761" cy="1011198"/>
            <a:chOff x="3989070" y="513812"/>
            <a:chExt cx="7407761" cy="1011198"/>
          </a:xfrm>
        </p:grpSpPr>
        <p:grpSp>
          <p:nvGrpSpPr>
            <p:cNvPr id="101" name="Group 100">
              <a:extLst>
                <a:ext uri="{FF2B5EF4-FFF2-40B4-BE49-F238E27FC236}">
                  <a16:creationId xmlns:a16="http://schemas.microsoft.com/office/drawing/2014/main" id="{B2CF46CB-5FAD-35C5-92F0-08EF0711349A}"/>
                </a:ext>
              </a:extLst>
            </p:cNvPr>
            <p:cNvGrpSpPr/>
            <p:nvPr/>
          </p:nvGrpSpPr>
          <p:grpSpPr>
            <a:xfrm>
              <a:off x="3989070" y="610610"/>
              <a:ext cx="914400" cy="914400"/>
              <a:chOff x="3962400" y="646430"/>
              <a:chExt cx="914400" cy="914400"/>
            </a:xfrm>
          </p:grpSpPr>
          <p:sp>
            <p:nvSpPr>
              <p:cNvPr id="103" name="Oval 102">
                <a:extLst>
                  <a:ext uri="{FF2B5EF4-FFF2-40B4-BE49-F238E27FC236}">
                    <a16:creationId xmlns:a16="http://schemas.microsoft.com/office/drawing/2014/main" id="{713D2BC7-D1DC-6B10-9AAF-44AE2127F39B}"/>
                  </a:ext>
                </a:extLst>
              </p:cNvPr>
              <p:cNvSpPr/>
              <p:nvPr/>
            </p:nvSpPr>
            <p:spPr>
              <a:xfrm>
                <a:off x="3962400" y="646430"/>
                <a:ext cx="914400" cy="914400"/>
              </a:xfrm>
              <a:prstGeom prst="ellipse">
                <a:avLst/>
              </a:prstGeom>
              <a:solidFill>
                <a:srgbClr val="FFFFFF"/>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FFFFFF"/>
                  </a:solidFill>
                  <a:effectLst/>
                  <a:uLnTx/>
                  <a:uFillTx/>
                  <a:latin typeface="CiscoSansTT Light"/>
                  <a:ea typeface="+mn-ea"/>
                  <a:cs typeface="+mn-cs"/>
                </a:endParaRPr>
              </a:p>
            </p:txBody>
          </p:sp>
          <p:pic>
            <p:nvPicPr>
              <p:cNvPr id="104" name="Graphic 103" descr="Hierarchy with solid fill">
                <a:extLst>
                  <a:ext uri="{FF2B5EF4-FFF2-40B4-BE49-F238E27FC236}">
                    <a16:creationId xmlns:a16="http://schemas.microsoft.com/office/drawing/2014/main" id="{A64A3B45-B73A-B3A8-E0EB-F6AE3FB2363F}"/>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3962400" y="646430"/>
                <a:ext cx="914400" cy="914400"/>
              </a:xfrm>
              <a:prstGeom prst="rect">
                <a:avLst/>
              </a:prstGeom>
              <a:effectLst>
                <a:outerShdw blurRad="50800" dist="38100" dir="8100000" algn="tr" rotWithShape="0">
                  <a:prstClr val="black">
                    <a:alpha val="40000"/>
                  </a:prstClr>
                </a:outerShdw>
              </a:effectLst>
            </p:spPr>
          </p:pic>
        </p:grpSp>
        <p:sp>
          <p:nvSpPr>
            <p:cNvPr id="102" name="TextBox 101">
              <a:extLst>
                <a:ext uri="{FF2B5EF4-FFF2-40B4-BE49-F238E27FC236}">
                  <a16:creationId xmlns:a16="http://schemas.microsoft.com/office/drawing/2014/main" id="{7B17A257-BE93-E3CF-6028-4577BE62E016}"/>
                </a:ext>
              </a:extLst>
            </p:cNvPr>
            <p:cNvSpPr txBox="1"/>
            <p:nvPr/>
          </p:nvSpPr>
          <p:spPr>
            <a:xfrm>
              <a:off x="5582936" y="513812"/>
              <a:ext cx="5813895" cy="86177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dirty="0">
                  <a:ln>
                    <a:noFill/>
                  </a:ln>
                  <a:solidFill>
                    <a:schemeClr val="bg1">
                      <a:lumMod val="90000"/>
                      <a:lumOff val="10000"/>
                    </a:schemeClr>
                  </a:solidFill>
                  <a:effectLst/>
                  <a:uLnTx/>
                  <a:uFillTx/>
                  <a:latin typeface="CiscoSansCHT Bold" pitchFamily="2" charset="-120"/>
                  <a:ea typeface="CiscoSansCHT Bold" pitchFamily="2" charset="-120"/>
                  <a:cs typeface="CiscoSansCHT Bold" pitchFamily="2" charset="-120"/>
                  <a:hlinkClick r:id="rId11">
                    <a:extLst>
                      <a:ext uri="{A12FA001-AC4F-418D-AE19-62706E023703}">
                        <ahyp:hlinkClr xmlns:ahyp="http://schemas.microsoft.com/office/drawing/2018/hyperlinkcolor" val="tx"/>
                      </a:ext>
                    </a:extLst>
                  </a:hlinkClick>
                </a:rPr>
                <a:t>Precedence Logic Overview</a:t>
              </a:r>
              <a:endParaRPr kumimoji="0" lang="en-GB" sz="1800" b="1" i="0" u="none" strike="noStrike" kern="0" cap="none" spc="0" normalizeH="0" baseline="0" noProof="0" dirty="0">
                <a:ln>
                  <a:noFill/>
                </a:ln>
                <a:solidFill>
                  <a:schemeClr val="bg1">
                    <a:lumMod val="90000"/>
                    <a:lumOff val="10000"/>
                  </a:schemeClr>
                </a:solidFill>
                <a:effectLst/>
                <a:uLnTx/>
                <a:uFillTx/>
                <a:latin typeface="CiscoSansCHT Bold" pitchFamily="2" charset="-120"/>
                <a:ea typeface="CiscoSansCHT Bold" pitchFamily="2" charset="-120"/>
                <a:cs typeface="CiscoSansCHT Bold" pitchFamily="2" charset="-12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chemeClr val="bg1">
                      <a:lumMod val="90000"/>
                      <a:lumOff val="10000"/>
                    </a:schemeClr>
                  </a:solidFill>
                  <a:effectLst/>
                  <a:uLnTx/>
                  <a:uFillTx/>
                  <a:latin typeface="CiscoSansTT Light"/>
                </a:rPr>
                <a:t>High Level overview of logic in place to capture Campaign Tagging and Tracking </a:t>
              </a:r>
              <a:r>
                <a:rPr kumimoji="0" lang="en-GB" sz="1600" b="0" i="0" u="none" strike="noStrike" kern="0" cap="none" spc="0" normalizeH="0" baseline="0" noProof="0" dirty="0" err="1">
                  <a:ln>
                    <a:noFill/>
                  </a:ln>
                  <a:solidFill>
                    <a:schemeClr val="bg1">
                      <a:lumMod val="90000"/>
                      <a:lumOff val="10000"/>
                    </a:schemeClr>
                  </a:solidFill>
                  <a:effectLst/>
                  <a:uLnTx/>
                  <a:uFillTx/>
                  <a:latin typeface="CiscoSansTT Light"/>
                </a:rPr>
                <a:t>iDs</a:t>
              </a:r>
              <a:endParaRPr kumimoji="0" lang="en-GB" sz="1600" b="0" i="0" u="none" strike="noStrike" kern="0" cap="none" spc="0" normalizeH="0" baseline="0" noProof="0" dirty="0">
                <a:ln>
                  <a:noFill/>
                </a:ln>
                <a:solidFill>
                  <a:schemeClr val="bg1">
                    <a:lumMod val="90000"/>
                    <a:lumOff val="10000"/>
                  </a:schemeClr>
                </a:solidFill>
                <a:effectLst/>
                <a:uLnTx/>
                <a:uFillTx/>
                <a:latin typeface="CiscoSansTT Light"/>
              </a:endParaRPr>
            </a:p>
          </p:txBody>
        </p:sp>
      </p:grpSp>
      <p:sp>
        <p:nvSpPr>
          <p:cNvPr id="3" name="TextBox 2">
            <a:extLst>
              <a:ext uri="{FF2B5EF4-FFF2-40B4-BE49-F238E27FC236}">
                <a16:creationId xmlns:a16="http://schemas.microsoft.com/office/drawing/2014/main" id="{95BACEF2-85AD-16E6-71FB-A83D9311E973}"/>
              </a:ext>
            </a:extLst>
          </p:cNvPr>
          <p:cNvSpPr txBox="1"/>
          <p:nvPr/>
        </p:nvSpPr>
        <p:spPr>
          <a:xfrm>
            <a:off x="2999656" y="548680"/>
            <a:ext cx="7920880" cy="4154984"/>
          </a:xfrm>
          <a:prstGeom prst="rect">
            <a:avLst/>
          </a:prstGeom>
          <a:noFill/>
        </p:spPr>
        <p:txBody>
          <a:bodyPr wrap="square" rtlCol="0">
            <a:spAutoFit/>
          </a:bodyPr>
          <a:lstStyle/>
          <a:p>
            <a:r>
              <a:rPr lang="en-GB" sz="6600" dirty="0">
                <a:solidFill>
                  <a:srgbClr val="FF0000"/>
                </a:solidFill>
                <a:latin typeface="+mn-lt"/>
              </a:rPr>
              <a:t>Visuals need to be redone after Arun has implemented Fix</a:t>
            </a:r>
          </a:p>
        </p:txBody>
      </p:sp>
    </p:spTree>
    <p:extLst>
      <p:ext uri="{BB962C8B-B14F-4D97-AF65-F5344CB8AC3E}">
        <p14:creationId xmlns:p14="http://schemas.microsoft.com/office/powerpoint/2010/main" val="1575800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Marketing Starburst Light">
  <a:themeElements>
    <a:clrScheme name="Cisco Color Palette">
      <a:dk1>
        <a:srgbClr val="0D274D"/>
      </a:dk1>
      <a:lt1>
        <a:srgbClr val="414244"/>
      </a:lt1>
      <a:dk2>
        <a:srgbClr val="FFFFFF"/>
      </a:dk2>
      <a:lt2>
        <a:srgbClr val="0051AF"/>
      </a:lt2>
      <a:accent1>
        <a:srgbClr val="00BCEB"/>
      </a:accent1>
      <a:accent2>
        <a:srgbClr val="74BF4B"/>
      </a:accent2>
      <a:accent3>
        <a:srgbClr val="0051AF"/>
      </a:accent3>
      <a:accent4>
        <a:srgbClr val="E2E2E2"/>
      </a:accent4>
      <a:accent5>
        <a:srgbClr val="FBAB2C"/>
      </a:accent5>
      <a:accent6>
        <a:srgbClr val="E3241B"/>
      </a:accent6>
      <a:hlink>
        <a:srgbClr val="0050AE"/>
      </a:hlink>
      <a:folHlink>
        <a:srgbClr val="00BCEB"/>
      </a:folHlink>
    </a:clrScheme>
    <a:fontScheme name="Test">
      <a:majorFont>
        <a:latin typeface="CiscoSansTT Extra Light"/>
        <a:ea typeface=""/>
        <a:cs typeface=""/>
      </a:majorFont>
      <a:minorFont>
        <a:latin typeface="CiscoSansTT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smtClean="0">
            <a:latin typeface="+mn-lt"/>
          </a:defRPr>
        </a:defPPr>
      </a:lstStyle>
    </a:txDef>
  </a:objectDefaults>
  <a:extraClrSchemeLst/>
  <a:extLst>
    <a:ext uri="{05A4C25C-085E-4340-85A3-A5531E510DB2}">
      <thm15:themeFamily xmlns:thm15="http://schemas.microsoft.com/office/thememl/2012/main" name="Marketing Starburst Light" id="{43395D67-A67F-4CBE-ACC1-D5B320DBCBB4}" vid="{CAAC7B24-C118-4E58-B5F0-260CCAE4BC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39D6B2EE83DB14EAE4D4E887B3F81DB" ma:contentTypeVersion="11" ma:contentTypeDescription="Create a new document." ma:contentTypeScope="" ma:versionID="7cfedeb2a821f50de8ec69fdca3c6975">
  <xsd:schema xmlns:xsd="http://www.w3.org/2001/XMLSchema" xmlns:xs="http://www.w3.org/2001/XMLSchema" xmlns:p="http://schemas.microsoft.com/office/2006/metadata/properties" xmlns:ns2="6223803d-db04-4a26-90f0-03146355f1f7" xmlns:ns3="4870b60d-91a9-42aa-92e9-819e01b9fe5e" targetNamespace="http://schemas.microsoft.com/office/2006/metadata/properties" ma:root="true" ma:fieldsID="c55c233f9708fa5900bc8b0973ab318a" ns2:_="" ns3:_="">
    <xsd:import namespace="6223803d-db04-4a26-90f0-03146355f1f7"/>
    <xsd:import namespace="4870b60d-91a9-42aa-92e9-819e01b9fe5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MediaServiceGenerationTime" minOccurs="0"/>
                <xsd:element ref="ns2:MediaServiceEventHashCod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23803d-db04-4a26-90f0-03146355f1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70b60d-91a9-42aa-92e9-819e01b9fe5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C40C75-D05C-46A2-B251-066378B79F8A}">
  <ds:schemaRefs>
    <ds:schemaRef ds:uri="http://schemas.openxmlformats.org/package/2006/metadata/core-properties"/>
    <ds:schemaRef ds:uri="6223803d-db04-4a26-90f0-03146355f1f7"/>
    <ds:schemaRef ds:uri="http://purl.org/dc/terms/"/>
    <ds:schemaRef ds:uri="http://schemas.microsoft.com/office/2006/metadata/properties"/>
    <ds:schemaRef ds:uri="4870b60d-91a9-42aa-92e9-819e01b9fe5e"/>
    <ds:schemaRef ds:uri="http://purl.org/dc/dcmitype/"/>
    <ds:schemaRef ds:uri="http://schemas.microsoft.com/office/2006/documentManagement/types"/>
    <ds:schemaRef ds:uri="http://www.w3.org/XML/1998/namespace"/>
    <ds:schemaRef ds:uri="http://purl.org/dc/elements/1.1/"/>
    <ds:schemaRef ds:uri="http://schemas.microsoft.com/office/infopath/2007/PartnerControls"/>
  </ds:schemaRefs>
</ds:datastoreItem>
</file>

<file path=customXml/itemProps2.xml><?xml version="1.0" encoding="utf-8"?>
<ds:datastoreItem xmlns:ds="http://schemas.openxmlformats.org/officeDocument/2006/customXml" ds:itemID="{A0EE8B02-1EBD-492D-840C-37E328D4E7D2}">
  <ds:schemaRefs>
    <ds:schemaRef ds:uri="http://schemas.microsoft.com/sharepoint/v3/contenttype/forms"/>
  </ds:schemaRefs>
</ds:datastoreItem>
</file>

<file path=customXml/itemProps3.xml><?xml version="1.0" encoding="utf-8"?>
<ds:datastoreItem xmlns:ds="http://schemas.openxmlformats.org/officeDocument/2006/customXml" ds:itemID="{E044941B-BCF9-4E69-9CC3-E6D48FA363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223803d-db04-4a26-90f0-03146355f1f7"/>
    <ds:schemaRef ds:uri="4870b60d-91a9-42aa-92e9-819e01b9fe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8f49a32-fde3-48a5-9266-b5b0972a22dc}" enabled="1" method="Standard" siteId="{5ae1af62-9505-4097-a69a-c1553ef7840e}" removed="0"/>
</clbl:labelList>
</file>

<file path=docProps/app.xml><?xml version="1.0" encoding="utf-8"?>
<Properties xmlns="http://schemas.openxmlformats.org/officeDocument/2006/extended-properties" xmlns:vt="http://schemas.openxmlformats.org/officeDocument/2006/docPropsVTypes">
  <Template>Default Theme</Template>
  <TotalTime>2267</TotalTime>
  <Words>4331</Words>
  <Application>Microsoft Office PowerPoint</Application>
  <PresentationFormat>Widescreen</PresentationFormat>
  <Paragraphs>460</Paragraphs>
  <Slides>15</Slides>
  <Notes>10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CiscoSansTT ExtraLight</vt:lpstr>
      <vt:lpstr>CiscoSansTT Light</vt:lpstr>
      <vt:lpstr>CiscoSansTT</vt:lpstr>
      <vt:lpstr>Arial</vt:lpstr>
      <vt:lpstr>CiscoSansCHT Bold</vt:lpstr>
      <vt:lpstr>CiscoSansTT Medium</vt:lpstr>
      <vt:lpstr>Times New Roman</vt:lpstr>
      <vt:lpstr>Aptos</vt:lpstr>
      <vt:lpstr>Calibri</vt:lpstr>
      <vt:lpstr>CiscoSansTT Heavy</vt:lpstr>
      <vt:lpstr>Marketing Starburst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Chenery (achenery)</dc:creator>
  <cp:lastModifiedBy>Amanda Chenery (achenery)</cp:lastModifiedBy>
  <cp:revision>7</cp:revision>
  <dcterms:created xsi:type="dcterms:W3CDTF">2025-03-04T17:44:28Z</dcterms:created>
  <dcterms:modified xsi:type="dcterms:W3CDTF">2026-06-25T10:04:29Z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2025-03-04T18:24:59Z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59c37659-bc1e-44ea-b2d4-b577ecaa2f87</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Marketing Starburst Light:3</vt:lpwstr>
  </property>
  <property fmtid="{D5CDD505-2E9C-101B-9397-08002B2CF9AE}" pid="11" name="ClassificationContentMarkingFooterText">
    <vt:lpwstr>Cisco Confidential</vt:lpwstr>
  </property>
  <property fmtid="{D5CDD505-2E9C-101B-9397-08002B2CF9AE}" pid="12" name="ContentTypeId">
    <vt:lpwstr>0x010100A39D6B2EE83DB14EAE4D4E887B3F81DB</vt:lpwstr>
  </property>
</Properties>
</file>