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1.svg" ContentType="image/svg+xml"/>
  <Override PartName="/ppt/media/image10.svg" ContentType="image/svg+xml"/>
  <Override PartName="/ppt/media/image11.svg" ContentType="image/svg+xml"/>
  <Override PartName="/ppt/media/image12.svg" ContentType="image/svg+xml"/>
  <Override PartName="/ppt/media/image13.svg" ContentType="image/svg+xml"/>
  <Override PartName="/ppt/media/image14.svg" ContentType="image/svg+xml"/>
  <Override PartName="/ppt/media/image15.svg" ContentType="image/svg+xml"/>
  <Override PartName="/ppt/media/image16.svg" ContentType="image/svg+xml"/>
  <Override PartName="/ppt/media/image17.svg" ContentType="image/svg+xml"/>
  <Override PartName="/ppt/media/image18.svg" ContentType="image/svg+xml"/>
  <Override PartName="/ppt/media/image19.svg" ContentType="image/svg+xml"/>
  <Override PartName="/ppt/media/image20.svg" ContentType="image/svg+xml"/>
  <Override PartName="/ppt/media/image21.svg" ContentType="image/svg+xml"/>
  <Override PartName="/ppt/media/image27.svg" ContentType="image/svg+xml"/>
  <Override PartName="/ppt/media/image28.svg" ContentType="image/svg+xml"/>
  <Override PartName="/ppt/media/image32.svg" ContentType="image/svg+xml"/>
  <Override PartName="/ppt/media/image33.svg" ContentType="image/svg+xml"/>
  <Override PartName="/ppt/media/image34.svg" ContentType="image/svg+xml"/>
  <Override PartName="/ppt/media/image35.svg" ContentType="image/svg+xml"/>
  <Override PartName="/ppt/media/image36.svg" ContentType="image/svg+xml"/>
  <Override PartName="/ppt/media/image37.svg" ContentType="image/svg+xml"/>
  <Override PartName="/ppt/media/image38.svg" ContentType="image/svg+xml"/>
  <Override PartName="/ppt/media/image43.svg" ContentType="image/svg+xml"/>
  <Override PartName="/ppt/media/image44.svg" ContentType="image/svg+xml"/>
  <Override PartName="/ppt/media/image45.svg" ContentType="image/svg+xml"/>
  <Override PartName="/ppt/media/image46.svg" ContentType="image/svg+xml"/>
  <Override PartName="/ppt/media/image51.svg" ContentType="image/svg+xml"/>
  <Override PartName="/ppt/media/image52.svg" ContentType="image/svg+xml"/>
  <Override PartName="/ppt/media/image53.svg" ContentType="image/svg+xml"/>
  <Override PartName="/ppt/media/image8.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60" r:id="rId4"/>
  </p:sldMasterIdLst>
  <p:notesMasterIdLst>
    <p:notesMasterId r:id="rId39"/>
  </p:notesMasterIdLst>
  <p:sldIdLst>
    <p:sldId id="256" r:id="rId5"/>
    <p:sldId id="259" r:id="rId6"/>
    <p:sldId id="2147471123" r:id="rId7"/>
    <p:sldId id="2147471143" r:id="rId8"/>
    <p:sldId id="2147471110" r:id="rId9"/>
    <p:sldId id="2147471142" r:id="rId10"/>
    <p:sldId id="2147471105" r:id="rId11"/>
    <p:sldId id="2147471116" r:id="rId12"/>
    <p:sldId id="2147471106" r:id="rId13"/>
    <p:sldId id="2147471107" r:id="rId14"/>
    <p:sldId id="2147471108" r:id="rId15"/>
    <p:sldId id="2147471109" r:id="rId16"/>
    <p:sldId id="2147471112" r:id="rId17"/>
    <p:sldId id="2147471113" r:id="rId18"/>
    <p:sldId id="2147471122" r:id="rId19"/>
    <p:sldId id="2147471114" r:id="rId20"/>
    <p:sldId id="2147471111" r:id="rId21"/>
    <p:sldId id="2147471117" r:id="rId22"/>
    <p:sldId id="2147471118" r:id="rId23"/>
    <p:sldId id="2147471119" r:id="rId24"/>
    <p:sldId id="2147471120" r:id="rId25"/>
    <p:sldId id="2147471121" r:id="rId26"/>
    <p:sldId id="2147471144" r:id="rId27"/>
    <p:sldId id="2147471126" r:id="rId28"/>
    <p:sldId id="2147471128" r:id="rId29"/>
    <p:sldId id="2147471129" r:id="rId30"/>
    <p:sldId id="2147471130" r:id="rId31"/>
    <p:sldId id="2147471133" r:id="rId32"/>
    <p:sldId id="2147471135" r:id="rId33"/>
    <p:sldId id="2147471138" r:id="rId34"/>
    <p:sldId id="2147471140" r:id="rId35"/>
    <p:sldId id="2147471141" r:id="rId36"/>
    <p:sldId id="2147471124" r:id="rId37"/>
    <p:sldId id="2147471125" r:id="rId38"/>
  </p:sldIdLst>
  <p:sldSz cx="12192000" cy="6858000"/>
  <p:notesSz cx="6858000" cy="9144000"/>
  <p:embeddedFontLst>
    <p:embeddedFont>
      <p:font typeface="CiscoSansTT" panose="020B0503020201020303" pitchFamily="34" charset="0"/>
      <p:regular r:id="rId40"/>
      <p:bold r:id="rId41"/>
      <p:italic r:id="rId42"/>
      <p:boldItalic r:id="rId43"/>
    </p:embeddedFont>
    <p:embeddedFont>
      <p:font typeface="CiscoSansTT Medium" panose="020B0903020201020303" pitchFamily="34" charset="0"/>
      <p:regular r:id="rId44"/>
      <p:italic r:id="rId45"/>
    </p:embeddedFont>
    <p:embeddedFont>
      <p:font typeface="Impact" panose="020B0806030902050204" pitchFamily="34" charset="0"/>
      <p:regular r:id="rId46"/>
    </p:embeddedFont>
    <p:embeddedFont>
      <p:font typeface="MS PGothic" panose="020B0600070205080204" pitchFamily="34" charset="-128"/>
      <p:regular r:id="rId47"/>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2" pos="3840">
          <p15:clr>
            <a:srgbClr val="F26B43"/>
          </p15:clr>
        </p15:guide>
        <p15:guide id="3" orient="horz" pos="2160">
          <p15:clr>
            <a:srgbClr val="F26B43"/>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314DC83-90C6-4F83-A989-19751BEE823D}" v="299" dt="2026-08-17T16:40:20.97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006" autoAdjust="0"/>
    <p:restoredTop sz="89137" autoAdjust="0"/>
  </p:normalViewPr>
  <p:slideViewPr>
    <p:cSldViewPr snapToGrid="0">
      <p:cViewPr>
        <p:scale>
          <a:sx n="66" d="100"/>
          <a:sy n="66" d="100"/>
        </p:scale>
        <p:origin x="987" y="255"/>
      </p:cViewPr>
      <p:guideLst>
        <p:guide pos="3840"/>
        <p:guide orient="horz" pos="2160"/>
      </p:guideLst>
    </p:cSldViewPr>
  </p:slideViewPr>
  <p:notesTextViewPr>
    <p:cViewPr>
      <p:scale>
        <a:sx n="1" d="1"/>
        <a:sy n="1" d="1"/>
      </p:scale>
      <p:origin x="0" y="0"/>
    </p:cViewPr>
  </p:notesTextViewPr>
  <p:notesViewPr>
    <p:cSldViewPr snapToGrid="0">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notesMaster" Target="notesMasters/notesMaster1.xml"/><Relationship Id="rId40" Type="http://schemas.openxmlformats.org/officeDocument/2006/relationships/font" Target="fonts/font1.fntdata"/><Relationship Id="rId41" Type="http://schemas.openxmlformats.org/officeDocument/2006/relationships/font" Target="fonts/font2.fntdata"/><Relationship Id="rId42" Type="http://schemas.openxmlformats.org/officeDocument/2006/relationships/font" Target="fonts/font3.fntdata"/><Relationship Id="rId43" Type="http://schemas.openxmlformats.org/officeDocument/2006/relationships/font" Target="fonts/font4.fntdata"/><Relationship Id="rId44" Type="http://schemas.openxmlformats.org/officeDocument/2006/relationships/font" Target="fonts/font5.fntdata"/><Relationship Id="rId45" Type="http://schemas.openxmlformats.org/officeDocument/2006/relationships/font" Target="fonts/font6.fntdata"/><Relationship Id="rId46" Type="http://schemas.openxmlformats.org/officeDocument/2006/relationships/font" Target="fonts/font7.fntdata"/><Relationship Id="rId47" Type="http://schemas.openxmlformats.org/officeDocument/2006/relationships/font" Target="fonts/font8.fntdata"/><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5/10/relationships/revisionInfo" Target="revisionInfo.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E3D5C2C-4435-46CA-84BD-1B73AEB7204F}" type="datetimeFigureOut">
              <a:rPr lang="en-GB" smtClean="0"/>
              <a:t>17/08/2026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1745134-E21D-4697-9B99-A9763DB77AC4}" type="slidenum">
              <a:rPr lang="en-GB" smtClean="0"/>
              <a:t>‹#›</a:t>
            </a:fld>
            <a:endParaRPr lang="en-GB"/>
          </a:p>
        </p:txBody>
      </p:sp>
    </p:spTree>
    <p:extLst>
      <p:ext uri="{BB962C8B-B14F-4D97-AF65-F5344CB8AC3E}">
        <p14:creationId xmlns:p14="http://schemas.microsoft.com/office/powerpoint/2010/main" val="56001386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1745134-E21D-4697-9B99-A9763DB77AC4}" type="slidenum">
              <a:rPr lang="en-GB" smtClean="0"/>
              <a:t>6</a:t>
            </a:fld>
            <a:endParaRPr lang="en-GB"/>
          </a:p>
        </p:txBody>
      </p:sp>
    </p:spTree>
    <p:extLst>
      <p:ext uri="{BB962C8B-B14F-4D97-AF65-F5344CB8AC3E}">
        <p14:creationId xmlns:p14="http://schemas.microsoft.com/office/powerpoint/2010/main" val="131005351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1745134-E21D-4697-9B99-A9763DB77AC4}" type="slidenum">
              <a:rPr lang="en-GB" smtClean="0"/>
              <a:t>7</a:t>
            </a:fld>
            <a:endParaRPr lang="en-GB"/>
          </a:p>
        </p:txBody>
      </p:sp>
    </p:spTree>
    <p:extLst>
      <p:ext uri="{BB962C8B-B14F-4D97-AF65-F5344CB8AC3E}">
        <p14:creationId xmlns:p14="http://schemas.microsoft.com/office/powerpoint/2010/main" val="291582668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1745134-E21D-4697-9B99-A9763DB77AC4}" type="slidenum">
              <a:rPr lang="en-GB" smtClean="0"/>
              <a:t>18</a:t>
            </a:fld>
            <a:endParaRPr lang="en-GB"/>
          </a:p>
        </p:txBody>
      </p:sp>
    </p:spTree>
    <p:extLst>
      <p:ext uri="{BB962C8B-B14F-4D97-AF65-F5344CB8AC3E}">
        <p14:creationId xmlns:p14="http://schemas.microsoft.com/office/powerpoint/2010/main" val="65395521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1745134-E21D-4697-9B99-A9763DB77AC4}" type="slidenum">
              <a:rPr lang="en-GB" smtClean="0"/>
              <a:t>22</a:t>
            </a:fld>
            <a:endParaRPr lang="en-GB"/>
          </a:p>
        </p:txBody>
      </p:sp>
    </p:spTree>
    <p:extLst>
      <p:ext uri="{BB962C8B-B14F-4D97-AF65-F5344CB8AC3E}">
        <p14:creationId xmlns:p14="http://schemas.microsoft.com/office/powerpoint/2010/main" val="388612185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73BCC4-2C00-7BD3-7068-A3849F3F57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3C84019-3460-87D3-D577-607F0AC179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AEF30C5-5AA6-9BBF-26A9-4A22215D3FE6}"/>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51591CAD-6215-947C-D23E-F635BFA090C6}"/>
              </a:ext>
            </a:extLst>
          </p:cNvPr>
          <p:cNvSpPr>
            <a:spLocks noGrp="1"/>
          </p:cNvSpPr>
          <p:nvPr>
            <p:ph type="sldNum" sz="quarter" idx="5"/>
          </p:nvPr>
        </p:nvSpPr>
        <p:spPr/>
        <p:txBody>
          <a:bodyPr/>
          <a:lstStyle/>
          <a:p>
            <a:fld id="{71745134-E21D-4697-9B99-A9763DB77AC4}" type="slidenum">
              <a:rPr lang="en-GB" smtClean="0"/>
              <a:t>26</a:t>
            </a:fld>
            <a:endParaRPr lang="en-GB"/>
          </a:p>
        </p:txBody>
      </p:sp>
    </p:spTree>
    <p:extLst>
      <p:ext uri="{BB962C8B-B14F-4D97-AF65-F5344CB8AC3E}">
        <p14:creationId xmlns:p14="http://schemas.microsoft.com/office/powerpoint/2010/main" val="137855426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1745134-E21D-4697-9B99-A9763DB77AC4}" type="slidenum">
              <a:rPr lang="en-GB" smtClean="0"/>
              <a:t>30</a:t>
            </a:fld>
            <a:endParaRPr lang="en-GB"/>
          </a:p>
        </p:txBody>
      </p:sp>
    </p:spTree>
    <p:extLst>
      <p:ext uri="{BB962C8B-B14F-4D97-AF65-F5344CB8AC3E}">
        <p14:creationId xmlns:p14="http://schemas.microsoft.com/office/powerpoint/2010/main" val="243131647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48EC96-90C9-B095-F68F-56E8FD20299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AC6881-6CEB-C5D4-7373-B4ECB390B9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7BC8E3C-CC7E-90D5-712B-211B7D68046F}"/>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51D1F5D1-3BA5-59B3-6857-38F53795F7DD}"/>
              </a:ext>
            </a:extLst>
          </p:cNvPr>
          <p:cNvSpPr>
            <a:spLocks noGrp="1"/>
          </p:cNvSpPr>
          <p:nvPr>
            <p:ph type="sldNum" sz="quarter" idx="5"/>
          </p:nvPr>
        </p:nvSpPr>
        <p:spPr/>
        <p:txBody>
          <a:bodyPr/>
          <a:lstStyle/>
          <a:p>
            <a:fld id="{71745134-E21D-4697-9B99-A9763DB77AC4}" type="slidenum">
              <a:rPr lang="en-GB" smtClean="0"/>
              <a:t>31</a:t>
            </a:fld>
            <a:endParaRPr lang="en-GB"/>
          </a:p>
        </p:txBody>
      </p:sp>
    </p:spTree>
    <p:extLst>
      <p:ext uri="{BB962C8B-B14F-4D97-AF65-F5344CB8AC3E}">
        <p14:creationId xmlns:p14="http://schemas.microsoft.com/office/powerpoint/2010/main" val="400434159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1745134-E21D-4697-9B99-A9763DB77AC4}" type="slidenum">
              <a:rPr lang="en-GB" smtClean="0"/>
              <a:t>32</a:t>
            </a:fld>
            <a:endParaRPr lang="en-GB"/>
          </a:p>
        </p:txBody>
      </p:sp>
    </p:spTree>
    <p:extLst>
      <p:ext uri="{BB962C8B-B14F-4D97-AF65-F5344CB8AC3E}">
        <p14:creationId xmlns:p14="http://schemas.microsoft.com/office/powerpoint/2010/main" val="49720679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1745134-E21D-4697-9B99-A9763DB77AC4}" type="slidenum">
              <a:rPr lang="en-GB" smtClean="0"/>
              <a:t>34</a:t>
            </a:fld>
            <a:endParaRPr lang="en-GB"/>
          </a:p>
        </p:txBody>
      </p:sp>
    </p:spTree>
    <p:extLst>
      <p:ext uri="{BB962C8B-B14F-4D97-AF65-F5344CB8AC3E}">
        <p14:creationId xmlns:p14="http://schemas.microsoft.com/office/powerpoint/2010/main" val="298621152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p:cSld name="Title Slide 1, Two Speaker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0368B8A-B8FA-06EC-E6D8-DF0F60F2EFDC}"/>
              </a:ext>
            </a:extLst>
          </p:cNvPr>
          <p:cNvSpPr>
            <a:spLocks noGrp="1"/>
          </p:cNvSpPr>
          <p:nvPr>
            <p:ph type="title" hasCustomPrompt="1"/>
          </p:nvPr>
        </p:nvSpPr>
        <p:spPr>
          <a:xfrm>
            <a:off x="323850" y="1871345"/>
            <a:ext cx="5048063" cy="1555148"/>
          </a:xfrm>
        </p:spPr>
        <p:txBody>
          <a:bodyPr anchor="b" anchorCtr="0"/>
          <a:lstStyle>
            <a:lvl1pPr>
              <a:defRPr sz="3600"/>
            </a:lvl1pPr>
          </a:lstStyle>
          <a:p>
            <a:r>
              <a:rPr lang="en-US" dirty="0"/>
              <a:t>Presentation Title</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sz="quarter" idx="13" hasCustomPrompt="1"/>
          </p:nvPr>
        </p:nvSpPr>
        <p:spPr>
          <a:xfrm>
            <a:off x="323850" y="3512820"/>
            <a:ext cx="5048063" cy="228600"/>
          </a:xfrm>
          <a:noFill/>
        </p:spPr>
        <p:txBody>
          <a:bodyPr/>
          <a:lstStyle>
            <a:lvl1pPr marL="0" indent="0">
              <a:buNone/>
              <a:defRPr sz="1600" b="0"/>
            </a:lvl1pPr>
          </a:lstStyle>
          <a:p>
            <a:pPr lvl="0"/>
            <a:r>
              <a:rPr lang="en-US" dirty="0"/>
              <a:t>Subtitle</a:t>
            </a:r>
          </a:p>
        </p:txBody>
      </p:sp>
      <p:sp>
        <p:nvSpPr>
          <p:cNvPr id="13" name="Text Placeholder 12">
            <a:extLst>
              <a:ext uri="{FF2B5EF4-FFF2-40B4-BE49-F238E27FC236}">
                <a16:creationId xmlns:a16="http://schemas.microsoft.com/office/drawing/2014/main" id="{79E2B63B-5B68-90B7-7A62-17A839591C96}"/>
              </a:ext>
            </a:extLst>
          </p:cNvPr>
          <p:cNvSpPr>
            <a:spLocks noGrp="1"/>
          </p:cNvSpPr>
          <p:nvPr>
            <p:ph type="body" sz="quarter" idx="16" hasCustomPrompt="1"/>
          </p:nvPr>
        </p:nvSpPr>
        <p:spPr>
          <a:xfrm>
            <a:off x="323851" y="4061400"/>
            <a:ext cx="5048090" cy="457200"/>
          </a:xfrm>
        </p:spPr>
        <p:txBody>
          <a:bodyPr anchor="t" anchorCtr="0"/>
          <a:lstStyle>
            <a:lvl1pPr marL="0" indent="0">
              <a:spcBef>
                <a:spcPts val="0"/>
              </a:spcBef>
              <a:spcAft>
                <a:spcPts val="0"/>
              </a:spcAft>
              <a:buNone/>
              <a:defRPr lang="en-US" sz="1400" kern="1200" dirty="0" smtClean="0">
                <a:solidFill>
                  <a:schemeClr val="bg1"/>
                </a:solidFill>
                <a:latin typeface="+mn-lt"/>
                <a:ea typeface="ＭＳ Ｐゴシック" charset="0"/>
                <a:cs typeface="CiscoSans"/>
              </a:defRPr>
            </a:lvl1pPr>
          </a:lstStyle>
          <a:p>
            <a:pPr marL="182880" lvl="0" indent="-182880" algn="l" defTabSz="912276" rtl="0" eaLnBrk="1" fontAlgn="base" hangingPunct="1">
              <a:lnSpc>
                <a:spcPct val="100000"/>
              </a:lnSpc>
              <a:spcBef>
                <a:spcPts val="0"/>
              </a:spcBef>
              <a:spcAft>
                <a:spcPts val="0"/>
              </a:spcAft>
              <a:buClr>
                <a:schemeClr val="bg1"/>
              </a:buClr>
              <a:buSzPct val="100000"/>
            </a:pPr>
            <a:r>
              <a:rPr lang="en-US" dirty="0"/>
              <a:t>Speaker Name</a:t>
            </a:r>
          </a:p>
          <a:p>
            <a:pPr marL="182880" lvl="0" indent="-182880" algn="l" defTabSz="912276" rtl="0" eaLnBrk="1" fontAlgn="base" hangingPunct="1">
              <a:lnSpc>
                <a:spcPct val="100000"/>
              </a:lnSpc>
              <a:spcBef>
                <a:spcPts val="0"/>
              </a:spcBef>
              <a:spcAft>
                <a:spcPts val="0"/>
              </a:spcAft>
              <a:buClr>
                <a:schemeClr val="bg1"/>
              </a:buClr>
              <a:buSzPct val="100000"/>
            </a:pPr>
            <a:r>
              <a:rPr lang="en-US" dirty="0"/>
              <a:t>Speaker Title placeholder, @social</a:t>
            </a:r>
          </a:p>
        </p:txBody>
      </p:sp>
      <p:sp>
        <p:nvSpPr>
          <p:cNvPr id="4" name="Text Placeholder 5">
            <a:extLst>
              <a:ext uri="{FF2B5EF4-FFF2-40B4-BE49-F238E27FC236}">
                <a16:creationId xmlns:a16="http://schemas.microsoft.com/office/drawing/2014/main" id="{80638510-2998-9359-2A51-B0CA834B6203}"/>
              </a:ext>
            </a:extLst>
          </p:cNvPr>
          <p:cNvSpPr>
            <a:spLocks noGrp="1"/>
          </p:cNvSpPr>
          <p:nvPr>
            <p:ph type="body" sz="quarter" idx="14" hasCustomPrompt="1"/>
          </p:nvPr>
        </p:nvSpPr>
        <p:spPr>
          <a:xfrm>
            <a:off x="323850" y="4676458"/>
            <a:ext cx="5047270" cy="459455"/>
          </a:xfrm>
          <a:noFill/>
        </p:spPr>
        <p:txBody>
          <a:bodyPr anchor="t" anchorCtr="0"/>
          <a:lstStyle>
            <a:lvl1pPr marL="0" indent="0">
              <a:spcAft>
                <a:spcPts val="0"/>
              </a:spcAft>
              <a:buNone/>
              <a:defRPr sz="1400"/>
            </a:lvl1pPr>
          </a:lstStyle>
          <a:p>
            <a:pPr lvl="0"/>
            <a:r>
              <a:rPr lang="en-US" dirty="0"/>
              <a:t>Speaker Name</a:t>
            </a:r>
          </a:p>
          <a:p>
            <a:pPr lvl="0"/>
            <a:r>
              <a:rPr lang="en-US" dirty="0"/>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sz="quarter" idx="12" hasCustomPrompt="1"/>
          </p:nvPr>
        </p:nvSpPr>
        <p:spPr>
          <a:xfrm>
            <a:off x="324643" y="6360518"/>
            <a:ext cx="3906838" cy="497482"/>
          </a:xfrm>
          <a:noFill/>
        </p:spPr>
        <p:txBody>
          <a:bodyPr/>
          <a:lstStyle>
            <a:lvl1pPr marL="0" indent="0" algn="l">
              <a:buNone/>
              <a:defRPr sz="1400">
                <a:solidFill>
                  <a:schemeClr val="bg2"/>
                </a:solidFill>
              </a:defRPr>
            </a:lvl1pPr>
          </a:lstStyle>
          <a:p>
            <a:pPr lvl="0"/>
            <a:r>
              <a:rPr lang="en-US" dirty="0"/>
              <a:t>Date</a:t>
            </a:r>
          </a:p>
        </p:txBody>
      </p:sp>
      <p:sp>
        <p:nvSpPr>
          <p:cNvPr id="23" name="Graphic 21">
            <a:extLst>
              <a:ext uri="{FF2B5EF4-FFF2-40B4-BE49-F238E27FC236}">
                <a16:creationId xmlns:a16="http://schemas.microsoft.com/office/drawing/2014/main" id="{0B51E088-9CCC-0F69-112A-CEC9A65FADC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p:cNvSpPr>
          <p:nvPr/>
        </p:nvSpPr>
        <p:spPr>
          <a:xfrm>
            <a:off x="6107248" y="781243"/>
            <a:ext cx="5303520" cy="5303520"/>
          </a:xfrm>
          <a:custGeom>
            <a:avLst/>
            <a:gdLst>
              <a:gd name="connsiteX0" fmla="*/ 5291567 w 5291566"/>
              <a:gd name="connsiteY0" fmla="*/ 2645783 h 5291566"/>
              <a:gd name="connsiteX1" fmla="*/ 2645783 w 5291566"/>
              <a:gd name="connsiteY1" fmla="*/ 5291567 h 5291566"/>
              <a:gd name="connsiteX2" fmla="*/ 0 w 5291566"/>
              <a:gd name="connsiteY2" fmla="*/ 2645783 h 5291566"/>
              <a:gd name="connsiteX3" fmla="*/ 2645783 w 5291566"/>
              <a:gd name="connsiteY3" fmla="*/ 0 h 5291566"/>
              <a:gd name="connsiteX4" fmla="*/ 5291567 w 5291566"/>
              <a:gd name="connsiteY4" fmla="*/ 2645783 h 529156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91566" h="5291566">
                <a:moveTo>
                  <a:pt x="5291567" y="2645783"/>
                </a:moveTo>
                <a:cubicBezTo>
                  <a:pt x="5291567" y="4107009"/>
                  <a:pt x="4107009" y="5291567"/>
                  <a:pt x="2645783" y="5291567"/>
                </a:cubicBezTo>
                <a:cubicBezTo>
                  <a:pt x="1184557" y="5291567"/>
                  <a:pt x="0" y="4107009"/>
                  <a:pt x="0" y="2645783"/>
                </a:cubicBezTo>
                <a:cubicBezTo>
                  <a:pt x="0" y="1184557"/>
                  <a:pt x="1184557" y="0"/>
                  <a:pt x="2645783" y="0"/>
                </a:cubicBezTo>
                <a:cubicBezTo>
                  <a:pt x="4107009" y="0"/>
                  <a:pt x="5291567" y="1184557"/>
                  <a:pt x="5291567" y="2645783"/>
                </a:cubicBezTo>
                <a:close/>
              </a:path>
            </a:pathLst>
          </a:custGeom>
          <a:solidFill>
            <a:schemeClr val="tx1"/>
          </a:solidFill>
          <a:ln w="50800" cap="flat">
            <a:gradFill flip="none" rotWithShape="1">
              <a:gsLst>
                <a:gs pos="0">
                  <a:srgbClr val="3070E5"/>
                </a:gs>
                <a:gs pos="35000">
                  <a:srgbClr val="1ABBE9"/>
                </a:gs>
                <a:gs pos="43000">
                  <a:srgbClr val="1ABBE9"/>
                </a:gs>
                <a:gs pos="60000">
                  <a:srgbClr val="FD017F"/>
                </a:gs>
                <a:gs pos="100000">
                  <a:srgbClr val="FCA601"/>
                </a:gs>
              </a:gsLst>
              <a:lin ang="0" scaled="1"/>
              <a:tileRect/>
            </a:gradFill>
            <a:prstDash val="solid"/>
            <a:miter/>
          </a:ln>
        </p:spPr>
        <p:txBody>
          <a:bodyPr rtlCol="0" anchor="ctr"/>
          <a:lstStyle/>
          <a:p>
            <a:endParaRPr lang="en-US" dirty="0"/>
          </a:p>
        </p:txBody>
      </p:sp>
      <p:pic>
        <p:nvPicPr>
          <p:cNvPr id="12" name="Picture 7" descr="Cisco logo">
            <a:extLst>
              <a:ext uri="{FF2B5EF4-FFF2-40B4-BE49-F238E27FC236}">
                <a16:creationId xmlns:a16="http://schemas.microsoft.com/office/drawing/2014/main" id="{60C68F8B-19C8-6CB4-297B-32D44AF9C3D0}"/>
              </a:ext>
            </a:extLst>
          </p:cNvPr>
          <p:cNvPicPr>
            <a:picLocks noGrp="1" noRot="1" noChangeAspect="1" noMove="1" noResize="1" noEditPoints="1" noAdjustHandles="1" noChangeArrowheads="1" noChangeShapeType="1" noCrop="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rcRect/>
          <a:stretch/>
        </p:blipFill>
        <p:spPr>
          <a:xfrm>
            <a:off x="8281171" y="3181936"/>
            <a:ext cx="955675" cy="502135"/>
          </a:xfrm>
          <a:prstGeom prst="rect">
            <a:avLst/>
          </a:prstGeom>
        </p:spPr>
      </p:pic>
    </p:spTree>
    <p:extLst>
      <p:ext uri="{BB962C8B-B14F-4D97-AF65-F5344CB8AC3E}">
        <p14:creationId xmlns:p14="http://schemas.microsoft.com/office/powerpoint/2010/main" val="16019840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p:cSld name="Title Slide 2, Two Speakers">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AEFAB65E-774E-7C2F-9733-CE6410F8652F}"/>
              </a:ext>
              <a:ext uri="{C183D7F6-B498-43B3-948B-1728B52AA6E4}">
                <adec:decorative xmlns:adec="http://schemas.microsoft.com/office/drawing/2017/decorative" val="1"/>
              </a:ext>
            </a:extLst>
          </p:cNvPr>
          <p:cNvSpPr>
            <a:spLocks noGrp="1" noRot="1" noMove="1" noResize="1" noEditPoints="1" noAdjustHandles="1" noChangeArrowheads="1" noChangeShapeType="1"/>
          </p:cNvSpPr>
          <p:nvPr/>
        </p:nvSpPr>
        <p:spPr>
          <a:xfrm>
            <a:off x="0" y="1260471"/>
            <a:ext cx="10888663" cy="4351342"/>
          </a:xfrm>
          <a:prstGeom prst="rect">
            <a:avLst/>
          </a:prstGeom>
          <a:solidFill>
            <a:schemeClr val="tx1"/>
          </a:solidFill>
          <a:ln w="9525">
            <a:no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ctr"/>
          <a:lstStyle/>
          <a:p>
            <a:pPr algn="ctr"/>
            <a:endParaRPr lang="en-US" sz="1600" dirty="0" err="1">
              <a:solidFill>
                <a:schemeClr val="bg1"/>
              </a:solidFill>
            </a:endParaRPr>
          </a:p>
        </p:txBody>
      </p:sp>
      <p:sp>
        <p:nvSpPr>
          <p:cNvPr id="3" name="Title 2">
            <a:extLst>
              <a:ext uri="{FF2B5EF4-FFF2-40B4-BE49-F238E27FC236}">
                <a16:creationId xmlns:a16="http://schemas.microsoft.com/office/drawing/2014/main" id="{091BA1A5-BDA4-7FEA-3EC4-1DBB3AD00F15}"/>
              </a:ext>
            </a:extLst>
          </p:cNvPr>
          <p:cNvSpPr>
            <a:spLocks noGrp="1"/>
          </p:cNvSpPr>
          <p:nvPr>
            <p:ph type="title" hasCustomPrompt="1"/>
          </p:nvPr>
        </p:nvSpPr>
        <p:spPr>
          <a:xfrm>
            <a:off x="323850" y="2181224"/>
            <a:ext cx="6656388" cy="1554169"/>
          </a:xfrm>
        </p:spPr>
        <p:txBody>
          <a:bodyPr anchor="b" anchorCtr="0"/>
          <a:lstStyle>
            <a:lvl1pPr>
              <a:defRPr sz="3600"/>
            </a:lvl1pPr>
          </a:lstStyle>
          <a:p>
            <a:r>
              <a:rPr lang="en-US" dirty="0"/>
              <a:t>Presentation Title</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sz="quarter" idx="13" hasCustomPrompt="1"/>
          </p:nvPr>
        </p:nvSpPr>
        <p:spPr>
          <a:xfrm>
            <a:off x="323850" y="3827463"/>
            <a:ext cx="6656388" cy="223837"/>
          </a:xfrm>
          <a:noFill/>
        </p:spPr>
        <p:txBody>
          <a:bodyPr/>
          <a:lstStyle>
            <a:lvl1pPr marL="0" indent="0">
              <a:buNone/>
              <a:defRPr lang="en-US" sz="1600" b="0" kern="1200" dirty="0">
                <a:solidFill>
                  <a:schemeClr val="bg1"/>
                </a:solidFill>
                <a:latin typeface="+mn-lt"/>
                <a:ea typeface="ＭＳ Ｐゴシック" charset="0"/>
                <a:cs typeface="CiscoSans"/>
              </a:defRPr>
            </a:lvl1pPr>
          </a:lstStyle>
          <a:p>
            <a:pPr marL="0" lvl="0" indent="0" algn="l" defTabSz="912276" rtl="0" eaLnBrk="1" fontAlgn="base" hangingPunct="1">
              <a:lnSpc>
                <a:spcPct val="100000"/>
              </a:lnSpc>
              <a:spcBef>
                <a:spcPts val="0"/>
              </a:spcBef>
              <a:spcAft>
                <a:spcPts val="1000"/>
              </a:spcAft>
              <a:buClr>
                <a:schemeClr val="bg1"/>
              </a:buClr>
              <a:buSzPct val="100000"/>
              <a:buFont typeface="Arial" panose="020B0604020202020204" pitchFamily="34" charset="0"/>
              <a:buNone/>
            </a:pPr>
            <a:r>
              <a:rPr lang="en-US" dirty="0"/>
              <a:t>Subtitle</a:t>
            </a:r>
          </a:p>
        </p:txBody>
      </p:sp>
      <p:sp>
        <p:nvSpPr>
          <p:cNvPr id="6" name="Text Placeholder 5">
            <a:extLst>
              <a:ext uri="{FF2B5EF4-FFF2-40B4-BE49-F238E27FC236}">
                <a16:creationId xmlns:a16="http://schemas.microsoft.com/office/drawing/2014/main" id="{3C6237E3-CDA3-4826-B416-A9C4ECE19D8D}"/>
              </a:ext>
            </a:extLst>
          </p:cNvPr>
          <p:cNvSpPr>
            <a:spLocks noGrp="1"/>
          </p:cNvSpPr>
          <p:nvPr>
            <p:ph type="body" sz="quarter" idx="11" hasCustomPrompt="1"/>
          </p:nvPr>
        </p:nvSpPr>
        <p:spPr>
          <a:xfrm>
            <a:off x="323850" y="4360866"/>
            <a:ext cx="3725863" cy="457200"/>
          </a:xfrm>
          <a:noFill/>
        </p:spPr>
        <p:txBody>
          <a:bodyPr/>
          <a:lstStyle>
            <a:lvl1pPr marL="0" indent="0">
              <a:spcAft>
                <a:spcPts val="0"/>
              </a:spcAft>
              <a:buNone/>
              <a:defRPr sz="1400"/>
            </a:lvl1pPr>
          </a:lstStyle>
          <a:p>
            <a:pPr lvl="0"/>
            <a:r>
              <a:rPr lang="en-US" dirty="0"/>
              <a:t>Speaker Name</a:t>
            </a:r>
          </a:p>
          <a:p>
            <a:pPr lvl="0"/>
            <a:r>
              <a:rPr lang="en-US" dirty="0"/>
              <a:t>Speaker Title placeholder, @social</a:t>
            </a:r>
          </a:p>
        </p:txBody>
      </p:sp>
      <p:sp>
        <p:nvSpPr>
          <p:cNvPr id="10" name="Text Placeholder 9">
            <a:extLst>
              <a:ext uri="{FF2B5EF4-FFF2-40B4-BE49-F238E27FC236}">
                <a16:creationId xmlns:a16="http://schemas.microsoft.com/office/drawing/2014/main" id="{5AEFF02C-63AA-C8DF-DF7B-EDA5A3CE61A6}"/>
              </a:ext>
            </a:extLst>
          </p:cNvPr>
          <p:cNvSpPr>
            <a:spLocks noGrp="1"/>
          </p:cNvSpPr>
          <p:nvPr>
            <p:ph type="body" sz="quarter" idx="14" hasCustomPrompt="1"/>
          </p:nvPr>
        </p:nvSpPr>
        <p:spPr>
          <a:xfrm>
            <a:off x="4230687" y="4360866"/>
            <a:ext cx="3727451" cy="457200"/>
          </a:xfrm>
        </p:spPr>
        <p:txBody>
          <a:bodyPr/>
          <a:lstStyle>
            <a:lvl1pPr marL="0" indent="0">
              <a:spcAft>
                <a:spcPts val="0"/>
              </a:spcAft>
              <a:buNone/>
              <a:defRPr lang="en-US" sz="1400" kern="1200" dirty="0">
                <a:solidFill>
                  <a:schemeClr val="bg1"/>
                </a:solidFill>
                <a:latin typeface="+mn-lt"/>
                <a:ea typeface="ＭＳ Ｐゴシック" charset="0"/>
                <a:cs typeface="CiscoSans"/>
              </a:defRPr>
            </a:lvl1pPr>
            <a:lvl2pPr>
              <a:defRPr/>
            </a:lvl2pPr>
            <a:lvl3pPr>
              <a:defRPr/>
            </a:lvl3pPr>
            <a:lvl4pPr>
              <a:defRPr/>
            </a:lvl4pPr>
            <a:lvl5pPr>
              <a:defRPr/>
            </a:lvl5pPr>
          </a:lstStyle>
          <a:p>
            <a:pPr lvl="0"/>
            <a:r>
              <a:rPr lang="en-US" dirty="0"/>
              <a:t>Speaker Name</a:t>
            </a:r>
          </a:p>
          <a:p>
            <a:pPr lvl="0"/>
            <a:r>
              <a:rPr lang="en-US" dirty="0"/>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sz="quarter" idx="12" hasCustomPrompt="1"/>
          </p:nvPr>
        </p:nvSpPr>
        <p:spPr>
          <a:xfrm>
            <a:off x="323850" y="6364224"/>
            <a:ext cx="3906838" cy="493776"/>
          </a:xfrm>
          <a:noFill/>
        </p:spPr>
        <p:txBody>
          <a:bodyPr/>
          <a:lstStyle>
            <a:lvl1pPr marL="0" indent="0">
              <a:buNone/>
              <a:defRPr sz="1400">
                <a:solidFill>
                  <a:schemeClr val="bg2"/>
                </a:solidFill>
              </a:defRPr>
            </a:lvl1pPr>
          </a:lstStyle>
          <a:p>
            <a:pPr lvl="0"/>
            <a:r>
              <a:rPr lang="en-US" dirty="0"/>
              <a:t>Date</a:t>
            </a:r>
          </a:p>
        </p:txBody>
      </p:sp>
      <p:pic>
        <p:nvPicPr>
          <p:cNvPr id="12" name="Picture 7" descr="Cisco logo">
            <a:extLst>
              <a:ext uri="{FF2B5EF4-FFF2-40B4-BE49-F238E27FC236}">
                <a16:creationId xmlns:a16="http://schemas.microsoft.com/office/drawing/2014/main" id="{60C68F8B-19C8-6CB4-297B-32D44AF9C3D0}"/>
              </a:ext>
            </a:extLst>
          </p:cNvPr>
          <p:cNvPicPr>
            <a:picLocks noGrp="1" noRot="1" noChangeAspect="1" noMove="1" noResize="1" noEditPoints="1" noAdjustHandles="1" noChangeArrowheads="1" noChangeShapeType="1" noCrop="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9058274" y="3188776"/>
            <a:ext cx="914400" cy="480447"/>
          </a:xfrm>
          <a:prstGeom prst="rect">
            <a:avLst/>
          </a:prstGeom>
        </p:spPr>
      </p:pic>
    </p:spTree>
    <p:extLst>
      <p:ext uri="{BB962C8B-B14F-4D97-AF65-F5344CB8AC3E}">
        <p14:creationId xmlns:p14="http://schemas.microsoft.com/office/powerpoint/2010/main" val="39649004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p:cSld name="Title Slide 1, Four Speaker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0368B8A-B8FA-06EC-E6D8-DF0F60F2EFDC}"/>
              </a:ext>
            </a:extLst>
          </p:cNvPr>
          <p:cNvSpPr>
            <a:spLocks noGrp="1"/>
          </p:cNvSpPr>
          <p:nvPr>
            <p:ph type="title" hasCustomPrompt="1"/>
          </p:nvPr>
        </p:nvSpPr>
        <p:spPr>
          <a:xfrm>
            <a:off x="323850" y="1244600"/>
            <a:ext cx="5048063" cy="1555148"/>
          </a:xfrm>
        </p:spPr>
        <p:txBody>
          <a:bodyPr anchor="b" anchorCtr="0"/>
          <a:lstStyle>
            <a:lvl1pPr>
              <a:defRPr sz="3600"/>
            </a:lvl1pPr>
          </a:lstStyle>
          <a:p>
            <a:r>
              <a:rPr lang="en-US" dirty="0"/>
              <a:t>Presentation Title</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sz="quarter" idx="13" hasCustomPrompt="1"/>
          </p:nvPr>
        </p:nvSpPr>
        <p:spPr>
          <a:xfrm>
            <a:off x="323850" y="2886075"/>
            <a:ext cx="5048063" cy="228600"/>
          </a:xfrm>
          <a:noFill/>
        </p:spPr>
        <p:txBody>
          <a:bodyPr/>
          <a:lstStyle>
            <a:lvl1pPr marL="0" indent="0">
              <a:buNone/>
              <a:defRPr sz="1600" b="0"/>
            </a:lvl1pPr>
          </a:lstStyle>
          <a:p>
            <a:pPr lvl="0"/>
            <a:r>
              <a:rPr lang="en-US" dirty="0"/>
              <a:t>Subtitle</a:t>
            </a:r>
          </a:p>
        </p:txBody>
      </p:sp>
      <p:sp>
        <p:nvSpPr>
          <p:cNvPr id="13" name="Text Placeholder 12">
            <a:extLst>
              <a:ext uri="{FF2B5EF4-FFF2-40B4-BE49-F238E27FC236}">
                <a16:creationId xmlns:a16="http://schemas.microsoft.com/office/drawing/2014/main" id="{79E2B63B-5B68-90B7-7A62-17A839591C96}"/>
              </a:ext>
            </a:extLst>
          </p:cNvPr>
          <p:cNvSpPr>
            <a:spLocks noGrp="1"/>
          </p:cNvSpPr>
          <p:nvPr>
            <p:ph type="body" sz="quarter" idx="16" hasCustomPrompt="1"/>
          </p:nvPr>
        </p:nvSpPr>
        <p:spPr>
          <a:xfrm>
            <a:off x="323851" y="3428789"/>
            <a:ext cx="5048090" cy="457200"/>
          </a:xfrm>
        </p:spPr>
        <p:txBody>
          <a:bodyPr anchor="b" anchorCtr="0"/>
          <a:lstStyle>
            <a:lvl1pPr marL="0" indent="0">
              <a:spcBef>
                <a:spcPts val="0"/>
              </a:spcBef>
              <a:spcAft>
                <a:spcPts val="0"/>
              </a:spcAft>
              <a:buNone/>
              <a:defRPr lang="en-US" sz="1400" kern="1200" dirty="0" smtClean="0">
                <a:solidFill>
                  <a:schemeClr val="bg1"/>
                </a:solidFill>
                <a:latin typeface="+mn-lt"/>
                <a:ea typeface="ＭＳ Ｐゴシック" charset="0"/>
                <a:cs typeface="CiscoSans"/>
              </a:defRPr>
            </a:lvl1pPr>
          </a:lstStyle>
          <a:p>
            <a:pPr marL="182880" lvl="0" indent="-182880" algn="l" defTabSz="912276" rtl="0" eaLnBrk="1" fontAlgn="base" hangingPunct="1">
              <a:lnSpc>
                <a:spcPct val="100000"/>
              </a:lnSpc>
              <a:spcBef>
                <a:spcPts val="0"/>
              </a:spcBef>
              <a:spcAft>
                <a:spcPts val="0"/>
              </a:spcAft>
              <a:buClr>
                <a:schemeClr val="bg1"/>
              </a:buClr>
              <a:buSzPct val="100000"/>
            </a:pPr>
            <a:r>
              <a:rPr lang="en-US" dirty="0"/>
              <a:t>Speaker Name</a:t>
            </a:r>
          </a:p>
          <a:p>
            <a:pPr marL="182880" lvl="0" indent="-182880" algn="l" defTabSz="912276" rtl="0" eaLnBrk="1" fontAlgn="base" hangingPunct="1">
              <a:lnSpc>
                <a:spcPct val="100000"/>
              </a:lnSpc>
              <a:spcBef>
                <a:spcPts val="0"/>
              </a:spcBef>
              <a:spcAft>
                <a:spcPts val="0"/>
              </a:spcAft>
              <a:buClr>
                <a:schemeClr val="bg1"/>
              </a:buClr>
              <a:buSzPct val="100000"/>
            </a:pPr>
            <a:r>
              <a:rPr lang="en-US" dirty="0"/>
              <a:t>Speaker Title placeholder, @social</a:t>
            </a:r>
          </a:p>
        </p:txBody>
      </p:sp>
      <p:sp>
        <p:nvSpPr>
          <p:cNvPr id="4" name="Text Placeholder 5">
            <a:extLst>
              <a:ext uri="{FF2B5EF4-FFF2-40B4-BE49-F238E27FC236}">
                <a16:creationId xmlns:a16="http://schemas.microsoft.com/office/drawing/2014/main" id="{80638510-2998-9359-2A51-B0CA834B6203}"/>
              </a:ext>
            </a:extLst>
          </p:cNvPr>
          <p:cNvSpPr>
            <a:spLocks noGrp="1"/>
          </p:cNvSpPr>
          <p:nvPr>
            <p:ph type="body" sz="quarter" idx="14" hasCustomPrompt="1"/>
          </p:nvPr>
        </p:nvSpPr>
        <p:spPr>
          <a:xfrm>
            <a:off x="323850" y="4051300"/>
            <a:ext cx="5047270" cy="459455"/>
          </a:xfrm>
          <a:noFill/>
        </p:spPr>
        <p:txBody>
          <a:bodyPr anchor="b" anchorCtr="0"/>
          <a:lstStyle>
            <a:lvl1pPr marL="0" indent="0">
              <a:spcAft>
                <a:spcPts val="0"/>
              </a:spcAft>
              <a:buNone/>
              <a:defRPr sz="1400"/>
            </a:lvl1pPr>
          </a:lstStyle>
          <a:p>
            <a:pPr lvl="0"/>
            <a:r>
              <a:rPr lang="en-US" dirty="0"/>
              <a:t>Speaker Name</a:t>
            </a:r>
          </a:p>
          <a:p>
            <a:pPr lvl="0"/>
            <a:r>
              <a:rPr lang="en-US" dirty="0"/>
              <a:t>Speaker Title placeholder, @social</a:t>
            </a:r>
          </a:p>
        </p:txBody>
      </p:sp>
      <p:sp>
        <p:nvSpPr>
          <p:cNvPr id="5" name="Text Placeholder 4">
            <a:extLst>
              <a:ext uri="{FF2B5EF4-FFF2-40B4-BE49-F238E27FC236}">
                <a16:creationId xmlns:a16="http://schemas.microsoft.com/office/drawing/2014/main" id="{1C0E61D1-59EB-7A86-0D12-9388193F45D9}"/>
              </a:ext>
            </a:extLst>
          </p:cNvPr>
          <p:cNvSpPr>
            <a:spLocks noGrp="1"/>
          </p:cNvSpPr>
          <p:nvPr>
            <p:ph type="body" sz="quarter" idx="17" hasCustomPrompt="1"/>
          </p:nvPr>
        </p:nvSpPr>
        <p:spPr>
          <a:xfrm>
            <a:off x="323849" y="4681134"/>
            <a:ext cx="5046663" cy="457200"/>
          </a:xfrm>
        </p:spPr>
        <p:txBody>
          <a:bodyPr anchor="b" anchorCtr="0"/>
          <a:lstStyle>
            <a:lvl1pPr marL="0" indent="0">
              <a:spcAft>
                <a:spcPts val="0"/>
              </a:spcAft>
              <a:buNone/>
              <a:defRPr lang="en-US" sz="1400" kern="1200" dirty="0" smtClean="0">
                <a:solidFill>
                  <a:schemeClr val="bg1"/>
                </a:solidFill>
                <a:latin typeface="+mn-lt"/>
                <a:ea typeface="ＭＳ Ｐゴシック" charset="0"/>
                <a:cs typeface="CiscoSans"/>
              </a:defRPr>
            </a:lvl1pPr>
            <a:lvl2pPr marL="182880" indent="0">
              <a:spcAft>
                <a:spcPts val="0"/>
              </a:spcAft>
              <a:buNone/>
              <a:defRPr sz="1400"/>
            </a:lvl2pPr>
            <a:lvl3pPr marL="365760" indent="0">
              <a:spcAft>
                <a:spcPts val="0"/>
              </a:spcAft>
              <a:buNone/>
              <a:defRPr sz="1200"/>
            </a:lvl3pPr>
            <a:lvl4pPr marL="548640" indent="0">
              <a:spcAft>
                <a:spcPts val="0"/>
              </a:spcAft>
              <a:buNone/>
              <a:defRPr sz="1100"/>
            </a:lvl4pPr>
            <a:lvl5pPr marL="731520" indent="0">
              <a:spcAft>
                <a:spcPts val="0"/>
              </a:spcAft>
              <a:buNone/>
              <a:defRPr sz="1050"/>
            </a:lvl5pPr>
          </a:lstStyle>
          <a:p>
            <a:pPr marL="0" lvl="0" indent="0" algn="l" defTabSz="912276" rtl="0" eaLnBrk="1" fontAlgn="base" hangingPunct="1">
              <a:lnSpc>
                <a:spcPct val="100000"/>
              </a:lnSpc>
              <a:spcBef>
                <a:spcPts val="0"/>
              </a:spcBef>
              <a:spcAft>
                <a:spcPts val="0"/>
              </a:spcAft>
              <a:buClr>
                <a:schemeClr val="bg1"/>
              </a:buClr>
              <a:buSzPct val="100000"/>
              <a:buFont typeface="Arial" panose="020B0604020202020204" pitchFamily="34" charset="0"/>
              <a:buNone/>
            </a:pPr>
            <a:r>
              <a:rPr lang="en-US" dirty="0"/>
              <a:t>Speaker Name</a:t>
            </a:r>
          </a:p>
          <a:p>
            <a:pPr marL="0" lvl="0" indent="0" algn="l" defTabSz="912276" rtl="0" eaLnBrk="1" fontAlgn="base" hangingPunct="1">
              <a:lnSpc>
                <a:spcPct val="100000"/>
              </a:lnSpc>
              <a:spcBef>
                <a:spcPts val="0"/>
              </a:spcBef>
              <a:spcAft>
                <a:spcPts val="0"/>
              </a:spcAft>
              <a:buClr>
                <a:schemeClr val="bg1"/>
              </a:buClr>
              <a:buSzPct val="100000"/>
              <a:buFont typeface="Arial" panose="020B0604020202020204" pitchFamily="34" charset="0"/>
              <a:buNone/>
            </a:pPr>
            <a:r>
              <a:rPr lang="en-US" dirty="0"/>
              <a:t>Speaker Title placeholder, @social</a:t>
            </a:r>
          </a:p>
        </p:txBody>
      </p:sp>
      <p:sp>
        <p:nvSpPr>
          <p:cNvPr id="7" name="Text Placeholder 6">
            <a:extLst>
              <a:ext uri="{FF2B5EF4-FFF2-40B4-BE49-F238E27FC236}">
                <a16:creationId xmlns:a16="http://schemas.microsoft.com/office/drawing/2014/main" id="{D175C0FC-DD02-0704-8A17-1B3037F861D2}"/>
              </a:ext>
            </a:extLst>
          </p:cNvPr>
          <p:cNvSpPr>
            <a:spLocks noGrp="1"/>
          </p:cNvSpPr>
          <p:nvPr>
            <p:ph type="body" sz="quarter" idx="18" hasCustomPrompt="1"/>
          </p:nvPr>
        </p:nvSpPr>
        <p:spPr>
          <a:xfrm>
            <a:off x="323848" y="5306439"/>
            <a:ext cx="5046663" cy="457200"/>
          </a:xfrm>
        </p:spPr>
        <p:txBody>
          <a:bodyPr anchor="b" anchorCtr="0"/>
          <a:lstStyle>
            <a:lvl1pPr marL="0" indent="0">
              <a:spcAft>
                <a:spcPts val="0"/>
              </a:spcAft>
              <a:buNone/>
              <a:defRPr sz="1400"/>
            </a:lvl1pPr>
            <a:lvl2pPr marL="182880" indent="0">
              <a:buNone/>
              <a:defRPr sz="1200"/>
            </a:lvl2pPr>
            <a:lvl3pPr marL="365760" indent="0">
              <a:buNone/>
              <a:defRPr sz="1100"/>
            </a:lvl3pPr>
            <a:lvl4pPr marL="548640" indent="0">
              <a:buNone/>
              <a:defRPr sz="1050"/>
            </a:lvl4pPr>
            <a:lvl5pPr marL="731520" indent="0">
              <a:buNone/>
              <a:defRPr sz="1000"/>
            </a:lvl5pPr>
          </a:lstStyle>
          <a:p>
            <a:pPr lvl="0"/>
            <a:r>
              <a:rPr lang="en-US" dirty="0"/>
              <a:t>Speaker Name</a:t>
            </a:r>
          </a:p>
          <a:p>
            <a:pPr lvl="0"/>
            <a:r>
              <a:rPr lang="en-US" dirty="0"/>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sz="quarter" idx="12" hasCustomPrompt="1"/>
          </p:nvPr>
        </p:nvSpPr>
        <p:spPr>
          <a:xfrm>
            <a:off x="324643" y="6360518"/>
            <a:ext cx="3906838" cy="497482"/>
          </a:xfrm>
          <a:noFill/>
        </p:spPr>
        <p:txBody>
          <a:bodyPr/>
          <a:lstStyle>
            <a:lvl1pPr marL="0" indent="0" algn="l">
              <a:buNone/>
              <a:defRPr sz="1400">
                <a:solidFill>
                  <a:schemeClr val="bg2"/>
                </a:solidFill>
              </a:defRPr>
            </a:lvl1pPr>
          </a:lstStyle>
          <a:p>
            <a:pPr lvl="0"/>
            <a:r>
              <a:rPr lang="en-US" dirty="0"/>
              <a:t>Date</a:t>
            </a:r>
          </a:p>
        </p:txBody>
      </p:sp>
      <p:sp>
        <p:nvSpPr>
          <p:cNvPr id="23" name="Graphic 21">
            <a:extLst>
              <a:ext uri="{FF2B5EF4-FFF2-40B4-BE49-F238E27FC236}">
                <a16:creationId xmlns:a16="http://schemas.microsoft.com/office/drawing/2014/main" id="{0B51E088-9CCC-0F69-112A-CEC9A65FADC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p:cNvSpPr>
          <p:nvPr/>
        </p:nvSpPr>
        <p:spPr>
          <a:xfrm>
            <a:off x="6107248" y="781243"/>
            <a:ext cx="5303520" cy="5303520"/>
          </a:xfrm>
          <a:custGeom>
            <a:avLst/>
            <a:gdLst>
              <a:gd name="connsiteX0" fmla="*/ 5291567 w 5291566"/>
              <a:gd name="connsiteY0" fmla="*/ 2645783 h 5291566"/>
              <a:gd name="connsiteX1" fmla="*/ 2645783 w 5291566"/>
              <a:gd name="connsiteY1" fmla="*/ 5291567 h 5291566"/>
              <a:gd name="connsiteX2" fmla="*/ 0 w 5291566"/>
              <a:gd name="connsiteY2" fmla="*/ 2645783 h 5291566"/>
              <a:gd name="connsiteX3" fmla="*/ 2645783 w 5291566"/>
              <a:gd name="connsiteY3" fmla="*/ 0 h 5291566"/>
              <a:gd name="connsiteX4" fmla="*/ 5291567 w 5291566"/>
              <a:gd name="connsiteY4" fmla="*/ 2645783 h 529156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91566" h="5291566">
                <a:moveTo>
                  <a:pt x="5291567" y="2645783"/>
                </a:moveTo>
                <a:cubicBezTo>
                  <a:pt x="5291567" y="4107009"/>
                  <a:pt x="4107009" y="5291567"/>
                  <a:pt x="2645783" y="5291567"/>
                </a:cubicBezTo>
                <a:cubicBezTo>
                  <a:pt x="1184557" y="5291567"/>
                  <a:pt x="0" y="4107009"/>
                  <a:pt x="0" y="2645783"/>
                </a:cubicBezTo>
                <a:cubicBezTo>
                  <a:pt x="0" y="1184557"/>
                  <a:pt x="1184557" y="0"/>
                  <a:pt x="2645783" y="0"/>
                </a:cubicBezTo>
                <a:cubicBezTo>
                  <a:pt x="4107009" y="0"/>
                  <a:pt x="5291567" y="1184557"/>
                  <a:pt x="5291567" y="2645783"/>
                </a:cubicBezTo>
                <a:close/>
              </a:path>
            </a:pathLst>
          </a:custGeom>
          <a:solidFill>
            <a:schemeClr val="tx1"/>
          </a:solidFill>
          <a:ln w="50800" cap="flat">
            <a:gradFill flip="none" rotWithShape="1">
              <a:gsLst>
                <a:gs pos="0">
                  <a:srgbClr val="3070E5"/>
                </a:gs>
                <a:gs pos="35000">
                  <a:srgbClr val="1ABBE9"/>
                </a:gs>
                <a:gs pos="43000">
                  <a:srgbClr val="1ABBE9"/>
                </a:gs>
                <a:gs pos="60000">
                  <a:srgbClr val="FD017F"/>
                </a:gs>
                <a:gs pos="100000">
                  <a:srgbClr val="FCA601"/>
                </a:gs>
              </a:gsLst>
              <a:lin ang="0" scaled="1"/>
              <a:tileRect/>
            </a:gradFill>
            <a:prstDash val="solid"/>
            <a:miter/>
          </a:ln>
        </p:spPr>
        <p:txBody>
          <a:bodyPr rtlCol="0" anchor="ctr"/>
          <a:lstStyle/>
          <a:p>
            <a:pPr lvl="0"/>
            <a:endParaRPr lang="en-US" dirty="0"/>
          </a:p>
        </p:txBody>
      </p:sp>
      <p:pic>
        <p:nvPicPr>
          <p:cNvPr id="12" name="Picture 7" descr="Cisco logo">
            <a:extLst>
              <a:ext uri="{FF2B5EF4-FFF2-40B4-BE49-F238E27FC236}">
                <a16:creationId xmlns:a16="http://schemas.microsoft.com/office/drawing/2014/main" id="{60C68F8B-19C8-6CB4-297B-32D44AF9C3D0}"/>
              </a:ext>
            </a:extLst>
          </p:cNvPr>
          <p:cNvPicPr>
            <a:picLocks noGrp="1" noRot="1" noChangeAspect="1" noMove="1" noResize="1" noEditPoints="1" noAdjustHandles="1" noChangeArrowheads="1" noChangeShapeType="1" noCrop="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rcRect/>
          <a:stretch/>
        </p:blipFill>
        <p:spPr>
          <a:xfrm>
            <a:off x="8281171" y="3181936"/>
            <a:ext cx="955675" cy="502135"/>
          </a:xfrm>
          <a:prstGeom prst="rect">
            <a:avLst/>
          </a:prstGeom>
        </p:spPr>
      </p:pic>
    </p:spTree>
    <p:extLst>
      <p:ext uri="{BB962C8B-B14F-4D97-AF65-F5344CB8AC3E}">
        <p14:creationId xmlns:p14="http://schemas.microsoft.com/office/powerpoint/2010/main" val="30810998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p:cSld name="Title Slide 2, Four Speakers">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AEFAB65E-774E-7C2F-9733-CE6410F8652F}"/>
              </a:ext>
              <a:ext uri="{C183D7F6-B498-43B3-948B-1728B52AA6E4}">
                <adec:decorative xmlns:adec="http://schemas.microsoft.com/office/drawing/2017/decorative" val="1"/>
              </a:ext>
            </a:extLst>
          </p:cNvPr>
          <p:cNvSpPr>
            <a:spLocks noGrp="1" noRot="1" noMove="1" noResize="1" noEditPoints="1" noAdjustHandles="1" noChangeArrowheads="1" noChangeShapeType="1"/>
          </p:cNvSpPr>
          <p:nvPr/>
        </p:nvSpPr>
        <p:spPr>
          <a:xfrm>
            <a:off x="0" y="1260471"/>
            <a:ext cx="10888663" cy="4351342"/>
          </a:xfrm>
          <a:prstGeom prst="rect">
            <a:avLst/>
          </a:prstGeom>
          <a:solidFill>
            <a:schemeClr val="tx1"/>
          </a:solidFill>
          <a:ln w="9525">
            <a:no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ctr"/>
          <a:lstStyle/>
          <a:p>
            <a:pPr algn="ctr"/>
            <a:endParaRPr lang="en-US" sz="1600" dirty="0" err="1">
              <a:solidFill>
                <a:schemeClr val="bg1"/>
              </a:solidFill>
            </a:endParaRPr>
          </a:p>
        </p:txBody>
      </p:sp>
      <p:sp>
        <p:nvSpPr>
          <p:cNvPr id="3" name="Title 2">
            <a:extLst>
              <a:ext uri="{FF2B5EF4-FFF2-40B4-BE49-F238E27FC236}">
                <a16:creationId xmlns:a16="http://schemas.microsoft.com/office/drawing/2014/main" id="{091BA1A5-BDA4-7FEA-3EC4-1DBB3AD00F15}"/>
              </a:ext>
            </a:extLst>
          </p:cNvPr>
          <p:cNvSpPr>
            <a:spLocks noGrp="1"/>
          </p:cNvSpPr>
          <p:nvPr>
            <p:ph type="title" hasCustomPrompt="1"/>
          </p:nvPr>
        </p:nvSpPr>
        <p:spPr>
          <a:xfrm>
            <a:off x="323850" y="1556884"/>
            <a:ext cx="6656388" cy="1554169"/>
          </a:xfrm>
        </p:spPr>
        <p:txBody>
          <a:bodyPr anchor="b" anchorCtr="0"/>
          <a:lstStyle>
            <a:lvl1pPr>
              <a:defRPr sz="3600"/>
            </a:lvl1pPr>
          </a:lstStyle>
          <a:p>
            <a:r>
              <a:rPr lang="en-US" dirty="0"/>
              <a:t>Presentation Title</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sz="quarter" idx="13" hasCustomPrompt="1"/>
          </p:nvPr>
        </p:nvSpPr>
        <p:spPr>
          <a:xfrm>
            <a:off x="323850" y="3203123"/>
            <a:ext cx="6656388" cy="223837"/>
          </a:xfrm>
          <a:noFill/>
        </p:spPr>
        <p:txBody>
          <a:bodyPr/>
          <a:lstStyle>
            <a:lvl1pPr marL="0" indent="0">
              <a:buNone/>
              <a:defRPr lang="en-US" sz="1600" b="0" kern="1200" dirty="0">
                <a:solidFill>
                  <a:schemeClr val="bg1"/>
                </a:solidFill>
                <a:latin typeface="+mn-lt"/>
                <a:ea typeface="ＭＳ Ｐゴシック" charset="0"/>
                <a:cs typeface="CiscoSans"/>
              </a:defRPr>
            </a:lvl1pPr>
          </a:lstStyle>
          <a:p>
            <a:pPr marL="0" lvl="0" indent="0" algn="l" defTabSz="912276" rtl="0" eaLnBrk="1" fontAlgn="base" hangingPunct="1">
              <a:lnSpc>
                <a:spcPct val="100000"/>
              </a:lnSpc>
              <a:spcBef>
                <a:spcPts val="0"/>
              </a:spcBef>
              <a:spcAft>
                <a:spcPts val="1000"/>
              </a:spcAft>
              <a:buClr>
                <a:schemeClr val="bg1"/>
              </a:buClr>
              <a:buSzPct val="100000"/>
              <a:buFont typeface="Arial" panose="020B0604020202020204" pitchFamily="34" charset="0"/>
              <a:buNone/>
            </a:pPr>
            <a:r>
              <a:rPr lang="en-US" dirty="0"/>
              <a:t>Subtitle</a:t>
            </a:r>
          </a:p>
        </p:txBody>
      </p:sp>
      <p:sp>
        <p:nvSpPr>
          <p:cNvPr id="6" name="Text Placeholder 5">
            <a:extLst>
              <a:ext uri="{FF2B5EF4-FFF2-40B4-BE49-F238E27FC236}">
                <a16:creationId xmlns:a16="http://schemas.microsoft.com/office/drawing/2014/main" id="{3C6237E3-CDA3-4826-B416-A9C4ECE19D8D}"/>
              </a:ext>
            </a:extLst>
          </p:cNvPr>
          <p:cNvSpPr>
            <a:spLocks noGrp="1"/>
          </p:cNvSpPr>
          <p:nvPr>
            <p:ph type="body" sz="quarter" idx="11" hasCustomPrompt="1"/>
          </p:nvPr>
        </p:nvSpPr>
        <p:spPr>
          <a:xfrm>
            <a:off x="323850" y="3736526"/>
            <a:ext cx="3725863" cy="457200"/>
          </a:xfrm>
          <a:noFill/>
        </p:spPr>
        <p:txBody>
          <a:bodyPr/>
          <a:lstStyle>
            <a:lvl1pPr marL="0" indent="0">
              <a:spcAft>
                <a:spcPts val="0"/>
              </a:spcAft>
              <a:buNone/>
              <a:defRPr sz="1400"/>
            </a:lvl1pPr>
          </a:lstStyle>
          <a:p>
            <a:pPr lvl="0"/>
            <a:r>
              <a:rPr lang="en-US" dirty="0"/>
              <a:t>Speaker Name</a:t>
            </a:r>
          </a:p>
          <a:p>
            <a:pPr lvl="0"/>
            <a:r>
              <a:rPr lang="en-US" dirty="0"/>
              <a:t>Speaker Title placeholder, @social</a:t>
            </a:r>
          </a:p>
        </p:txBody>
      </p:sp>
      <p:sp>
        <p:nvSpPr>
          <p:cNvPr id="10" name="Text Placeholder 9">
            <a:extLst>
              <a:ext uri="{FF2B5EF4-FFF2-40B4-BE49-F238E27FC236}">
                <a16:creationId xmlns:a16="http://schemas.microsoft.com/office/drawing/2014/main" id="{5AEFF02C-63AA-C8DF-DF7B-EDA5A3CE61A6}"/>
              </a:ext>
            </a:extLst>
          </p:cNvPr>
          <p:cNvSpPr>
            <a:spLocks noGrp="1"/>
          </p:cNvSpPr>
          <p:nvPr>
            <p:ph type="body" sz="quarter" idx="14" hasCustomPrompt="1"/>
          </p:nvPr>
        </p:nvSpPr>
        <p:spPr>
          <a:xfrm>
            <a:off x="4230687" y="3736526"/>
            <a:ext cx="3727451" cy="457200"/>
          </a:xfrm>
        </p:spPr>
        <p:txBody>
          <a:bodyPr/>
          <a:lstStyle>
            <a:lvl1pPr marL="0" indent="0">
              <a:spcAft>
                <a:spcPts val="0"/>
              </a:spcAft>
              <a:buNone/>
              <a:defRPr lang="en-US" sz="1400" kern="1200" dirty="0">
                <a:solidFill>
                  <a:schemeClr val="bg1"/>
                </a:solidFill>
                <a:latin typeface="+mn-lt"/>
                <a:ea typeface="ＭＳ Ｐゴシック" charset="0"/>
                <a:cs typeface="CiscoSans"/>
              </a:defRPr>
            </a:lvl1pPr>
            <a:lvl2pPr>
              <a:defRPr/>
            </a:lvl2pPr>
            <a:lvl3pPr>
              <a:defRPr/>
            </a:lvl3pPr>
            <a:lvl4pPr>
              <a:defRPr/>
            </a:lvl4pPr>
            <a:lvl5pPr>
              <a:defRPr/>
            </a:lvl5pPr>
          </a:lstStyle>
          <a:p>
            <a:pPr lvl="0"/>
            <a:r>
              <a:rPr lang="en-US" dirty="0"/>
              <a:t>Speaker Name</a:t>
            </a:r>
          </a:p>
          <a:p>
            <a:pPr lvl="0"/>
            <a:r>
              <a:rPr lang="en-US" dirty="0"/>
              <a:t>Speaker Title placeholder, @social</a:t>
            </a:r>
          </a:p>
        </p:txBody>
      </p:sp>
      <p:sp>
        <p:nvSpPr>
          <p:cNvPr id="2" name="Text Placeholder 5">
            <a:extLst>
              <a:ext uri="{FF2B5EF4-FFF2-40B4-BE49-F238E27FC236}">
                <a16:creationId xmlns:a16="http://schemas.microsoft.com/office/drawing/2014/main" id="{975F4503-6E14-DE87-30D2-13904F94B354}"/>
              </a:ext>
            </a:extLst>
          </p:cNvPr>
          <p:cNvSpPr>
            <a:spLocks noGrp="1"/>
          </p:cNvSpPr>
          <p:nvPr>
            <p:ph type="body" sz="quarter" idx="15" hasCustomPrompt="1"/>
          </p:nvPr>
        </p:nvSpPr>
        <p:spPr>
          <a:xfrm>
            <a:off x="323850" y="4363133"/>
            <a:ext cx="3725863" cy="457200"/>
          </a:xfrm>
          <a:noFill/>
        </p:spPr>
        <p:txBody>
          <a:bodyPr/>
          <a:lstStyle>
            <a:lvl1pPr marL="0" indent="0">
              <a:spcAft>
                <a:spcPts val="0"/>
              </a:spcAft>
              <a:buNone/>
              <a:defRPr sz="1400"/>
            </a:lvl1pPr>
          </a:lstStyle>
          <a:p>
            <a:pPr lvl="0"/>
            <a:r>
              <a:rPr lang="en-US" dirty="0"/>
              <a:t>Speaker Name</a:t>
            </a:r>
          </a:p>
          <a:p>
            <a:pPr lvl="0"/>
            <a:r>
              <a:rPr lang="en-US" dirty="0"/>
              <a:t>Speaker Title placeholder, @social</a:t>
            </a:r>
          </a:p>
        </p:txBody>
      </p:sp>
      <p:sp>
        <p:nvSpPr>
          <p:cNvPr id="4" name="Text Placeholder 9">
            <a:extLst>
              <a:ext uri="{FF2B5EF4-FFF2-40B4-BE49-F238E27FC236}">
                <a16:creationId xmlns:a16="http://schemas.microsoft.com/office/drawing/2014/main" id="{09DECD55-6AA1-8B80-F758-69B1E9337A04}"/>
              </a:ext>
            </a:extLst>
          </p:cNvPr>
          <p:cNvSpPr>
            <a:spLocks noGrp="1"/>
          </p:cNvSpPr>
          <p:nvPr>
            <p:ph type="body" sz="quarter" idx="16" hasCustomPrompt="1"/>
          </p:nvPr>
        </p:nvSpPr>
        <p:spPr>
          <a:xfrm>
            <a:off x="4230687" y="4363133"/>
            <a:ext cx="3727451" cy="457200"/>
          </a:xfrm>
        </p:spPr>
        <p:txBody>
          <a:bodyPr/>
          <a:lstStyle>
            <a:lvl1pPr marL="0" indent="0">
              <a:spcAft>
                <a:spcPts val="0"/>
              </a:spcAft>
              <a:buNone/>
              <a:defRPr lang="en-US" sz="1400" kern="1200" dirty="0">
                <a:solidFill>
                  <a:schemeClr val="bg1"/>
                </a:solidFill>
                <a:latin typeface="+mn-lt"/>
                <a:ea typeface="ＭＳ Ｐゴシック" charset="0"/>
                <a:cs typeface="CiscoSans"/>
              </a:defRPr>
            </a:lvl1pPr>
            <a:lvl2pPr>
              <a:defRPr/>
            </a:lvl2pPr>
            <a:lvl3pPr>
              <a:defRPr/>
            </a:lvl3pPr>
            <a:lvl4pPr>
              <a:defRPr/>
            </a:lvl4pPr>
            <a:lvl5pPr>
              <a:defRPr/>
            </a:lvl5pPr>
          </a:lstStyle>
          <a:p>
            <a:pPr lvl="0"/>
            <a:r>
              <a:rPr lang="en-US" dirty="0"/>
              <a:t>Speaker Name</a:t>
            </a:r>
          </a:p>
          <a:p>
            <a:pPr lvl="0"/>
            <a:r>
              <a:rPr lang="en-US" dirty="0"/>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sz="quarter" idx="12" hasCustomPrompt="1"/>
          </p:nvPr>
        </p:nvSpPr>
        <p:spPr>
          <a:xfrm>
            <a:off x="323850" y="6364224"/>
            <a:ext cx="3906838" cy="493776"/>
          </a:xfrm>
          <a:noFill/>
        </p:spPr>
        <p:txBody>
          <a:bodyPr/>
          <a:lstStyle>
            <a:lvl1pPr marL="0" indent="0">
              <a:buNone/>
              <a:defRPr sz="1400">
                <a:solidFill>
                  <a:schemeClr val="bg2"/>
                </a:solidFill>
              </a:defRPr>
            </a:lvl1pPr>
          </a:lstStyle>
          <a:p>
            <a:pPr lvl="0"/>
            <a:r>
              <a:rPr lang="en-US" dirty="0"/>
              <a:t>Date</a:t>
            </a:r>
          </a:p>
        </p:txBody>
      </p:sp>
      <p:pic>
        <p:nvPicPr>
          <p:cNvPr id="12" name="Picture 7" descr="Cisco logo">
            <a:extLst>
              <a:ext uri="{FF2B5EF4-FFF2-40B4-BE49-F238E27FC236}">
                <a16:creationId xmlns:a16="http://schemas.microsoft.com/office/drawing/2014/main" id="{60C68F8B-19C8-6CB4-297B-32D44AF9C3D0}"/>
              </a:ext>
            </a:extLst>
          </p:cNvPr>
          <p:cNvPicPr>
            <a:picLocks noGrp="1" noRot="1" noChangeAspect="1" noMove="1" noResize="1" noEditPoints="1" noAdjustHandles="1" noChangeArrowheads="1" noChangeShapeType="1" noCrop="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9058274" y="3188776"/>
            <a:ext cx="914400" cy="480447"/>
          </a:xfrm>
          <a:prstGeom prst="rect">
            <a:avLst/>
          </a:prstGeom>
        </p:spPr>
      </p:pic>
    </p:spTree>
    <p:extLst>
      <p:ext uri="{BB962C8B-B14F-4D97-AF65-F5344CB8AC3E}">
        <p14:creationId xmlns:p14="http://schemas.microsoft.com/office/powerpoint/2010/main" val="27312292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p:cSld name="Title Slide 3, Four Speakers">
    <p:bg>
      <p:bgPr>
        <a:solidFill>
          <a:schemeClr val="tx1"/>
        </a:solidFill>
        <a:effectLst/>
      </p:bgPr>
    </p:bg>
    <p:spTree>
      <p:nvGrpSpPr>
        <p:cNvPr id="1" name=""/>
        <p:cNvGrpSpPr/>
        <p:nvPr/>
      </p:nvGrpSpPr>
      <p:grpSpPr>
        <a:xfrm>
          <a:off x="0" y="0"/>
          <a:ext cx="0" cy="0"/>
          <a:chOff x="0" y="0"/>
          <a:chExt cx="0" cy="0"/>
        </a:xfrm>
      </p:grpSpPr>
      <p:pic>
        <p:nvPicPr>
          <p:cNvPr id="12" name="Picture 7" descr="Cisco logo">
            <a:extLst>
              <a:ext uri="{FF2B5EF4-FFF2-40B4-BE49-F238E27FC236}">
                <a16:creationId xmlns:a16="http://schemas.microsoft.com/office/drawing/2014/main" id="{60C68F8B-19C8-6CB4-297B-32D44AF9C3D0}"/>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rcRect/>
          <a:stretch/>
        </p:blipFill>
        <p:spPr>
          <a:xfrm>
            <a:off x="323850" y="320675"/>
            <a:ext cx="792163" cy="416221"/>
          </a:xfrm>
          <a:prstGeom prst="rect">
            <a:avLst/>
          </a:prstGeom>
        </p:spPr>
      </p:pic>
      <p:sp>
        <p:nvSpPr>
          <p:cNvPr id="3" name="Title 2">
            <a:extLst>
              <a:ext uri="{FF2B5EF4-FFF2-40B4-BE49-F238E27FC236}">
                <a16:creationId xmlns:a16="http://schemas.microsoft.com/office/drawing/2014/main" id="{091BA1A5-BDA4-7FEA-3EC4-1DBB3AD00F15}"/>
              </a:ext>
            </a:extLst>
          </p:cNvPr>
          <p:cNvSpPr>
            <a:spLocks noGrp="1"/>
          </p:cNvSpPr>
          <p:nvPr>
            <p:ph type="title" hasCustomPrompt="1"/>
          </p:nvPr>
        </p:nvSpPr>
        <p:spPr>
          <a:xfrm>
            <a:off x="323850" y="2492374"/>
            <a:ext cx="10167938" cy="1243019"/>
          </a:xfrm>
        </p:spPr>
        <p:txBody>
          <a:bodyPr anchor="b" anchorCtr="0"/>
          <a:lstStyle>
            <a:lvl1pPr>
              <a:defRPr sz="3600">
                <a:solidFill>
                  <a:schemeClr val="bg1"/>
                </a:solidFill>
              </a:defRPr>
            </a:lvl1pPr>
          </a:lstStyle>
          <a:p>
            <a:r>
              <a:rPr lang="en-US" dirty="0"/>
              <a:t>Presentation Slide Title Layout 3</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sz="quarter" idx="13" hasCustomPrompt="1"/>
          </p:nvPr>
        </p:nvSpPr>
        <p:spPr>
          <a:xfrm>
            <a:off x="323849" y="3827463"/>
            <a:ext cx="10167938" cy="223837"/>
          </a:xfrm>
          <a:noFill/>
        </p:spPr>
        <p:txBody>
          <a:bodyPr/>
          <a:lstStyle>
            <a:lvl1pPr marL="0" indent="0">
              <a:buNone/>
              <a:defRPr lang="en-US" sz="1600" b="0" kern="1200" dirty="0">
                <a:solidFill>
                  <a:schemeClr val="bg1"/>
                </a:solidFill>
                <a:latin typeface="+mn-lt"/>
                <a:ea typeface="ＭＳ Ｐゴシック" charset="0"/>
                <a:cs typeface="CiscoSans"/>
              </a:defRPr>
            </a:lvl1pPr>
          </a:lstStyle>
          <a:p>
            <a:pPr marL="0" lvl="0" indent="0" algn="l" defTabSz="912276" rtl="0" eaLnBrk="1" fontAlgn="base" hangingPunct="1">
              <a:lnSpc>
                <a:spcPct val="100000"/>
              </a:lnSpc>
              <a:spcBef>
                <a:spcPts val="0"/>
              </a:spcBef>
              <a:spcAft>
                <a:spcPts val="1000"/>
              </a:spcAft>
              <a:buClr>
                <a:schemeClr val="bg1"/>
              </a:buClr>
              <a:buSzPct val="100000"/>
              <a:buFont typeface="Arial" panose="020B0604020202020204" pitchFamily="34" charset="0"/>
              <a:buNone/>
            </a:pPr>
            <a:r>
              <a:rPr lang="en-US" dirty="0"/>
              <a:t>Subtitle</a:t>
            </a:r>
          </a:p>
        </p:txBody>
      </p:sp>
      <p:sp>
        <p:nvSpPr>
          <p:cNvPr id="6" name="Text Placeholder 5">
            <a:extLst>
              <a:ext uri="{FF2B5EF4-FFF2-40B4-BE49-F238E27FC236}">
                <a16:creationId xmlns:a16="http://schemas.microsoft.com/office/drawing/2014/main" id="{3C6237E3-CDA3-4826-B416-A9C4ECE19D8D}"/>
              </a:ext>
            </a:extLst>
          </p:cNvPr>
          <p:cNvSpPr>
            <a:spLocks noGrp="1"/>
          </p:cNvSpPr>
          <p:nvPr>
            <p:ph type="body" sz="quarter" idx="11" hasCustomPrompt="1"/>
          </p:nvPr>
        </p:nvSpPr>
        <p:spPr>
          <a:xfrm>
            <a:off x="323850" y="4360863"/>
            <a:ext cx="3725863" cy="457200"/>
          </a:xfrm>
          <a:noFill/>
        </p:spPr>
        <p:txBody>
          <a:bodyPr/>
          <a:lstStyle>
            <a:lvl1pPr marL="0" indent="0">
              <a:spcAft>
                <a:spcPts val="0"/>
              </a:spcAft>
              <a:buNone/>
              <a:defRPr sz="1400"/>
            </a:lvl1pPr>
          </a:lstStyle>
          <a:p>
            <a:pPr lvl="0"/>
            <a:r>
              <a:rPr lang="en-US" dirty="0"/>
              <a:t>Speaker Name</a:t>
            </a:r>
          </a:p>
          <a:p>
            <a:pPr lvl="0"/>
            <a:r>
              <a:rPr lang="en-US" dirty="0"/>
              <a:t>Speaker Title placeholder, @social</a:t>
            </a:r>
          </a:p>
        </p:txBody>
      </p:sp>
      <p:sp>
        <p:nvSpPr>
          <p:cNvPr id="7" name="Text Placeholder 6">
            <a:extLst>
              <a:ext uri="{FF2B5EF4-FFF2-40B4-BE49-F238E27FC236}">
                <a16:creationId xmlns:a16="http://schemas.microsoft.com/office/drawing/2014/main" id="{872EFECA-80DB-74BA-813F-3952A15A5022}"/>
              </a:ext>
            </a:extLst>
          </p:cNvPr>
          <p:cNvSpPr>
            <a:spLocks noGrp="1"/>
          </p:cNvSpPr>
          <p:nvPr>
            <p:ph type="body" sz="quarter" idx="15" hasCustomPrompt="1"/>
          </p:nvPr>
        </p:nvSpPr>
        <p:spPr>
          <a:xfrm>
            <a:off x="4230688" y="4360863"/>
            <a:ext cx="4886325" cy="457200"/>
          </a:xfrm>
        </p:spPr>
        <p:txBody>
          <a:bodyPr/>
          <a:lstStyle>
            <a:lvl1pPr marL="0" indent="0">
              <a:spcAft>
                <a:spcPts val="0"/>
              </a:spcAft>
              <a:buNone/>
              <a:defRPr sz="1400"/>
            </a:lvl1pPr>
            <a:lvl2pPr>
              <a:defRPr sz="1400"/>
            </a:lvl2pPr>
            <a:lvl3pPr>
              <a:defRPr sz="1200"/>
            </a:lvl3pPr>
            <a:lvl4pPr>
              <a:defRPr sz="1100"/>
            </a:lvl4pPr>
            <a:lvl5pPr>
              <a:defRPr sz="1050"/>
            </a:lvl5pPr>
          </a:lstStyle>
          <a:p>
            <a:pPr lvl="0"/>
            <a:r>
              <a:rPr lang="en-US" dirty="0"/>
              <a:t>Speaker Name</a:t>
            </a:r>
          </a:p>
          <a:p>
            <a:pPr lvl="0"/>
            <a:r>
              <a:rPr lang="en-US" dirty="0"/>
              <a:t>Speaker Title placeholder, @social</a:t>
            </a:r>
          </a:p>
        </p:txBody>
      </p:sp>
      <p:sp>
        <p:nvSpPr>
          <p:cNvPr id="10" name="Text Placeholder 9">
            <a:extLst>
              <a:ext uri="{FF2B5EF4-FFF2-40B4-BE49-F238E27FC236}">
                <a16:creationId xmlns:a16="http://schemas.microsoft.com/office/drawing/2014/main" id="{5AEFF02C-63AA-C8DF-DF7B-EDA5A3CE61A6}"/>
              </a:ext>
            </a:extLst>
          </p:cNvPr>
          <p:cNvSpPr>
            <a:spLocks noGrp="1"/>
          </p:cNvSpPr>
          <p:nvPr>
            <p:ph type="body" sz="quarter" idx="14" hasCustomPrompt="1"/>
          </p:nvPr>
        </p:nvSpPr>
        <p:spPr>
          <a:xfrm>
            <a:off x="323850" y="4990779"/>
            <a:ext cx="3725863" cy="457200"/>
          </a:xfrm>
        </p:spPr>
        <p:txBody>
          <a:bodyPr/>
          <a:lstStyle>
            <a:lvl1pPr marL="0" indent="0">
              <a:spcAft>
                <a:spcPts val="0"/>
              </a:spcAft>
              <a:buNone/>
              <a:defRPr lang="en-US" sz="1400" kern="1200" dirty="0">
                <a:solidFill>
                  <a:schemeClr val="bg1"/>
                </a:solidFill>
                <a:latin typeface="+mn-lt"/>
                <a:ea typeface="ＭＳ Ｐゴシック" charset="0"/>
                <a:cs typeface="CiscoSans"/>
              </a:defRPr>
            </a:lvl1pPr>
            <a:lvl2pPr>
              <a:defRPr/>
            </a:lvl2pPr>
            <a:lvl3pPr>
              <a:defRPr/>
            </a:lvl3pPr>
            <a:lvl4pPr>
              <a:defRPr/>
            </a:lvl4pPr>
            <a:lvl5pPr>
              <a:defRPr/>
            </a:lvl5pPr>
          </a:lstStyle>
          <a:p>
            <a:pPr lvl="0"/>
            <a:r>
              <a:rPr lang="en-US" dirty="0"/>
              <a:t>Speaker Name</a:t>
            </a:r>
          </a:p>
          <a:p>
            <a:pPr lvl="0"/>
            <a:r>
              <a:rPr lang="en-US" dirty="0"/>
              <a:t>Speaker Title placeholder, @social</a:t>
            </a:r>
          </a:p>
        </p:txBody>
      </p:sp>
      <p:sp>
        <p:nvSpPr>
          <p:cNvPr id="13" name="Text Placeholder 12">
            <a:extLst>
              <a:ext uri="{FF2B5EF4-FFF2-40B4-BE49-F238E27FC236}">
                <a16:creationId xmlns:a16="http://schemas.microsoft.com/office/drawing/2014/main" id="{2BBB47F0-F6D2-5FD5-1C2D-8963A9B280F8}"/>
              </a:ext>
            </a:extLst>
          </p:cNvPr>
          <p:cNvSpPr>
            <a:spLocks noGrp="1"/>
          </p:cNvSpPr>
          <p:nvPr>
            <p:ph type="body" sz="quarter" idx="16" hasCustomPrompt="1"/>
          </p:nvPr>
        </p:nvSpPr>
        <p:spPr>
          <a:xfrm>
            <a:off x="4230688" y="4990779"/>
            <a:ext cx="4886325" cy="457200"/>
          </a:xfrm>
        </p:spPr>
        <p:txBody>
          <a:bodyPr/>
          <a:lstStyle>
            <a:lvl1pPr marL="0" indent="0">
              <a:spcAft>
                <a:spcPts val="0"/>
              </a:spcAft>
              <a:buNone/>
              <a:defRPr sz="1400"/>
            </a:lvl1pPr>
            <a:lvl2pPr>
              <a:defRPr sz="1400"/>
            </a:lvl2pPr>
            <a:lvl3pPr>
              <a:defRPr sz="1200"/>
            </a:lvl3pPr>
            <a:lvl4pPr>
              <a:defRPr sz="1100"/>
            </a:lvl4pPr>
            <a:lvl5pPr>
              <a:defRPr sz="1050"/>
            </a:lvl5pPr>
          </a:lstStyle>
          <a:p>
            <a:pPr lvl="0"/>
            <a:r>
              <a:rPr lang="en-US" dirty="0"/>
              <a:t>Speaker Name</a:t>
            </a:r>
          </a:p>
          <a:p>
            <a:pPr lvl="0"/>
            <a:r>
              <a:rPr lang="en-US" dirty="0"/>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sz="quarter" idx="12" hasCustomPrompt="1"/>
          </p:nvPr>
        </p:nvSpPr>
        <p:spPr>
          <a:xfrm>
            <a:off x="323850" y="6364224"/>
            <a:ext cx="3906838" cy="493776"/>
          </a:xfrm>
          <a:noFill/>
        </p:spPr>
        <p:txBody>
          <a:bodyPr/>
          <a:lstStyle>
            <a:lvl1pPr marL="0" indent="0">
              <a:buNone/>
              <a:defRPr sz="1400">
                <a:solidFill>
                  <a:schemeClr val="bg2"/>
                </a:solidFill>
              </a:defRPr>
            </a:lvl1pPr>
          </a:lstStyle>
          <a:p>
            <a:pPr lvl="0"/>
            <a:r>
              <a:rPr lang="en-US" dirty="0"/>
              <a:t>Date</a:t>
            </a:r>
          </a:p>
        </p:txBody>
      </p:sp>
    </p:spTree>
    <p:extLst>
      <p:ext uri="{BB962C8B-B14F-4D97-AF65-F5344CB8AC3E}">
        <p14:creationId xmlns:p14="http://schemas.microsoft.com/office/powerpoint/2010/main" val="274735475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p:cSld name="Event Only Title Slide 1, Two Speaker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91BA1A5-BDA4-7FEA-3EC4-1DBB3AD00F15}"/>
              </a:ext>
            </a:extLst>
          </p:cNvPr>
          <p:cNvSpPr>
            <a:spLocks noGrp="1"/>
          </p:cNvSpPr>
          <p:nvPr>
            <p:ph type="title" hasCustomPrompt="1"/>
          </p:nvPr>
        </p:nvSpPr>
        <p:spPr>
          <a:xfrm>
            <a:off x="323850" y="2181224"/>
            <a:ext cx="6656388" cy="1554169"/>
          </a:xfrm>
        </p:spPr>
        <p:txBody>
          <a:bodyPr anchor="b" anchorCtr="0"/>
          <a:lstStyle>
            <a:lvl1pPr>
              <a:defRPr sz="3600"/>
            </a:lvl1pPr>
          </a:lstStyle>
          <a:p>
            <a:r>
              <a:rPr lang="en-US" dirty="0"/>
              <a:t>Presentation Title</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sz="quarter" idx="13" hasCustomPrompt="1"/>
          </p:nvPr>
        </p:nvSpPr>
        <p:spPr>
          <a:xfrm>
            <a:off x="323850" y="3827463"/>
            <a:ext cx="6656388" cy="223837"/>
          </a:xfrm>
          <a:noFill/>
        </p:spPr>
        <p:txBody>
          <a:bodyPr/>
          <a:lstStyle>
            <a:lvl1pPr marL="0" indent="0">
              <a:buNone/>
              <a:defRPr lang="en-US" sz="1600" b="0" kern="1200" dirty="0">
                <a:solidFill>
                  <a:schemeClr val="bg1"/>
                </a:solidFill>
                <a:latin typeface="+mn-lt"/>
                <a:ea typeface="ＭＳ Ｐゴシック" charset="0"/>
                <a:cs typeface="CiscoSans"/>
              </a:defRPr>
            </a:lvl1pPr>
          </a:lstStyle>
          <a:p>
            <a:pPr marL="0" lvl="0" indent="0" algn="l" defTabSz="912276" rtl="0" eaLnBrk="1" fontAlgn="base" hangingPunct="1">
              <a:lnSpc>
                <a:spcPct val="100000"/>
              </a:lnSpc>
              <a:spcBef>
                <a:spcPts val="0"/>
              </a:spcBef>
              <a:spcAft>
                <a:spcPts val="1000"/>
              </a:spcAft>
              <a:buClr>
                <a:schemeClr val="bg1"/>
              </a:buClr>
              <a:buSzPct val="100000"/>
              <a:buFont typeface="Arial" panose="020B0604020202020204" pitchFamily="34" charset="0"/>
              <a:buNone/>
            </a:pPr>
            <a:r>
              <a:rPr lang="en-US" dirty="0"/>
              <a:t>Subtitle</a:t>
            </a:r>
          </a:p>
        </p:txBody>
      </p:sp>
      <p:sp>
        <p:nvSpPr>
          <p:cNvPr id="6" name="Text Placeholder 5">
            <a:extLst>
              <a:ext uri="{FF2B5EF4-FFF2-40B4-BE49-F238E27FC236}">
                <a16:creationId xmlns:a16="http://schemas.microsoft.com/office/drawing/2014/main" id="{3C6237E3-CDA3-4826-B416-A9C4ECE19D8D}"/>
              </a:ext>
            </a:extLst>
          </p:cNvPr>
          <p:cNvSpPr>
            <a:spLocks noGrp="1"/>
          </p:cNvSpPr>
          <p:nvPr>
            <p:ph type="body" sz="quarter" idx="11" hasCustomPrompt="1"/>
          </p:nvPr>
        </p:nvSpPr>
        <p:spPr>
          <a:xfrm>
            <a:off x="323850" y="4360866"/>
            <a:ext cx="3725863" cy="457200"/>
          </a:xfrm>
          <a:noFill/>
        </p:spPr>
        <p:txBody>
          <a:bodyPr/>
          <a:lstStyle>
            <a:lvl1pPr marL="0" indent="0">
              <a:spcAft>
                <a:spcPts val="0"/>
              </a:spcAft>
              <a:buNone/>
              <a:defRPr sz="1400"/>
            </a:lvl1pPr>
          </a:lstStyle>
          <a:p>
            <a:pPr lvl="0"/>
            <a:r>
              <a:rPr lang="en-US" dirty="0"/>
              <a:t>Speaker Name</a:t>
            </a:r>
          </a:p>
          <a:p>
            <a:pPr lvl="0"/>
            <a:r>
              <a:rPr lang="en-US" dirty="0"/>
              <a:t>Speaker Title placeholder, @social</a:t>
            </a:r>
          </a:p>
        </p:txBody>
      </p:sp>
      <p:sp>
        <p:nvSpPr>
          <p:cNvPr id="10" name="Text Placeholder 9">
            <a:extLst>
              <a:ext uri="{FF2B5EF4-FFF2-40B4-BE49-F238E27FC236}">
                <a16:creationId xmlns:a16="http://schemas.microsoft.com/office/drawing/2014/main" id="{5AEFF02C-63AA-C8DF-DF7B-EDA5A3CE61A6}"/>
              </a:ext>
            </a:extLst>
          </p:cNvPr>
          <p:cNvSpPr>
            <a:spLocks noGrp="1"/>
          </p:cNvSpPr>
          <p:nvPr>
            <p:ph type="body" sz="quarter" idx="14" hasCustomPrompt="1"/>
          </p:nvPr>
        </p:nvSpPr>
        <p:spPr>
          <a:xfrm>
            <a:off x="4230687" y="4360866"/>
            <a:ext cx="3727451" cy="457200"/>
          </a:xfrm>
        </p:spPr>
        <p:txBody>
          <a:bodyPr/>
          <a:lstStyle>
            <a:lvl1pPr marL="0" indent="0">
              <a:spcAft>
                <a:spcPts val="0"/>
              </a:spcAft>
              <a:buNone/>
              <a:defRPr lang="en-US" sz="1400" kern="1200" dirty="0">
                <a:solidFill>
                  <a:schemeClr val="bg1"/>
                </a:solidFill>
                <a:latin typeface="+mn-lt"/>
                <a:ea typeface="ＭＳ Ｐゴシック" charset="0"/>
                <a:cs typeface="CiscoSans"/>
              </a:defRPr>
            </a:lvl1pPr>
            <a:lvl2pPr>
              <a:defRPr/>
            </a:lvl2pPr>
            <a:lvl3pPr>
              <a:defRPr/>
            </a:lvl3pPr>
            <a:lvl4pPr>
              <a:defRPr/>
            </a:lvl4pPr>
            <a:lvl5pPr>
              <a:defRPr/>
            </a:lvl5pPr>
          </a:lstStyle>
          <a:p>
            <a:pPr lvl="0"/>
            <a:r>
              <a:rPr lang="en-US" dirty="0"/>
              <a:t>Speaker Name</a:t>
            </a:r>
          </a:p>
          <a:p>
            <a:pPr lvl="0"/>
            <a:r>
              <a:rPr lang="en-US" dirty="0"/>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sz="quarter" idx="12" hasCustomPrompt="1"/>
          </p:nvPr>
        </p:nvSpPr>
        <p:spPr>
          <a:xfrm>
            <a:off x="323850" y="6364224"/>
            <a:ext cx="3906838" cy="493776"/>
          </a:xfrm>
          <a:noFill/>
        </p:spPr>
        <p:txBody>
          <a:bodyPr/>
          <a:lstStyle>
            <a:lvl1pPr marL="0" indent="0">
              <a:buNone/>
              <a:defRPr sz="1400">
                <a:solidFill>
                  <a:schemeClr val="bg2"/>
                </a:solidFill>
              </a:defRPr>
            </a:lvl1pPr>
          </a:lstStyle>
          <a:p>
            <a:pPr lvl="0"/>
            <a:r>
              <a:rPr lang="en-US" dirty="0"/>
              <a:t>Date</a:t>
            </a:r>
          </a:p>
        </p:txBody>
      </p:sp>
    </p:spTree>
    <p:extLst>
      <p:ext uri="{BB962C8B-B14F-4D97-AF65-F5344CB8AC3E}">
        <p14:creationId xmlns:p14="http://schemas.microsoft.com/office/powerpoint/2010/main" val="187370421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p:cSld name="Event Only Title Slide 2, Four Speaker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91BA1A5-BDA4-7FEA-3EC4-1DBB3AD00F15}"/>
              </a:ext>
            </a:extLst>
          </p:cNvPr>
          <p:cNvSpPr>
            <a:spLocks noGrp="1"/>
          </p:cNvSpPr>
          <p:nvPr>
            <p:ph type="title" hasCustomPrompt="1"/>
          </p:nvPr>
        </p:nvSpPr>
        <p:spPr>
          <a:xfrm>
            <a:off x="323850" y="1556884"/>
            <a:ext cx="6656388" cy="1554169"/>
          </a:xfrm>
        </p:spPr>
        <p:txBody>
          <a:bodyPr anchor="b" anchorCtr="0"/>
          <a:lstStyle>
            <a:lvl1pPr>
              <a:defRPr sz="3600"/>
            </a:lvl1pPr>
          </a:lstStyle>
          <a:p>
            <a:r>
              <a:rPr lang="en-US" dirty="0"/>
              <a:t>Presentation Title</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sz="quarter" idx="13" hasCustomPrompt="1"/>
          </p:nvPr>
        </p:nvSpPr>
        <p:spPr>
          <a:xfrm>
            <a:off x="323850" y="3203123"/>
            <a:ext cx="6656388" cy="223837"/>
          </a:xfrm>
          <a:noFill/>
        </p:spPr>
        <p:txBody>
          <a:bodyPr/>
          <a:lstStyle>
            <a:lvl1pPr marL="0" indent="0">
              <a:buNone/>
              <a:defRPr lang="en-US" sz="1600" b="0" kern="1200" dirty="0">
                <a:solidFill>
                  <a:schemeClr val="bg1"/>
                </a:solidFill>
                <a:latin typeface="+mn-lt"/>
                <a:ea typeface="ＭＳ Ｐゴシック" charset="0"/>
                <a:cs typeface="CiscoSans"/>
              </a:defRPr>
            </a:lvl1pPr>
          </a:lstStyle>
          <a:p>
            <a:pPr marL="0" lvl="0" indent="0" algn="l" defTabSz="912276" rtl="0" eaLnBrk="1" fontAlgn="base" hangingPunct="1">
              <a:lnSpc>
                <a:spcPct val="100000"/>
              </a:lnSpc>
              <a:spcBef>
                <a:spcPts val="0"/>
              </a:spcBef>
              <a:spcAft>
                <a:spcPts val="1000"/>
              </a:spcAft>
              <a:buClr>
                <a:schemeClr val="bg1"/>
              </a:buClr>
              <a:buSzPct val="100000"/>
              <a:buFont typeface="Arial" panose="020B0604020202020204" pitchFamily="34" charset="0"/>
              <a:buNone/>
            </a:pPr>
            <a:r>
              <a:rPr lang="en-US" dirty="0"/>
              <a:t>Subtitle</a:t>
            </a:r>
          </a:p>
        </p:txBody>
      </p:sp>
      <p:sp>
        <p:nvSpPr>
          <p:cNvPr id="6" name="Text Placeholder 5">
            <a:extLst>
              <a:ext uri="{FF2B5EF4-FFF2-40B4-BE49-F238E27FC236}">
                <a16:creationId xmlns:a16="http://schemas.microsoft.com/office/drawing/2014/main" id="{3C6237E3-CDA3-4826-B416-A9C4ECE19D8D}"/>
              </a:ext>
            </a:extLst>
          </p:cNvPr>
          <p:cNvSpPr>
            <a:spLocks noGrp="1"/>
          </p:cNvSpPr>
          <p:nvPr>
            <p:ph type="body" sz="quarter" idx="11" hasCustomPrompt="1"/>
          </p:nvPr>
        </p:nvSpPr>
        <p:spPr>
          <a:xfrm>
            <a:off x="323850" y="3736526"/>
            <a:ext cx="3725863" cy="457200"/>
          </a:xfrm>
          <a:noFill/>
        </p:spPr>
        <p:txBody>
          <a:bodyPr/>
          <a:lstStyle>
            <a:lvl1pPr marL="0" indent="0">
              <a:spcAft>
                <a:spcPts val="0"/>
              </a:spcAft>
              <a:buNone/>
              <a:defRPr sz="1400"/>
            </a:lvl1pPr>
          </a:lstStyle>
          <a:p>
            <a:pPr lvl="0"/>
            <a:r>
              <a:rPr lang="en-US" dirty="0"/>
              <a:t>Speaker Name</a:t>
            </a:r>
          </a:p>
          <a:p>
            <a:pPr lvl="0"/>
            <a:r>
              <a:rPr lang="en-US" dirty="0"/>
              <a:t>Speaker Title placeholder, @social</a:t>
            </a:r>
          </a:p>
        </p:txBody>
      </p:sp>
      <p:sp>
        <p:nvSpPr>
          <p:cNvPr id="10" name="Text Placeholder 9">
            <a:extLst>
              <a:ext uri="{FF2B5EF4-FFF2-40B4-BE49-F238E27FC236}">
                <a16:creationId xmlns:a16="http://schemas.microsoft.com/office/drawing/2014/main" id="{5AEFF02C-63AA-C8DF-DF7B-EDA5A3CE61A6}"/>
              </a:ext>
            </a:extLst>
          </p:cNvPr>
          <p:cNvSpPr>
            <a:spLocks noGrp="1"/>
          </p:cNvSpPr>
          <p:nvPr>
            <p:ph type="body" sz="quarter" idx="14" hasCustomPrompt="1"/>
          </p:nvPr>
        </p:nvSpPr>
        <p:spPr>
          <a:xfrm>
            <a:off x="4230687" y="3736526"/>
            <a:ext cx="3727451" cy="457200"/>
          </a:xfrm>
        </p:spPr>
        <p:txBody>
          <a:bodyPr/>
          <a:lstStyle>
            <a:lvl1pPr marL="0" indent="0">
              <a:spcAft>
                <a:spcPts val="0"/>
              </a:spcAft>
              <a:buNone/>
              <a:defRPr lang="en-US" sz="1400" kern="1200" dirty="0">
                <a:solidFill>
                  <a:schemeClr val="bg1"/>
                </a:solidFill>
                <a:latin typeface="+mn-lt"/>
                <a:ea typeface="ＭＳ Ｐゴシック" charset="0"/>
                <a:cs typeface="CiscoSans"/>
              </a:defRPr>
            </a:lvl1pPr>
            <a:lvl2pPr>
              <a:defRPr/>
            </a:lvl2pPr>
            <a:lvl3pPr>
              <a:defRPr/>
            </a:lvl3pPr>
            <a:lvl4pPr>
              <a:defRPr/>
            </a:lvl4pPr>
            <a:lvl5pPr>
              <a:defRPr/>
            </a:lvl5pPr>
          </a:lstStyle>
          <a:p>
            <a:pPr lvl="0"/>
            <a:r>
              <a:rPr lang="en-US" dirty="0"/>
              <a:t>Speaker Name</a:t>
            </a:r>
          </a:p>
          <a:p>
            <a:pPr lvl="0"/>
            <a:r>
              <a:rPr lang="en-US" dirty="0"/>
              <a:t>Speaker Title placeholder, @social</a:t>
            </a:r>
          </a:p>
        </p:txBody>
      </p:sp>
      <p:sp>
        <p:nvSpPr>
          <p:cNvPr id="2" name="Text Placeholder 5">
            <a:extLst>
              <a:ext uri="{FF2B5EF4-FFF2-40B4-BE49-F238E27FC236}">
                <a16:creationId xmlns:a16="http://schemas.microsoft.com/office/drawing/2014/main" id="{975F4503-6E14-DE87-30D2-13904F94B354}"/>
              </a:ext>
            </a:extLst>
          </p:cNvPr>
          <p:cNvSpPr>
            <a:spLocks noGrp="1"/>
          </p:cNvSpPr>
          <p:nvPr>
            <p:ph type="body" sz="quarter" idx="15" hasCustomPrompt="1"/>
          </p:nvPr>
        </p:nvSpPr>
        <p:spPr>
          <a:xfrm>
            <a:off x="323850" y="4363133"/>
            <a:ext cx="3725863" cy="457200"/>
          </a:xfrm>
          <a:noFill/>
        </p:spPr>
        <p:txBody>
          <a:bodyPr/>
          <a:lstStyle>
            <a:lvl1pPr marL="0" indent="0">
              <a:spcAft>
                <a:spcPts val="0"/>
              </a:spcAft>
              <a:buNone/>
              <a:defRPr sz="1400"/>
            </a:lvl1pPr>
          </a:lstStyle>
          <a:p>
            <a:pPr lvl="0"/>
            <a:r>
              <a:rPr lang="en-US" dirty="0"/>
              <a:t>Speaker Name</a:t>
            </a:r>
          </a:p>
          <a:p>
            <a:pPr lvl="0"/>
            <a:r>
              <a:rPr lang="en-US" dirty="0"/>
              <a:t>Speaker Title placeholder, @social</a:t>
            </a:r>
          </a:p>
        </p:txBody>
      </p:sp>
      <p:sp>
        <p:nvSpPr>
          <p:cNvPr id="4" name="Text Placeholder 9">
            <a:extLst>
              <a:ext uri="{FF2B5EF4-FFF2-40B4-BE49-F238E27FC236}">
                <a16:creationId xmlns:a16="http://schemas.microsoft.com/office/drawing/2014/main" id="{09DECD55-6AA1-8B80-F758-69B1E9337A04}"/>
              </a:ext>
            </a:extLst>
          </p:cNvPr>
          <p:cNvSpPr>
            <a:spLocks noGrp="1"/>
          </p:cNvSpPr>
          <p:nvPr>
            <p:ph type="body" sz="quarter" idx="16" hasCustomPrompt="1"/>
          </p:nvPr>
        </p:nvSpPr>
        <p:spPr>
          <a:xfrm>
            <a:off x="4230687" y="4363133"/>
            <a:ext cx="3727451" cy="457200"/>
          </a:xfrm>
        </p:spPr>
        <p:txBody>
          <a:bodyPr/>
          <a:lstStyle>
            <a:lvl1pPr marL="0" indent="0">
              <a:spcAft>
                <a:spcPts val="0"/>
              </a:spcAft>
              <a:buNone/>
              <a:defRPr lang="en-US" sz="1400" kern="1200" dirty="0">
                <a:solidFill>
                  <a:schemeClr val="bg1"/>
                </a:solidFill>
                <a:latin typeface="+mn-lt"/>
                <a:ea typeface="ＭＳ Ｐゴシック" charset="0"/>
                <a:cs typeface="CiscoSans"/>
              </a:defRPr>
            </a:lvl1pPr>
            <a:lvl2pPr>
              <a:defRPr/>
            </a:lvl2pPr>
            <a:lvl3pPr>
              <a:defRPr/>
            </a:lvl3pPr>
            <a:lvl4pPr>
              <a:defRPr/>
            </a:lvl4pPr>
            <a:lvl5pPr>
              <a:defRPr/>
            </a:lvl5pPr>
          </a:lstStyle>
          <a:p>
            <a:pPr lvl="0"/>
            <a:r>
              <a:rPr lang="en-US" dirty="0"/>
              <a:t>Speaker Name</a:t>
            </a:r>
          </a:p>
          <a:p>
            <a:pPr lvl="0"/>
            <a:r>
              <a:rPr lang="en-US" dirty="0"/>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sz="quarter" idx="12" hasCustomPrompt="1"/>
          </p:nvPr>
        </p:nvSpPr>
        <p:spPr>
          <a:xfrm>
            <a:off x="323850" y="6364224"/>
            <a:ext cx="3906838" cy="493776"/>
          </a:xfrm>
          <a:noFill/>
        </p:spPr>
        <p:txBody>
          <a:bodyPr/>
          <a:lstStyle>
            <a:lvl1pPr marL="0" indent="0">
              <a:buNone/>
              <a:defRPr sz="1400">
                <a:solidFill>
                  <a:schemeClr val="bg2"/>
                </a:solidFill>
              </a:defRPr>
            </a:lvl1pPr>
          </a:lstStyle>
          <a:p>
            <a:pPr lvl="0"/>
            <a:r>
              <a:rPr lang="en-US" dirty="0"/>
              <a:t>Date</a:t>
            </a:r>
          </a:p>
        </p:txBody>
      </p:sp>
    </p:spTree>
    <p:extLst>
      <p:ext uri="{BB962C8B-B14F-4D97-AF65-F5344CB8AC3E}">
        <p14:creationId xmlns:p14="http://schemas.microsoft.com/office/powerpoint/2010/main" val="322890825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p:cSld name="Event Only Title Slide 3, Six Speaker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91BA1A5-BDA4-7FEA-3EC4-1DBB3AD00F15}"/>
              </a:ext>
            </a:extLst>
          </p:cNvPr>
          <p:cNvSpPr>
            <a:spLocks noGrp="1"/>
          </p:cNvSpPr>
          <p:nvPr>
            <p:ph type="title" hasCustomPrompt="1"/>
          </p:nvPr>
        </p:nvSpPr>
        <p:spPr>
          <a:xfrm>
            <a:off x="323850" y="1556884"/>
            <a:ext cx="6656388" cy="1554169"/>
          </a:xfrm>
        </p:spPr>
        <p:txBody>
          <a:bodyPr anchor="b" anchorCtr="0"/>
          <a:lstStyle>
            <a:lvl1pPr>
              <a:defRPr sz="3600"/>
            </a:lvl1pPr>
          </a:lstStyle>
          <a:p>
            <a:r>
              <a:rPr lang="en-US" dirty="0"/>
              <a:t>Presentation Title</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sz="quarter" idx="13" hasCustomPrompt="1"/>
          </p:nvPr>
        </p:nvSpPr>
        <p:spPr>
          <a:xfrm>
            <a:off x="323850" y="3203123"/>
            <a:ext cx="6656388" cy="223837"/>
          </a:xfrm>
          <a:noFill/>
        </p:spPr>
        <p:txBody>
          <a:bodyPr/>
          <a:lstStyle>
            <a:lvl1pPr marL="0" indent="0">
              <a:buNone/>
              <a:defRPr lang="en-US" sz="1600" b="0" kern="1200" dirty="0">
                <a:solidFill>
                  <a:schemeClr val="bg1"/>
                </a:solidFill>
                <a:latin typeface="+mn-lt"/>
                <a:ea typeface="ＭＳ Ｐゴシック" charset="0"/>
                <a:cs typeface="CiscoSans"/>
              </a:defRPr>
            </a:lvl1pPr>
          </a:lstStyle>
          <a:p>
            <a:pPr marL="0" lvl="0" indent="0" algn="l" defTabSz="912276" rtl="0" eaLnBrk="1" fontAlgn="base" hangingPunct="1">
              <a:lnSpc>
                <a:spcPct val="100000"/>
              </a:lnSpc>
              <a:spcBef>
                <a:spcPts val="0"/>
              </a:spcBef>
              <a:spcAft>
                <a:spcPts val="1000"/>
              </a:spcAft>
              <a:buClr>
                <a:schemeClr val="bg1"/>
              </a:buClr>
              <a:buSzPct val="100000"/>
              <a:buFont typeface="Arial" panose="020B0604020202020204" pitchFamily="34" charset="0"/>
              <a:buNone/>
            </a:pPr>
            <a:r>
              <a:rPr lang="en-US" dirty="0"/>
              <a:t>Subtitle</a:t>
            </a:r>
          </a:p>
        </p:txBody>
      </p:sp>
      <p:sp>
        <p:nvSpPr>
          <p:cNvPr id="6" name="Text Placeholder 5">
            <a:extLst>
              <a:ext uri="{FF2B5EF4-FFF2-40B4-BE49-F238E27FC236}">
                <a16:creationId xmlns:a16="http://schemas.microsoft.com/office/drawing/2014/main" id="{3C6237E3-CDA3-4826-B416-A9C4ECE19D8D}"/>
              </a:ext>
            </a:extLst>
          </p:cNvPr>
          <p:cNvSpPr>
            <a:spLocks noGrp="1"/>
          </p:cNvSpPr>
          <p:nvPr>
            <p:ph type="body" sz="quarter" idx="11" hasCustomPrompt="1"/>
          </p:nvPr>
        </p:nvSpPr>
        <p:spPr>
          <a:xfrm>
            <a:off x="323850" y="3736526"/>
            <a:ext cx="3725863" cy="457200"/>
          </a:xfrm>
          <a:noFill/>
        </p:spPr>
        <p:txBody>
          <a:bodyPr/>
          <a:lstStyle>
            <a:lvl1pPr marL="0" indent="0">
              <a:spcAft>
                <a:spcPts val="0"/>
              </a:spcAft>
              <a:buNone/>
              <a:defRPr sz="1400"/>
            </a:lvl1pPr>
          </a:lstStyle>
          <a:p>
            <a:pPr lvl="0"/>
            <a:r>
              <a:rPr lang="en-US" dirty="0"/>
              <a:t>Speaker Name</a:t>
            </a:r>
          </a:p>
          <a:p>
            <a:pPr lvl="0"/>
            <a:r>
              <a:rPr lang="en-US" dirty="0"/>
              <a:t>Speaker Title placeholder, @social</a:t>
            </a:r>
          </a:p>
        </p:txBody>
      </p:sp>
      <p:sp>
        <p:nvSpPr>
          <p:cNvPr id="10" name="Text Placeholder 9">
            <a:extLst>
              <a:ext uri="{FF2B5EF4-FFF2-40B4-BE49-F238E27FC236}">
                <a16:creationId xmlns:a16="http://schemas.microsoft.com/office/drawing/2014/main" id="{5AEFF02C-63AA-C8DF-DF7B-EDA5A3CE61A6}"/>
              </a:ext>
            </a:extLst>
          </p:cNvPr>
          <p:cNvSpPr>
            <a:spLocks noGrp="1"/>
          </p:cNvSpPr>
          <p:nvPr>
            <p:ph type="body" sz="quarter" idx="14" hasCustomPrompt="1"/>
          </p:nvPr>
        </p:nvSpPr>
        <p:spPr>
          <a:xfrm>
            <a:off x="4230687" y="3736526"/>
            <a:ext cx="3727451" cy="457200"/>
          </a:xfrm>
        </p:spPr>
        <p:txBody>
          <a:bodyPr/>
          <a:lstStyle>
            <a:lvl1pPr marL="0" indent="0">
              <a:spcAft>
                <a:spcPts val="0"/>
              </a:spcAft>
              <a:buNone/>
              <a:defRPr lang="en-US" sz="1400" kern="1200" dirty="0">
                <a:solidFill>
                  <a:schemeClr val="bg1"/>
                </a:solidFill>
                <a:latin typeface="+mn-lt"/>
                <a:ea typeface="ＭＳ Ｐゴシック" charset="0"/>
                <a:cs typeface="CiscoSans"/>
              </a:defRPr>
            </a:lvl1pPr>
            <a:lvl2pPr>
              <a:defRPr/>
            </a:lvl2pPr>
            <a:lvl3pPr>
              <a:defRPr/>
            </a:lvl3pPr>
            <a:lvl4pPr>
              <a:defRPr/>
            </a:lvl4pPr>
            <a:lvl5pPr>
              <a:defRPr/>
            </a:lvl5pPr>
          </a:lstStyle>
          <a:p>
            <a:pPr lvl="0"/>
            <a:r>
              <a:rPr lang="en-US" dirty="0"/>
              <a:t>Speaker Name</a:t>
            </a:r>
          </a:p>
          <a:p>
            <a:pPr lvl="0"/>
            <a:r>
              <a:rPr lang="en-US" dirty="0"/>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sz="quarter" idx="12" hasCustomPrompt="1"/>
          </p:nvPr>
        </p:nvSpPr>
        <p:spPr>
          <a:xfrm>
            <a:off x="323850" y="6364224"/>
            <a:ext cx="3906838" cy="493776"/>
          </a:xfrm>
          <a:noFill/>
        </p:spPr>
        <p:txBody>
          <a:bodyPr/>
          <a:lstStyle>
            <a:lvl1pPr marL="0" indent="0">
              <a:buNone/>
              <a:defRPr sz="1400">
                <a:solidFill>
                  <a:schemeClr val="bg2"/>
                </a:solidFill>
              </a:defRPr>
            </a:lvl1pPr>
          </a:lstStyle>
          <a:p>
            <a:pPr lvl="0"/>
            <a:r>
              <a:rPr lang="en-US" dirty="0"/>
              <a:t>Date</a:t>
            </a:r>
          </a:p>
        </p:txBody>
      </p:sp>
      <p:sp>
        <p:nvSpPr>
          <p:cNvPr id="2" name="Text Placeholder 5">
            <a:extLst>
              <a:ext uri="{FF2B5EF4-FFF2-40B4-BE49-F238E27FC236}">
                <a16:creationId xmlns:a16="http://schemas.microsoft.com/office/drawing/2014/main" id="{975F4503-6E14-DE87-30D2-13904F94B354}"/>
              </a:ext>
            </a:extLst>
          </p:cNvPr>
          <p:cNvSpPr>
            <a:spLocks noGrp="1"/>
          </p:cNvSpPr>
          <p:nvPr>
            <p:ph type="body" sz="quarter" idx="15" hasCustomPrompt="1"/>
          </p:nvPr>
        </p:nvSpPr>
        <p:spPr>
          <a:xfrm>
            <a:off x="323850" y="4363133"/>
            <a:ext cx="3725863" cy="457200"/>
          </a:xfrm>
          <a:noFill/>
        </p:spPr>
        <p:txBody>
          <a:bodyPr/>
          <a:lstStyle>
            <a:lvl1pPr marL="0" indent="0">
              <a:spcAft>
                <a:spcPts val="0"/>
              </a:spcAft>
              <a:buNone/>
              <a:defRPr sz="1400"/>
            </a:lvl1pPr>
          </a:lstStyle>
          <a:p>
            <a:pPr lvl="0"/>
            <a:r>
              <a:rPr lang="en-US" dirty="0"/>
              <a:t>Speaker Name</a:t>
            </a:r>
          </a:p>
          <a:p>
            <a:pPr lvl="0"/>
            <a:r>
              <a:rPr lang="en-US" dirty="0"/>
              <a:t>Speaker Title placeholder, @social</a:t>
            </a:r>
          </a:p>
        </p:txBody>
      </p:sp>
      <p:sp>
        <p:nvSpPr>
          <p:cNvPr id="4" name="Text Placeholder 9">
            <a:extLst>
              <a:ext uri="{FF2B5EF4-FFF2-40B4-BE49-F238E27FC236}">
                <a16:creationId xmlns:a16="http://schemas.microsoft.com/office/drawing/2014/main" id="{09DECD55-6AA1-8B80-F758-69B1E9337A04}"/>
              </a:ext>
            </a:extLst>
          </p:cNvPr>
          <p:cNvSpPr>
            <a:spLocks noGrp="1"/>
          </p:cNvSpPr>
          <p:nvPr>
            <p:ph type="body" sz="quarter" idx="16" hasCustomPrompt="1"/>
          </p:nvPr>
        </p:nvSpPr>
        <p:spPr>
          <a:xfrm>
            <a:off x="4230687" y="4363133"/>
            <a:ext cx="3727451" cy="457200"/>
          </a:xfrm>
        </p:spPr>
        <p:txBody>
          <a:bodyPr/>
          <a:lstStyle>
            <a:lvl1pPr marL="0" indent="0">
              <a:spcAft>
                <a:spcPts val="0"/>
              </a:spcAft>
              <a:buNone/>
              <a:defRPr lang="en-US" sz="1400" kern="1200" dirty="0">
                <a:solidFill>
                  <a:schemeClr val="bg1"/>
                </a:solidFill>
                <a:latin typeface="+mn-lt"/>
                <a:ea typeface="ＭＳ Ｐゴシック" charset="0"/>
                <a:cs typeface="CiscoSans"/>
              </a:defRPr>
            </a:lvl1pPr>
            <a:lvl2pPr>
              <a:defRPr/>
            </a:lvl2pPr>
            <a:lvl3pPr>
              <a:defRPr/>
            </a:lvl3pPr>
            <a:lvl4pPr>
              <a:defRPr/>
            </a:lvl4pPr>
            <a:lvl5pPr>
              <a:defRPr/>
            </a:lvl5pPr>
          </a:lstStyle>
          <a:p>
            <a:pPr lvl="0"/>
            <a:r>
              <a:rPr lang="en-US" dirty="0"/>
              <a:t>Speaker Name</a:t>
            </a:r>
          </a:p>
          <a:p>
            <a:pPr lvl="0"/>
            <a:r>
              <a:rPr lang="en-US" dirty="0"/>
              <a:t>Speaker Title placeholder, @social</a:t>
            </a:r>
          </a:p>
        </p:txBody>
      </p:sp>
      <p:sp>
        <p:nvSpPr>
          <p:cNvPr id="7" name="Text Placeholder 5">
            <a:extLst>
              <a:ext uri="{FF2B5EF4-FFF2-40B4-BE49-F238E27FC236}">
                <a16:creationId xmlns:a16="http://schemas.microsoft.com/office/drawing/2014/main" id="{B989D1F9-5949-EAFF-931D-8121D6A66AA8}"/>
              </a:ext>
            </a:extLst>
          </p:cNvPr>
          <p:cNvSpPr>
            <a:spLocks noGrp="1"/>
          </p:cNvSpPr>
          <p:nvPr>
            <p:ph type="body" sz="quarter" idx="17" hasCustomPrompt="1"/>
          </p:nvPr>
        </p:nvSpPr>
        <p:spPr>
          <a:xfrm>
            <a:off x="323850" y="4986338"/>
            <a:ext cx="3725863" cy="457200"/>
          </a:xfrm>
          <a:noFill/>
        </p:spPr>
        <p:txBody>
          <a:bodyPr/>
          <a:lstStyle>
            <a:lvl1pPr marL="0" indent="0">
              <a:spcAft>
                <a:spcPts val="0"/>
              </a:spcAft>
              <a:buNone/>
              <a:defRPr sz="1400"/>
            </a:lvl1pPr>
          </a:lstStyle>
          <a:p>
            <a:pPr lvl="0"/>
            <a:r>
              <a:rPr lang="en-US" dirty="0"/>
              <a:t>Speaker Name</a:t>
            </a:r>
          </a:p>
          <a:p>
            <a:pPr lvl="0"/>
            <a:r>
              <a:rPr lang="en-US" dirty="0"/>
              <a:t>Speaker Title placeholder, @social</a:t>
            </a:r>
          </a:p>
        </p:txBody>
      </p:sp>
      <p:sp>
        <p:nvSpPr>
          <p:cNvPr id="8" name="Text Placeholder 9">
            <a:extLst>
              <a:ext uri="{FF2B5EF4-FFF2-40B4-BE49-F238E27FC236}">
                <a16:creationId xmlns:a16="http://schemas.microsoft.com/office/drawing/2014/main" id="{3D1ACE7D-3D09-2D50-1C06-DBAD3893A921}"/>
              </a:ext>
            </a:extLst>
          </p:cNvPr>
          <p:cNvSpPr>
            <a:spLocks noGrp="1"/>
          </p:cNvSpPr>
          <p:nvPr>
            <p:ph type="body" sz="quarter" idx="18" hasCustomPrompt="1"/>
          </p:nvPr>
        </p:nvSpPr>
        <p:spPr>
          <a:xfrm>
            <a:off x="4230687" y="4986338"/>
            <a:ext cx="3727451" cy="457200"/>
          </a:xfrm>
        </p:spPr>
        <p:txBody>
          <a:bodyPr/>
          <a:lstStyle>
            <a:lvl1pPr marL="0" indent="0">
              <a:spcAft>
                <a:spcPts val="0"/>
              </a:spcAft>
              <a:buNone/>
              <a:defRPr lang="en-US" sz="1400" kern="1200" dirty="0">
                <a:solidFill>
                  <a:schemeClr val="bg1"/>
                </a:solidFill>
                <a:latin typeface="+mn-lt"/>
                <a:ea typeface="ＭＳ Ｐゴシック" charset="0"/>
                <a:cs typeface="CiscoSans"/>
              </a:defRPr>
            </a:lvl1pPr>
            <a:lvl2pPr>
              <a:defRPr/>
            </a:lvl2pPr>
            <a:lvl3pPr>
              <a:defRPr/>
            </a:lvl3pPr>
            <a:lvl4pPr>
              <a:defRPr/>
            </a:lvl4pPr>
            <a:lvl5pPr>
              <a:defRPr/>
            </a:lvl5pPr>
          </a:lstStyle>
          <a:p>
            <a:pPr lvl="0"/>
            <a:r>
              <a:rPr lang="en-US" dirty="0"/>
              <a:t>Speaker Name</a:t>
            </a:r>
          </a:p>
          <a:p>
            <a:pPr lvl="0"/>
            <a:r>
              <a:rPr lang="en-US" dirty="0"/>
              <a:t>Speaker Title placeholder, @social</a:t>
            </a:r>
          </a:p>
        </p:txBody>
      </p:sp>
    </p:spTree>
    <p:extLst>
      <p:ext uri="{BB962C8B-B14F-4D97-AF65-F5344CB8AC3E}">
        <p14:creationId xmlns:p14="http://schemas.microsoft.com/office/powerpoint/2010/main" val="22051437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Agenda 1">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2A470DCA-01D3-75CC-4B81-AF6AC1F46C85}"/>
              </a:ext>
            </a:extLst>
          </p:cNvPr>
          <p:cNvSpPr>
            <a:spLocks noGrp="1"/>
          </p:cNvSpPr>
          <p:nvPr>
            <p:ph type="title" hasCustomPrompt="1"/>
          </p:nvPr>
        </p:nvSpPr>
        <p:spPr>
          <a:xfrm>
            <a:off x="323850" y="298146"/>
            <a:ext cx="2749550" cy="492443"/>
          </a:xfrm>
        </p:spPr>
        <p:txBody>
          <a:bodyPr/>
          <a:lstStyle>
            <a:lvl1pPr>
              <a:defRPr/>
            </a:lvl1pPr>
          </a:lstStyle>
          <a:p>
            <a:r>
              <a:rPr lang="en-US" dirty="0"/>
              <a:t>Agenda</a:t>
            </a:r>
          </a:p>
        </p:txBody>
      </p:sp>
      <p:sp>
        <p:nvSpPr>
          <p:cNvPr id="4" name="Text Placeholder 3">
            <a:extLst>
              <a:ext uri="{FF2B5EF4-FFF2-40B4-BE49-F238E27FC236}">
                <a16:creationId xmlns:a16="http://schemas.microsoft.com/office/drawing/2014/main" id="{BD66DE8E-18DA-4564-080D-AD4F9F492D6B}"/>
              </a:ext>
            </a:extLst>
          </p:cNvPr>
          <p:cNvSpPr>
            <a:spLocks noGrp="1"/>
          </p:cNvSpPr>
          <p:nvPr>
            <p:ph type="body" sz="quarter" idx="20" hasCustomPrompt="1"/>
          </p:nvPr>
        </p:nvSpPr>
        <p:spPr>
          <a:xfrm>
            <a:off x="5208588" y="296863"/>
            <a:ext cx="550862" cy="365125"/>
          </a:xfrm>
        </p:spPr>
        <p:txBody>
          <a:bodyPr vert="horz" lIns="0" tIns="0" rIns="0" bIns="0" rtlCol="0" anchor="t" anchorCtr="0"/>
          <a:lstStyle>
            <a:lvl1pPr marL="0" indent="0">
              <a:lnSpc>
                <a:spcPct val="90000"/>
              </a:lnSpc>
              <a:buNone/>
              <a:defRPr kumimoji="0" lang="en-US" sz="3200" b="0" i="0" u="none" strike="noStrike" cap="none" spc="27" normalizeH="0" baseline="0" dirty="0" smtClean="0">
                <a:ln>
                  <a:noFill/>
                </a:ln>
                <a:solidFill>
                  <a:schemeClr val="bg2">
                    <a:lumMod val="60000"/>
                    <a:lumOff val="40000"/>
                  </a:schemeClr>
                </a:solidFill>
                <a:effectLst/>
                <a:uLnTx/>
                <a:uFillTx/>
                <a:latin typeface="+mj-lt"/>
                <a:cs typeface="CiscoSansTT" panose="020B0503020201020303"/>
              </a:defRPr>
            </a:lvl1pPr>
          </a:lstStyle>
          <a:p>
            <a:pPr marL="0" lvl="0" algn="r" defTabSz="914400" latinLnBrk="0"/>
            <a:r>
              <a:rPr lang="en-US" dirty="0"/>
              <a:t>##</a:t>
            </a:r>
          </a:p>
        </p:txBody>
      </p:sp>
      <p:sp>
        <p:nvSpPr>
          <p:cNvPr id="5" name="Text Placeholder 4">
            <a:extLst>
              <a:ext uri="{FF2B5EF4-FFF2-40B4-BE49-F238E27FC236}">
                <a16:creationId xmlns:a16="http://schemas.microsoft.com/office/drawing/2014/main" id="{5421C779-BAEC-654A-5E9A-684AEBA7E395}"/>
              </a:ext>
            </a:extLst>
          </p:cNvPr>
          <p:cNvSpPr>
            <a:spLocks noGrp="1"/>
          </p:cNvSpPr>
          <p:nvPr>
            <p:ph type="body" sz="quarter" idx="18" hasCustomPrompt="1"/>
          </p:nvPr>
        </p:nvSpPr>
        <p:spPr>
          <a:xfrm>
            <a:off x="6184900" y="296863"/>
            <a:ext cx="5683250" cy="365125"/>
          </a:xfrm>
          <a:noFill/>
        </p:spPr>
        <p:txBody>
          <a:bodyPr anchor="t" anchorCtr="0"/>
          <a:lstStyle>
            <a:lvl1pPr marL="0" indent="0" algn="l" defTabSz="912276" rtl="0" eaLnBrk="1" fontAlgn="base" hangingPunct="1">
              <a:lnSpc>
                <a:spcPct val="90000"/>
              </a:lnSpc>
              <a:spcBef>
                <a:spcPct val="0"/>
              </a:spcBef>
              <a:spcAft>
                <a:spcPts val="1000"/>
              </a:spcAft>
              <a:buClrTx/>
              <a:buSzPct val="70000"/>
              <a:buFont typeface="Arial" panose="020B0604020202020204" pitchFamily="34" charset="0"/>
              <a:buNone/>
              <a:defRPr lang="en-US" sz="3200" b="0" i="0" u="none" kern="1200" dirty="0">
                <a:solidFill>
                  <a:schemeClr val="bg1"/>
                </a:solidFill>
                <a:latin typeface="+mj-lt"/>
                <a:ea typeface="CiscoSansTT Thin" charset="0"/>
                <a:cs typeface="CiscoSansTT Thin" charset="0"/>
              </a:defRPr>
            </a:lvl1pPr>
          </a:lstStyle>
          <a:p>
            <a:pPr lvl="0"/>
            <a:r>
              <a:rPr lang="en-US" dirty="0"/>
              <a:t>Agenda list placeholder</a:t>
            </a:r>
          </a:p>
        </p:txBody>
      </p:sp>
      <p:sp>
        <p:nvSpPr>
          <p:cNvPr id="3" name="Footer Placeholder 2">
            <a:extLst>
              <a:ext uri="{FF2B5EF4-FFF2-40B4-BE49-F238E27FC236}">
                <a16:creationId xmlns:a16="http://schemas.microsoft.com/office/drawing/2014/main" id="{E637F1A5-67B6-4A78-7FA7-0860E1B6F9B0}"/>
              </a:ext>
            </a:extLst>
          </p:cNvPr>
          <p:cNvSpPr>
            <a:spLocks noGrp="1"/>
          </p:cNvSpPr>
          <p:nvPr>
            <p:ph type="ftr" sz="quarter" idx="21"/>
          </p:nvPr>
        </p:nvSpPr>
        <p:spPr/>
        <p:txBody>
          <a:bodyPr/>
          <a:lstStyle/>
          <a:p>
            <a:pPr defTabSz="814318">
              <a:defRPr/>
            </a:pPr>
            <a:r>
              <a:rPr lang="en-US"/>
              <a:t>Session ID: BRKSEC-XXXX</a:t>
            </a:r>
            <a:endParaRPr lang="en-US" dirty="0"/>
          </a:p>
        </p:txBody>
      </p:sp>
      <p:sp>
        <p:nvSpPr>
          <p:cNvPr id="2" name="Slide Number Placeholder 1">
            <a:extLst>
              <a:ext uri="{FF2B5EF4-FFF2-40B4-BE49-F238E27FC236}">
                <a16:creationId xmlns:a16="http://schemas.microsoft.com/office/drawing/2014/main" id="{FB200302-2202-F22C-D162-871BF904F46C}"/>
              </a:ext>
            </a:extLst>
          </p:cNvPr>
          <p:cNvSpPr>
            <a:spLocks noGrp="1"/>
          </p:cNvSpPr>
          <p:nvPr>
            <p:ph type="sldNum" sz="quarter" idx="19"/>
          </p:nvPr>
        </p:nvSpPr>
        <p:spPr/>
        <p:txBody>
          <a:bodyPr/>
          <a:lstStyle/>
          <a:p>
            <a:fld id="{C3C42FAE-7A31-41D3-A712-51D9B15D0B10}" type="slidenum">
              <a:rPr lang="en-US" smtClean="0"/>
              <a:pPr/>
              <a:t>‹#›</a:t>
            </a:fld>
            <a:endParaRPr lang="en-US" dirty="0"/>
          </a:p>
        </p:txBody>
      </p:sp>
    </p:spTree>
    <p:extLst>
      <p:ext uri="{BB962C8B-B14F-4D97-AF65-F5344CB8AC3E}">
        <p14:creationId xmlns:p14="http://schemas.microsoft.com/office/powerpoint/2010/main" val="5284983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Only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p:txBody>
          <a:bodyPr/>
          <a:lstStyle>
            <a:lvl1pPr>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sz="quarter" idx="11"/>
          </p:nvPr>
        </p:nvSpPr>
        <p:spPr/>
        <p:txBody>
          <a:bodyPr/>
          <a:lstStyle/>
          <a:p>
            <a:pPr defTabSz="814318">
              <a:defRPr/>
            </a:pPr>
            <a:r>
              <a:rPr lang="en-US" dirty="0"/>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sz="quarter" idx="10"/>
          </p:nvPr>
        </p:nvSpPr>
        <p:spPr/>
        <p:txBody>
          <a:bodyPr/>
          <a:lstStyle/>
          <a:p>
            <a:fld id="{C3C42FAE-7A31-41D3-A712-51D9B15D0B10}" type="slidenum">
              <a:rPr lang="en-US" smtClean="0"/>
              <a:pPr/>
              <a:t>‹#›</a:t>
            </a:fld>
            <a:endParaRPr lang="en-US" dirty="0"/>
          </a:p>
        </p:txBody>
      </p:sp>
    </p:spTree>
    <p:extLst>
      <p:ext uri="{BB962C8B-B14F-4D97-AF65-F5344CB8AC3E}">
        <p14:creationId xmlns:p14="http://schemas.microsoft.com/office/powerpoint/2010/main" val="148512229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Subtitle Only 1">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rPr lang="en-US"/>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sz="quarter" idx="11" hasCustomPrompt="1"/>
          </p:nvPr>
        </p:nvSpPr>
        <p:spPr>
          <a:xfrm>
            <a:off x="323850" y="806450"/>
            <a:ext cx="577215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r>
              <a:rPr lang="en-US" dirty="0"/>
              <a:t>Subtitle placeholder</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sz="quarter" idx="12"/>
          </p:nvPr>
        </p:nvSpPr>
        <p:spPr/>
        <p:txBody>
          <a:bodyPr/>
          <a:lstStyle/>
          <a:p>
            <a:pPr defTabSz="814318">
              <a:defRPr/>
            </a:pPr>
            <a:r>
              <a:rPr lang="en-US"/>
              <a:t>Session ID: BRKSEC-XXXX</a:t>
            </a:r>
            <a:endParaRPr lang="en-US" dirty="0"/>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sz="quarter" idx="10"/>
          </p:nvPr>
        </p:nvSpPr>
        <p:spPr/>
        <p:txBody>
          <a:bodyPr/>
          <a:lstStyle/>
          <a:p>
            <a:fld id="{C3C42FAE-7A31-41D3-A712-51D9B15D0B10}" type="slidenum">
              <a:rPr lang="en-US" smtClean="0"/>
              <a:pPr/>
              <a:t>‹#›</a:t>
            </a:fld>
            <a:endParaRPr lang="en-US" dirty="0"/>
          </a:p>
        </p:txBody>
      </p:sp>
    </p:spTree>
    <p:extLst>
      <p:ext uri="{BB962C8B-B14F-4D97-AF65-F5344CB8AC3E}">
        <p14:creationId xmlns:p14="http://schemas.microsoft.com/office/powerpoint/2010/main" val="26567726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1/2 Slide Title, Top Subheading">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AEFB629D-1461-3E6E-194F-1E2781C58CDE}"/>
              </a:ext>
            </a:extLst>
          </p:cNvPr>
          <p:cNvSpPr>
            <a:spLocks noGrp="1"/>
          </p:cNvSpPr>
          <p:nvPr>
            <p:ph type="title"/>
          </p:nvPr>
        </p:nvSpPr>
        <p:spPr>
          <a:xfrm>
            <a:off x="323850" y="298146"/>
            <a:ext cx="4703763" cy="946454"/>
          </a:xfrm>
        </p:spPr>
        <p:txBody>
          <a:bodyPr/>
          <a:lstStyle/>
          <a:p>
            <a:r>
              <a:rPr lang="en-US"/>
              <a:t>Click to edit Master title style</a:t>
            </a:r>
            <a:endParaRPr lang="en-US" dirty="0"/>
          </a:p>
        </p:txBody>
      </p:sp>
      <p:sp>
        <p:nvSpPr>
          <p:cNvPr id="5" name="Text Placeholder 4">
            <a:extLst>
              <a:ext uri="{FF2B5EF4-FFF2-40B4-BE49-F238E27FC236}">
                <a16:creationId xmlns:a16="http://schemas.microsoft.com/office/drawing/2014/main" id="{3402D1E1-C16C-597A-29F4-4F0B59039571}"/>
              </a:ext>
            </a:extLst>
          </p:cNvPr>
          <p:cNvSpPr>
            <a:spLocks noGrp="1"/>
          </p:cNvSpPr>
          <p:nvPr>
            <p:ph type="body" sz="quarter" idx="11" hasCustomPrompt="1"/>
          </p:nvPr>
        </p:nvSpPr>
        <p:spPr>
          <a:xfrm>
            <a:off x="6184900" y="320675"/>
            <a:ext cx="5683250" cy="923925"/>
          </a:xfrm>
        </p:spPr>
        <p:txBody>
          <a:bodyPr/>
          <a:lstStyle>
            <a:lvl1pPr marL="0" indent="0">
              <a:buNone/>
              <a:defRPr sz="1800" b="0"/>
            </a:lvl1pPr>
            <a:lvl2pPr marL="182880" indent="0">
              <a:buNone/>
              <a:defRPr sz="1600" b="0"/>
            </a:lvl2pPr>
            <a:lvl3pPr marL="365760" indent="0">
              <a:buNone/>
              <a:defRPr sz="1400" b="0"/>
            </a:lvl3pPr>
            <a:lvl4pPr marL="548640" indent="0">
              <a:buNone/>
              <a:defRPr sz="1200" b="0"/>
            </a:lvl4pPr>
            <a:lvl5pPr marL="731520" indent="0">
              <a:buNone/>
              <a:defRPr sz="1100" b="0"/>
            </a:lvl5pPr>
          </a:lstStyle>
          <a:p>
            <a:pPr lvl="0"/>
            <a:r>
              <a:rPr lang="en-US" dirty="0"/>
              <a:t>Subheading placeholder</a:t>
            </a:r>
          </a:p>
        </p:txBody>
      </p:sp>
      <p:sp>
        <p:nvSpPr>
          <p:cNvPr id="4" name="Footer Placeholder 3">
            <a:extLst>
              <a:ext uri="{FF2B5EF4-FFF2-40B4-BE49-F238E27FC236}">
                <a16:creationId xmlns:a16="http://schemas.microsoft.com/office/drawing/2014/main" id="{60599622-5FA2-FEEE-3C33-0A896ADDB122}"/>
              </a:ext>
            </a:extLst>
          </p:cNvPr>
          <p:cNvSpPr>
            <a:spLocks noGrp="1"/>
          </p:cNvSpPr>
          <p:nvPr>
            <p:ph type="ftr" sz="quarter" idx="12"/>
          </p:nvPr>
        </p:nvSpPr>
        <p:spPr/>
        <p:txBody>
          <a:bodyPr/>
          <a:lstStyle/>
          <a:p>
            <a:pPr defTabSz="814318">
              <a:defRPr/>
            </a:pPr>
            <a:r>
              <a:rPr lang="en-US"/>
              <a:t>Session ID: BRKSEC-XXXX</a:t>
            </a:r>
            <a:endParaRPr lang="en-US" dirty="0"/>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sz="quarter" idx="10"/>
          </p:nvPr>
        </p:nvSpPr>
        <p:spPr/>
        <p:txBody>
          <a:bodyPr/>
          <a:lstStyle/>
          <a:p>
            <a:fld id="{C3C42FAE-7A31-41D3-A712-51D9B15D0B10}" type="slidenum">
              <a:rPr lang="en-US" smtClean="0"/>
              <a:pPr/>
              <a:t>‹#›</a:t>
            </a:fld>
            <a:endParaRPr lang="en-US" dirty="0"/>
          </a:p>
        </p:txBody>
      </p:sp>
    </p:spTree>
    <p:extLst>
      <p:ext uri="{BB962C8B-B14F-4D97-AF65-F5344CB8AC3E}">
        <p14:creationId xmlns:p14="http://schemas.microsoft.com/office/powerpoint/2010/main" val="3228146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Section, Title Only 1">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F8AB58A4-E099-9FBA-C32F-D0D994BC760F}"/>
              </a:ext>
            </a:extLst>
          </p:cNvPr>
          <p:cNvSpPr>
            <a:spLocks noGrp="1"/>
          </p:cNvSpPr>
          <p:nvPr>
            <p:ph type="body" sz="quarter" idx="12" hasCustomPrompt="1"/>
          </p:nvPr>
        </p:nvSpPr>
        <p:spPr>
          <a:xfrm>
            <a:off x="323850" y="-2"/>
            <a:ext cx="5772150" cy="466344"/>
          </a:xfrm>
        </p:spPr>
        <p:txBody>
          <a:bodyPr anchor="b" anchorCtr="0"/>
          <a:lstStyle>
            <a:lvl1pPr marL="0" indent="0">
              <a:buNone/>
              <a:defRPr sz="1200">
                <a:solidFill>
                  <a:schemeClr val="bg1"/>
                </a:solidFill>
              </a:defRPr>
            </a:lvl1pPr>
          </a:lstStyle>
          <a:p>
            <a:pPr lvl="0"/>
            <a:r>
              <a:rPr lang="en-US" dirty="0"/>
              <a:t>Section title</a:t>
            </a:r>
          </a:p>
        </p:txBody>
      </p:sp>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622300"/>
            <a:ext cx="11544300" cy="492443"/>
          </a:xfrm>
        </p:spPr>
        <p:txBody>
          <a:bodyPr/>
          <a:lstStyle>
            <a:lvl1pPr>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sz="quarter" idx="11"/>
          </p:nvPr>
        </p:nvSpPr>
        <p:spPr/>
        <p:txBody>
          <a:bodyPr/>
          <a:lstStyle/>
          <a:p>
            <a:pPr defTabSz="814318">
              <a:defRPr/>
            </a:pPr>
            <a:r>
              <a:rPr lang="en-US"/>
              <a:t>Session ID: BRKSEC-XXXX</a:t>
            </a:r>
            <a:endParaRPr lang="en-US" dirty="0"/>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sz="quarter" idx="10"/>
          </p:nvPr>
        </p:nvSpPr>
        <p:spPr/>
        <p:txBody>
          <a:bodyPr/>
          <a:lstStyle/>
          <a:p>
            <a:fld id="{C3C42FAE-7A31-41D3-A712-51D9B15D0B10}" type="slidenum">
              <a:rPr lang="en-US" smtClean="0"/>
              <a:pPr/>
              <a:t>‹#›</a:t>
            </a:fld>
            <a:endParaRPr lang="en-US" dirty="0"/>
          </a:p>
        </p:txBody>
      </p:sp>
    </p:spTree>
    <p:extLst>
      <p:ext uri="{BB962C8B-B14F-4D97-AF65-F5344CB8AC3E}">
        <p14:creationId xmlns:p14="http://schemas.microsoft.com/office/powerpoint/2010/main" val="308835528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Section, Title, Subtitle">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F8AB58A4-E099-9FBA-C32F-D0D994BC760F}"/>
              </a:ext>
            </a:extLst>
          </p:cNvPr>
          <p:cNvSpPr>
            <a:spLocks noGrp="1"/>
          </p:cNvSpPr>
          <p:nvPr>
            <p:ph type="body" sz="quarter" idx="12" hasCustomPrompt="1"/>
          </p:nvPr>
        </p:nvSpPr>
        <p:spPr>
          <a:xfrm>
            <a:off x="323850" y="-2"/>
            <a:ext cx="5772150" cy="466344"/>
          </a:xfrm>
        </p:spPr>
        <p:txBody>
          <a:bodyPr anchor="b" anchorCtr="0"/>
          <a:lstStyle>
            <a:lvl1pPr marL="0" indent="0">
              <a:buNone/>
              <a:defRPr sz="1200"/>
            </a:lvl1pPr>
          </a:lstStyle>
          <a:p>
            <a:pPr lvl="0"/>
            <a:r>
              <a:rPr lang="en-US" dirty="0"/>
              <a:t>Section title</a:t>
            </a:r>
          </a:p>
        </p:txBody>
      </p:sp>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622300"/>
            <a:ext cx="11544300" cy="492443"/>
          </a:xfrm>
        </p:spPr>
        <p:txBody>
          <a:bodyPr/>
          <a:lstStyle>
            <a:lvl1pPr>
              <a:defRPr/>
            </a:lvl1pPr>
          </a:lstStyle>
          <a:p>
            <a:r>
              <a:rPr lang="en-US"/>
              <a:t>Click to edit Master title style</a:t>
            </a:r>
            <a:endParaRPr lang="en-US" dirty="0"/>
          </a:p>
        </p:txBody>
      </p:sp>
      <p:sp>
        <p:nvSpPr>
          <p:cNvPr id="8" name="Text Placeholder 7">
            <a:extLst>
              <a:ext uri="{FF2B5EF4-FFF2-40B4-BE49-F238E27FC236}">
                <a16:creationId xmlns:a16="http://schemas.microsoft.com/office/drawing/2014/main" id="{6A259C3D-581C-B8BC-32B4-EE2B22A753A2}"/>
              </a:ext>
            </a:extLst>
          </p:cNvPr>
          <p:cNvSpPr>
            <a:spLocks noGrp="1"/>
          </p:cNvSpPr>
          <p:nvPr>
            <p:ph type="body" sz="quarter" idx="13" hasCustomPrompt="1"/>
          </p:nvPr>
        </p:nvSpPr>
        <p:spPr>
          <a:xfrm>
            <a:off x="323850" y="1114425"/>
            <a:ext cx="5772150" cy="441325"/>
          </a:xfrm>
        </p:spPr>
        <p:txBody>
          <a:bodyPr/>
          <a:lstStyle>
            <a:lvl1pPr marL="0" indent="0">
              <a:buNone/>
              <a:defRPr sz="1600"/>
            </a:lvl1pPr>
            <a:lvl2pPr marL="182880" indent="0">
              <a:buNone/>
              <a:defRPr sz="1400"/>
            </a:lvl2pPr>
            <a:lvl3pPr marL="365760" indent="0">
              <a:buNone/>
              <a:defRPr sz="1200"/>
            </a:lvl3pPr>
            <a:lvl4pPr marL="548640" indent="0">
              <a:buNone/>
              <a:defRPr sz="1100"/>
            </a:lvl4pPr>
            <a:lvl5pPr marL="731520" indent="0">
              <a:buNone/>
              <a:defRPr sz="1050"/>
            </a:lvl5pPr>
          </a:lstStyle>
          <a:p>
            <a:pPr lvl="0"/>
            <a:r>
              <a:rPr lang="en-US" dirty="0"/>
              <a:t>Subtitle placeholder</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sz="quarter" idx="11"/>
          </p:nvPr>
        </p:nvSpPr>
        <p:spPr/>
        <p:txBody>
          <a:bodyPr/>
          <a:lstStyle/>
          <a:p>
            <a:pPr defTabSz="814318">
              <a:defRPr/>
            </a:pPr>
            <a:r>
              <a:rPr lang="en-US"/>
              <a:t>Session ID: BRKSEC-XXXX</a:t>
            </a:r>
            <a:endParaRPr lang="en-US" dirty="0"/>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sz="quarter" idx="10"/>
          </p:nvPr>
        </p:nvSpPr>
        <p:spPr/>
        <p:txBody>
          <a:bodyPr/>
          <a:lstStyle/>
          <a:p>
            <a:fld id="{C3C42FAE-7A31-41D3-A712-51D9B15D0B10}" type="slidenum">
              <a:rPr lang="en-US" smtClean="0"/>
              <a:pPr/>
              <a:t>‹#›</a:t>
            </a:fld>
            <a:endParaRPr lang="en-US" dirty="0"/>
          </a:p>
        </p:txBody>
      </p:sp>
    </p:spTree>
    <p:extLst>
      <p:ext uri="{BB962C8B-B14F-4D97-AF65-F5344CB8AC3E}">
        <p14:creationId xmlns:p14="http://schemas.microsoft.com/office/powerpoint/2010/main" val="381180332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1/2 Slide Title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339181"/>
            <a:ext cx="5281613" cy="2179638"/>
          </a:xfrm>
        </p:spPr>
        <p:txBody>
          <a:bodyPr wrap="square" anchor="ctr" anchorCtr="0">
            <a:noAutofit/>
          </a:bodyPr>
          <a:lstStyle>
            <a:lvl1pPr>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sz="quarter" idx="11"/>
          </p:nvPr>
        </p:nvSpPr>
        <p:spPr/>
        <p:txBody>
          <a:bodyPr/>
          <a:lstStyle/>
          <a:p>
            <a:pPr defTabSz="814318">
              <a:defRPr/>
            </a:pPr>
            <a:r>
              <a:rPr lang="en-US"/>
              <a:t>Session ID: BRKSEC-XXXX</a:t>
            </a:r>
            <a:endParaRPr lang="en-US" dirty="0"/>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sz="quarter" idx="10"/>
          </p:nvPr>
        </p:nvSpPr>
        <p:spPr/>
        <p:txBody>
          <a:bodyPr/>
          <a:lstStyle/>
          <a:p>
            <a:fld id="{C3C42FAE-7A31-41D3-A712-51D9B15D0B10}" type="slidenum">
              <a:rPr lang="en-US" smtClean="0"/>
              <a:pPr/>
              <a:t>‹#›</a:t>
            </a:fld>
            <a:endParaRPr lang="en-US" dirty="0"/>
          </a:p>
        </p:txBody>
      </p:sp>
    </p:spTree>
    <p:extLst>
      <p:ext uri="{BB962C8B-B14F-4D97-AF65-F5344CB8AC3E}">
        <p14:creationId xmlns:p14="http://schemas.microsoft.com/office/powerpoint/2010/main" val="17130303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1/2 Slide, Section, Title 1">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D9785467-C0DB-C17E-5173-C6C6A323A1C3}"/>
              </a:ext>
            </a:extLst>
          </p:cNvPr>
          <p:cNvSpPr>
            <a:spLocks noGrp="1"/>
          </p:cNvSpPr>
          <p:nvPr>
            <p:ph type="body" sz="quarter" idx="12" hasCustomPrompt="1"/>
          </p:nvPr>
        </p:nvSpPr>
        <p:spPr>
          <a:xfrm>
            <a:off x="323850" y="0"/>
            <a:ext cx="5772150" cy="466342"/>
          </a:xfrm>
        </p:spPr>
        <p:txBody>
          <a:bodyPr anchor="b" anchorCtr="0"/>
          <a:lstStyle>
            <a:lvl1pPr marL="0" indent="0">
              <a:buNone/>
              <a:defRPr sz="1200"/>
            </a:lvl1pPr>
            <a:lvl2pPr marL="182880" indent="0">
              <a:buNone/>
              <a:defRPr sz="1100"/>
            </a:lvl2pPr>
            <a:lvl3pPr marL="365760" indent="0">
              <a:buNone/>
              <a:defRPr sz="1050"/>
            </a:lvl3pPr>
            <a:lvl4pPr marL="548640" indent="0">
              <a:buNone/>
              <a:defRPr sz="1000"/>
            </a:lvl4pPr>
            <a:lvl5pPr marL="731520" indent="0">
              <a:buNone/>
              <a:defRPr sz="900"/>
            </a:lvl5pPr>
          </a:lstStyle>
          <a:p>
            <a:pPr lvl="0"/>
            <a:r>
              <a:rPr lang="en-US" dirty="0"/>
              <a:t>Section title</a:t>
            </a:r>
          </a:p>
        </p:txBody>
      </p:sp>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622300"/>
            <a:ext cx="5281613" cy="1247775"/>
          </a:xfrm>
        </p:spPr>
        <p:txBody>
          <a:bodyPr wrap="square" anchor="t" anchorCtr="0">
            <a:noAutofit/>
          </a:bodyPr>
          <a:lstStyle>
            <a:lvl1pPr>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sz="quarter" idx="11"/>
          </p:nvPr>
        </p:nvSpPr>
        <p:spPr/>
        <p:txBody>
          <a:bodyPr/>
          <a:lstStyle/>
          <a:p>
            <a:pPr defTabSz="814318">
              <a:defRPr/>
            </a:pPr>
            <a:r>
              <a:rPr lang="en-US"/>
              <a:t>Session ID: BRKSEC-XXXX</a:t>
            </a:r>
            <a:endParaRPr lang="en-US" dirty="0"/>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sz="quarter" idx="10"/>
          </p:nvPr>
        </p:nvSpPr>
        <p:spPr/>
        <p:txBody>
          <a:bodyPr/>
          <a:lstStyle/>
          <a:p>
            <a:fld id="{C3C42FAE-7A31-41D3-A712-51D9B15D0B10}" type="slidenum">
              <a:rPr lang="en-US" smtClean="0"/>
              <a:pPr/>
              <a:t>‹#›</a:t>
            </a:fld>
            <a:endParaRPr lang="en-US" dirty="0"/>
          </a:p>
        </p:txBody>
      </p:sp>
    </p:spTree>
    <p:extLst>
      <p:ext uri="{BB962C8B-B14F-4D97-AF65-F5344CB8AC3E}">
        <p14:creationId xmlns:p14="http://schemas.microsoft.com/office/powerpoint/2010/main" val="22110185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1/2 Slide, Section, Title 2">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F5376922-1A18-EB35-1718-708DF44FBF1B}"/>
              </a:ext>
            </a:extLst>
          </p:cNvPr>
          <p:cNvSpPr>
            <a:spLocks noGrp="1"/>
          </p:cNvSpPr>
          <p:nvPr>
            <p:ph type="body" sz="quarter" idx="13" hasCustomPrompt="1"/>
          </p:nvPr>
        </p:nvSpPr>
        <p:spPr>
          <a:xfrm>
            <a:off x="323850" y="0"/>
            <a:ext cx="5772150" cy="466344"/>
          </a:xfrm>
        </p:spPr>
        <p:txBody>
          <a:bodyPr anchor="b" anchorCtr="0"/>
          <a:lstStyle>
            <a:lvl1pPr marL="0" indent="0">
              <a:buNone/>
              <a:defRPr sz="1200"/>
            </a:lvl1pPr>
            <a:lvl2pPr marL="182880" indent="0">
              <a:buNone/>
              <a:defRPr sz="1200"/>
            </a:lvl2pPr>
            <a:lvl3pPr marL="365760" indent="0">
              <a:buNone/>
              <a:defRPr sz="1200"/>
            </a:lvl3pPr>
            <a:lvl4pPr marL="548640" indent="0">
              <a:buNone/>
              <a:defRPr sz="1200"/>
            </a:lvl4pPr>
            <a:lvl5pPr marL="731520" indent="0">
              <a:buNone/>
              <a:defRPr sz="1200"/>
            </a:lvl5pPr>
          </a:lstStyle>
          <a:p>
            <a:pPr lvl="0"/>
            <a:r>
              <a:rPr lang="en-US" dirty="0"/>
              <a:t>Section title</a:t>
            </a:r>
          </a:p>
        </p:txBody>
      </p:sp>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339181"/>
            <a:ext cx="5281613" cy="2179638"/>
          </a:xfrm>
        </p:spPr>
        <p:txBody>
          <a:bodyPr wrap="square" anchor="ctr" anchorCtr="0">
            <a:noAutofit/>
          </a:bodyPr>
          <a:lstStyle>
            <a:lvl1pPr>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sz="quarter" idx="11"/>
          </p:nvPr>
        </p:nvSpPr>
        <p:spPr/>
        <p:txBody>
          <a:bodyPr/>
          <a:lstStyle/>
          <a:p>
            <a:pPr defTabSz="814318">
              <a:defRPr/>
            </a:pPr>
            <a:r>
              <a:rPr lang="en-US"/>
              <a:t>Session ID: BRKSEC-XXXX</a:t>
            </a:r>
            <a:endParaRPr lang="en-US" dirty="0"/>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sz="quarter" idx="10"/>
          </p:nvPr>
        </p:nvSpPr>
        <p:spPr/>
        <p:txBody>
          <a:bodyPr/>
          <a:lstStyle/>
          <a:p>
            <a:fld id="{C3C42FAE-7A31-41D3-A712-51D9B15D0B10}" type="slidenum">
              <a:rPr lang="en-US" smtClean="0"/>
              <a:pPr/>
              <a:t>‹#›</a:t>
            </a:fld>
            <a:endParaRPr lang="en-US" dirty="0"/>
          </a:p>
        </p:txBody>
      </p:sp>
    </p:spTree>
    <p:extLst>
      <p:ext uri="{BB962C8B-B14F-4D97-AF65-F5344CB8AC3E}">
        <p14:creationId xmlns:p14="http://schemas.microsoft.com/office/powerpoint/2010/main" val="333719755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1/2 Slide Title, Body Copy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339181"/>
            <a:ext cx="5281613" cy="2179638"/>
          </a:xfrm>
        </p:spPr>
        <p:txBody>
          <a:bodyPr wrap="square" anchor="ctr" anchorCtr="0">
            <a:noAutofit/>
          </a:bodyPr>
          <a:lstStyle>
            <a:lvl1pPr>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sz="quarter" idx="11"/>
          </p:nvPr>
        </p:nvSpPr>
        <p:spPr/>
        <p:txBody>
          <a:bodyPr/>
          <a:lstStyle/>
          <a:p>
            <a:pPr defTabSz="814318">
              <a:defRPr/>
            </a:pPr>
            <a:r>
              <a:rPr lang="en-US"/>
              <a:t>Session ID: BRKSEC-XXXX</a:t>
            </a:r>
            <a:endParaRPr lang="en-US" dirty="0"/>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sz="quarter" idx="10"/>
          </p:nvPr>
        </p:nvSpPr>
        <p:spPr/>
        <p:txBody>
          <a:bodyPr/>
          <a:lstStyle/>
          <a:p>
            <a:fld id="{C3C42FAE-7A31-41D3-A712-51D9B15D0B10}" type="slidenum">
              <a:rPr lang="en-US" smtClean="0"/>
              <a:pPr/>
              <a:t>‹#›</a:t>
            </a:fld>
            <a:endParaRPr lang="en-US" dirty="0"/>
          </a:p>
        </p:txBody>
      </p:sp>
      <p:sp>
        <p:nvSpPr>
          <p:cNvPr id="6" name="Text Placeholder 5">
            <a:extLst>
              <a:ext uri="{FF2B5EF4-FFF2-40B4-BE49-F238E27FC236}">
                <a16:creationId xmlns:a16="http://schemas.microsoft.com/office/drawing/2014/main" id="{D6125826-3231-68F4-7FEE-8A01F6F42B51}"/>
              </a:ext>
            </a:extLst>
          </p:cNvPr>
          <p:cNvSpPr>
            <a:spLocks noGrp="1"/>
          </p:cNvSpPr>
          <p:nvPr>
            <p:ph type="body" sz="quarter" idx="12"/>
          </p:nvPr>
        </p:nvSpPr>
        <p:spPr>
          <a:xfrm>
            <a:off x="6581774" y="1244600"/>
            <a:ext cx="5286375" cy="4367213"/>
          </a:xfrm>
        </p:spPr>
        <p:txBody>
          <a:bodyPr anchor="ctr" anchorCtr="0"/>
          <a:lstStyle>
            <a:lvl1pPr>
              <a:defRPr sz="1600"/>
            </a:lvl1pPr>
            <a:lvl2pPr>
              <a:defRPr sz="1600"/>
            </a:lvl2pPr>
            <a:lvl3pPr>
              <a:defRPr sz="16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372376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1/2 Slide Section, Title, Body Copy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339181"/>
            <a:ext cx="5281613" cy="2179638"/>
          </a:xfrm>
        </p:spPr>
        <p:txBody>
          <a:bodyPr wrap="square" anchor="ctr" anchorCtr="0">
            <a:noAutofit/>
          </a:bodyPr>
          <a:lstStyle>
            <a:lvl1pPr>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sz="quarter" idx="11"/>
          </p:nvPr>
        </p:nvSpPr>
        <p:spPr/>
        <p:txBody>
          <a:bodyPr/>
          <a:lstStyle/>
          <a:p>
            <a:pPr defTabSz="814318">
              <a:defRPr/>
            </a:pPr>
            <a:r>
              <a:rPr lang="en-US"/>
              <a:t>Session ID: BRKSEC-XXXX</a:t>
            </a:r>
            <a:endParaRPr lang="en-US" dirty="0"/>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sz="quarter" idx="10"/>
          </p:nvPr>
        </p:nvSpPr>
        <p:spPr/>
        <p:txBody>
          <a:bodyPr/>
          <a:lstStyle/>
          <a:p>
            <a:fld id="{C3C42FAE-7A31-41D3-A712-51D9B15D0B10}" type="slidenum">
              <a:rPr lang="en-US" smtClean="0"/>
              <a:pPr/>
              <a:t>‹#›</a:t>
            </a:fld>
            <a:endParaRPr lang="en-US" dirty="0"/>
          </a:p>
        </p:txBody>
      </p:sp>
      <p:sp>
        <p:nvSpPr>
          <p:cNvPr id="6" name="Text Placeholder 5">
            <a:extLst>
              <a:ext uri="{FF2B5EF4-FFF2-40B4-BE49-F238E27FC236}">
                <a16:creationId xmlns:a16="http://schemas.microsoft.com/office/drawing/2014/main" id="{D6125826-3231-68F4-7FEE-8A01F6F42B51}"/>
              </a:ext>
            </a:extLst>
          </p:cNvPr>
          <p:cNvSpPr>
            <a:spLocks noGrp="1"/>
          </p:cNvSpPr>
          <p:nvPr>
            <p:ph type="body" sz="quarter" idx="12"/>
          </p:nvPr>
        </p:nvSpPr>
        <p:spPr>
          <a:xfrm>
            <a:off x="6581774" y="1244600"/>
            <a:ext cx="5286375" cy="4367213"/>
          </a:xfrm>
        </p:spPr>
        <p:txBody>
          <a:bodyPr anchor="ctr" anchorCtr="0"/>
          <a:lstStyle>
            <a:lvl1pPr>
              <a:defRPr sz="1600"/>
            </a:lvl1pPr>
            <a:lvl2pPr>
              <a:defRPr sz="1600"/>
            </a:lvl2pPr>
            <a:lvl3pPr>
              <a:defRPr sz="16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7">
            <a:extLst>
              <a:ext uri="{FF2B5EF4-FFF2-40B4-BE49-F238E27FC236}">
                <a16:creationId xmlns:a16="http://schemas.microsoft.com/office/drawing/2014/main" id="{73B0377C-E9B5-910F-ED3D-37BEFE794881}"/>
              </a:ext>
            </a:extLst>
          </p:cNvPr>
          <p:cNvSpPr>
            <a:spLocks noGrp="1"/>
          </p:cNvSpPr>
          <p:nvPr>
            <p:ph type="body" sz="quarter" idx="14" hasCustomPrompt="1"/>
          </p:nvPr>
        </p:nvSpPr>
        <p:spPr>
          <a:xfrm>
            <a:off x="323850" y="0"/>
            <a:ext cx="5772150" cy="466344"/>
          </a:xfrm>
        </p:spPr>
        <p:txBody>
          <a:bodyPr anchor="b" anchorCtr="0"/>
          <a:lstStyle>
            <a:lvl1pPr marL="0" indent="0">
              <a:buNone/>
              <a:defRPr sz="1200"/>
            </a:lvl1pPr>
            <a:lvl2pPr marL="182880" indent="0">
              <a:buNone/>
              <a:defRPr sz="1200"/>
            </a:lvl2pPr>
            <a:lvl3pPr marL="365760" indent="0">
              <a:buNone/>
              <a:defRPr sz="1200"/>
            </a:lvl3pPr>
            <a:lvl4pPr marL="548640" indent="0">
              <a:buNone/>
              <a:defRPr sz="1200"/>
            </a:lvl4pPr>
            <a:lvl5pPr marL="731520" indent="0">
              <a:buNone/>
              <a:defRPr sz="1200"/>
            </a:lvl5pPr>
          </a:lstStyle>
          <a:p>
            <a:pPr lvl="0"/>
            <a:r>
              <a:rPr lang="en-US" dirty="0"/>
              <a:t>Section title</a:t>
            </a:r>
          </a:p>
        </p:txBody>
      </p:sp>
    </p:spTree>
    <p:extLst>
      <p:ext uri="{BB962C8B-B14F-4D97-AF65-F5344CB8AC3E}">
        <p14:creationId xmlns:p14="http://schemas.microsoft.com/office/powerpoint/2010/main" val="18989880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Title, 1 Column with Bullets">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p:txBody>
          <a:bodyPr/>
          <a:lstStyle>
            <a:lvl1pPr>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sz="quarter" idx="11"/>
          </p:nvPr>
        </p:nvSpPr>
        <p:spPr/>
        <p:txBody>
          <a:bodyPr/>
          <a:lstStyle/>
          <a:p>
            <a:pPr defTabSz="814318">
              <a:defRPr/>
            </a:pPr>
            <a:r>
              <a:rPr lang="en-US" dirty="0"/>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sz="quarter" idx="10"/>
          </p:nvPr>
        </p:nvSpPr>
        <p:spPr/>
        <p:txBody>
          <a:bodyPr/>
          <a:lstStyle/>
          <a:p>
            <a:fld id="{C3C42FAE-7A31-41D3-A712-51D9B15D0B10}" type="slidenum">
              <a:rPr lang="en-US" smtClean="0"/>
              <a:pPr/>
              <a:t>‹#›</a:t>
            </a:fld>
            <a:endParaRPr lang="en-US" dirty="0"/>
          </a:p>
        </p:txBody>
      </p:sp>
      <p:sp>
        <p:nvSpPr>
          <p:cNvPr id="6" name="Text Placeholder 5">
            <a:extLst>
              <a:ext uri="{FF2B5EF4-FFF2-40B4-BE49-F238E27FC236}">
                <a16:creationId xmlns:a16="http://schemas.microsoft.com/office/drawing/2014/main" id="{141A00D0-7712-950D-34B2-5551B85F9E7B}"/>
              </a:ext>
            </a:extLst>
          </p:cNvPr>
          <p:cNvSpPr>
            <a:spLocks noGrp="1"/>
          </p:cNvSpPr>
          <p:nvPr>
            <p:ph type="body" sz="quarter" idx="12"/>
          </p:nvPr>
        </p:nvSpPr>
        <p:spPr>
          <a:xfrm>
            <a:off x="323850" y="952500"/>
            <a:ext cx="11544300" cy="5122863"/>
          </a:xfrm>
        </p:spPr>
        <p:txBody>
          <a:bodyPr/>
          <a:lstStyle>
            <a:lvl1pPr>
              <a:defRPr sz="2000"/>
            </a:lvl1pPr>
            <a:lvl2pPr>
              <a:defRPr sz="2000"/>
            </a:lvl2pPr>
            <a:lvl3pPr>
              <a:defRPr sz="2000"/>
            </a:lvl3pPr>
            <a:lvl4pPr>
              <a:defRPr sz="2000"/>
            </a:lvl4pPr>
            <a:lvl5pPr>
              <a:defRPr sz="2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5002160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Title, 2 Columns with Bullets">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rPr lang="en-US"/>
              <a:t>Click to edit Master title style</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sz="quarter" idx="12"/>
          </p:nvPr>
        </p:nvSpPr>
        <p:spPr/>
        <p:txBody>
          <a:bodyPr/>
          <a:lstStyle/>
          <a:p>
            <a:pPr defTabSz="814318">
              <a:defRPr/>
            </a:pPr>
            <a:r>
              <a:rPr lang="en-US"/>
              <a:t>Session ID: BRKSEC-XXXX</a:t>
            </a:r>
            <a:endParaRPr lang="en-US" dirty="0"/>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sz="quarter" idx="10"/>
          </p:nvPr>
        </p:nvSpPr>
        <p:spPr/>
        <p:txBody>
          <a:bodyPr/>
          <a:lstStyle/>
          <a:p>
            <a:fld id="{C3C42FAE-7A31-41D3-A712-51D9B15D0B10}" type="slidenum">
              <a:rPr lang="en-US" smtClean="0"/>
              <a:pPr/>
              <a:t>‹#›</a:t>
            </a:fld>
            <a:endParaRPr lang="en-US" dirty="0"/>
          </a:p>
        </p:txBody>
      </p:sp>
      <p:sp>
        <p:nvSpPr>
          <p:cNvPr id="13" name="Text Placeholder 12">
            <a:extLst>
              <a:ext uri="{FF2B5EF4-FFF2-40B4-BE49-F238E27FC236}">
                <a16:creationId xmlns:a16="http://schemas.microsoft.com/office/drawing/2014/main" id="{322DBF3C-0929-006D-E549-2D8EABB3CA4B}"/>
              </a:ext>
            </a:extLst>
          </p:cNvPr>
          <p:cNvSpPr>
            <a:spLocks noGrp="1"/>
          </p:cNvSpPr>
          <p:nvPr>
            <p:ph type="body" sz="quarter" idx="14"/>
          </p:nvPr>
        </p:nvSpPr>
        <p:spPr>
          <a:xfrm>
            <a:off x="323851" y="2492376"/>
            <a:ext cx="5486400" cy="1868488"/>
          </a:xfrm>
        </p:spPr>
        <p:txBody>
          <a:bodyPr/>
          <a:lstStyle>
            <a:lvl1pPr>
              <a:defRPr sz="1600"/>
            </a:lvl1pPr>
            <a:lvl2pPr>
              <a:defRPr sz="1600"/>
            </a:lvl2pPr>
            <a:lvl3pPr>
              <a:defRPr sz="16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14">
            <a:extLst>
              <a:ext uri="{FF2B5EF4-FFF2-40B4-BE49-F238E27FC236}">
                <a16:creationId xmlns:a16="http://schemas.microsoft.com/office/drawing/2014/main" id="{B163D847-B2CC-D10C-474F-9374B33501E0}"/>
              </a:ext>
            </a:extLst>
          </p:cNvPr>
          <p:cNvSpPr>
            <a:spLocks noGrp="1"/>
          </p:cNvSpPr>
          <p:nvPr>
            <p:ph type="body" sz="quarter" idx="15"/>
          </p:nvPr>
        </p:nvSpPr>
        <p:spPr>
          <a:xfrm>
            <a:off x="6381751" y="2494756"/>
            <a:ext cx="5486400" cy="1868488"/>
          </a:xfrm>
        </p:spPr>
        <p:txBody>
          <a:bodyPr/>
          <a:lstStyle>
            <a:lvl1pPr>
              <a:defRPr sz="1600"/>
            </a:lvl1pPr>
            <a:lvl2pPr>
              <a:defRPr sz="1600"/>
            </a:lvl2pPr>
            <a:lvl3pPr>
              <a:defRPr sz="16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791228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Title, Subtitle, 2 Columns">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rPr lang="en-US"/>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sz="quarter" idx="11" hasCustomPrompt="1"/>
          </p:nvPr>
        </p:nvSpPr>
        <p:spPr>
          <a:xfrm>
            <a:off x="323850" y="806450"/>
            <a:ext cx="577215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r>
              <a:rPr lang="en-US" dirty="0"/>
              <a:t>Subtitle placeholder</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sz="quarter" idx="12"/>
          </p:nvPr>
        </p:nvSpPr>
        <p:spPr/>
        <p:txBody>
          <a:bodyPr/>
          <a:lstStyle/>
          <a:p>
            <a:pPr defTabSz="814318">
              <a:defRPr/>
            </a:pPr>
            <a:r>
              <a:rPr lang="en-US"/>
              <a:t>Session ID: BRKSEC-XXXX</a:t>
            </a:r>
            <a:endParaRPr lang="en-US" dirty="0"/>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sz="quarter" idx="10"/>
          </p:nvPr>
        </p:nvSpPr>
        <p:spPr/>
        <p:txBody>
          <a:bodyPr/>
          <a:lstStyle/>
          <a:p>
            <a:fld id="{C3C42FAE-7A31-41D3-A712-51D9B15D0B10}" type="slidenum">
              <a:rPr lang="en-US" smtClean="0"/>
              <a:pPr/>
              <a:t>‹#›</a:t>
            </a:fld>
            <a:endParaRPr lang="en-US" dirty="0"/>
          </a:p>
        </p:txBody>
      </p:sp>
      <p:sp>
        <p:nvSpPr>
          <p:cNvPr id="13" name="Text Placeholder 12">
            <a:extLst>
              <a:ext uri="{FF2B5EF4-FFF2-40B4-BE49-F238E27FC236}">
                <a16:creationId xmlns:a16="http://schemas.microsoft.com/office/drawing/2014/main" id="{322DBF3C-0929-006D-E549-2D8EABB3CA4B}"/>
              </a:ext>
            </a:extLst>
          </p:cNvPr>
          <p:cNvSpPr>
            <a:spLocks noGrp="1"/>
          </p:cNvSpPr>
          <p:nvPr>
            <p:ph type="body" sz="quarter" idx="14"/>
          </p:nvPr>
        </p:nvSpPr>
        <p:spPr>
          <a:xfrm>
            <a:off x="323851" y="2492376"/>
            <a:ext cx="5486400" cy="1868488"/>
          </a:xfrm>
        </p:spPr>
        <p:txBody>
          <a:bodyPr/>
          <a:lstStyle>
            <a:lvl1pPr>
              <a:defRPr sz="1600"/>
            </a:lvl1pPr>
            <a:lvl2pPr>
              <a:defRPr sz="1600"/>
            </a:lvl2pPr>
            <a:lvl3pPr>
              <a:defRPr sz="16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14">
            <a:extLst>
              <a:ext uri="{FF2B5EF4-FFF2-40B4-BE49-F238E27FC236}">
                <a16:creationId xmlns:a16="http://schemas.microsoft.com/office/drawing/2014/main" id="{B163D847-B2CC-D10C-474F-9374B33501E0}"/>
              </a:ext>
            </a:extLst>
          </p:cNvPr>
          <p:cNvSpPr>
            <a:spLocks noGrp="1"/>
          </p:cNvSpPr>
          <p:nvPr>
            <p:ph type="body" sz="quarter" idx="15"/>
          </p:nvPr>
        </p:nvSpPr>
        <p:spPr>
          <a:xfrm>
            <a:off x="6381751" y="2494756"/>
            <a:ext cx="5486400" cy="1868488"/>
          </a:xfrm>
        </p:spPr>
        <p:txBody>
          <a:bodyPr/>
          <a:lstStyle>
            <a:lvl1pPr>
              <a:defRPr sz="1600"/>
            </a:lvl1pPr>
            <a:lvl2pPr>
              <a:defRPr sz="1600"/>
            </a:lvl2pPr>
            <a:lvl3pPr>
              <a:defRPr sz="16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10218166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Title, Subtitle, 3 Columns">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rPr lang="en-US"/>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sz="quarter" idx="11" hasCustomPrompt="1"/>
          </p:nvPr>
        </p:nvSpPr>
        <p:spPr>
          <a:xfrm>
            <a:off x="323850" y="806450"/>
            <a:ext cx="577215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r>
              <a:rPr lang="en-US" dirty="0"/>
              <a:t>Subtitle placeholder</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sz="quarter" idx="12"/>
          </p:nvPr>
        </p:nvSpPr>
        <p:spPr/>
        <p:txBody>
          <a:bodyPr/>
          <a:lstStyle/>
          <a:p>
            <a:pPr defTabSz="814318">
              <a:defRPr/>
            </a:pPr>
            <a:r>
              <a:rPr lang="en-US"/>
              <a:t>Session ID: BRKSEC-XXXX</a:t>
            </a:r>
            <a:endParaRPr lang="en-US" dirty="0"/>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sz="quarter" idx="10"/>
          </p:nvPr>
        </p:nvSpPr>
        <p:spPr/>
        <p:txBody>
          <a:bodyPr/>
          <a:lstStyle/>
          <a:p>
            <a:fld id="{C3C42FAE-7A31-41D3-A712-51D9B15D0B10}" type="slidenum">
              <a:rPr lang="en-US" smtClean="0"/>
              <a:pPr/>
              <a:t>‹#›</a:t>
            </a:fld>
            <a:endParaRPr lang="en-US" dirty="0"/>
          </a:p>
        </p:txBody>
      </p:sp>
      <p:sp>
        <p:nvSpPr>
          <p:cNvPr id="7" name="Text Placeholder 6">
            <a:extLst>
              <a:ext uri="{FF2B5EF4-FFF2-40B4-BE49-F238E27FC236}">
                <a16:creationId xmlns:a16="http://schemas.microsoft.com/office/drawing/2014/main" id="{CAFF7876-DE6D-49C2-DD58-608A9798B315}"/>
              </a:ext>
            </a:extLst>
          </p:cNvPr>
          <p:cNvSpPr>
            <a:spLocks noGrp="1"/>
          </p:cNvSpPr>
          <p:nvPr>
            <p:ph type="body" sz="quarter" idx="13"/>
          </p:nvPr>
        </p:nvSpPr>
        <p:spPr>
          <a:xfrm>
            <a:off x="323848" y="2179638"/>
            <a:ext cx="3474720" cy="2495550"/>
          </a:xfrm>
        </p:spPr>
        <p:txBody>
          <a:bodyPr/>
          <a:lstStyle>
            <a:lvl1pPr>
              <a:defRPr sz="1600"/>
            </a:lvl1pPr>
            <a:lvl2pPr>
              <a:defRPr sz="1600"/>
            </a:lvl2pPr>
            <a:lvl3pPr>
              <a:defRPr sz="16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12">
            <a:extLst>
              <a:ext uri="{FF2B5EF4-FFF2-40B4-BE49-F238E27FC236}">
                <a16:creationId xmlns:a16="http://schemas.microsoft.com/office/drawing/2014/main" id="{322DBF3C-0929-006D-E549-2D8EABB3CA4B}"/>
              </a:ext>
            </a:extLst>
          </p:cNvPr>
          <p:cNvSpPr>
            <a:spLocks noGrp="1"/>
          </p:cNvSpPr>
          <p:nvPr>
            <p:ph type="body" sz="quarter" idx="14"/>
          </p:nvPr>
        </p:nvSpPr>
        <p:spPr>
          <a:xfrm>
            <a:off x="4358639" y="2179638"/>
            <a:ext cx="3474720" cy="2495550"/>
          </a:xfrm>
        </p:spPr>
        <p:txBody>
          <a:bodyPr/>
          <a:lstStyle>
            <a:lvl1pPr>
              <a:defRPr sz="1600"/>
            </a:lvl1pPr>
            <a:lvl2pPr>
              <a:defRPr sz="1600"/>
            </a:lvl2pPr>
            <a:lvl3pPr>
              <a:defRPr sz="16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14">
            <a:extLst>
              <a:ext uri="{FF2B5EF4-FFF2-40B4-BE49-F238E27FC236}">
                <a16:creationId xmlns:a16="http://schemas.microsoft.com/office/drawing/2014/main" id="{B163D847-B2CC-D10C-474F-9374B33501E0}"/>
              </a:ext>
            </a:extLst>
          </p:cNvPr>
          <p:cNvSpPr>
            <a:spLocks noGrp="1"/>
          </p:cNvSpPr>
          <p:nvPr>
            <p:ph type="body" sz="quarter" idx="15"/>
          </p:nvPr>
        </p:nvSpPr>
        <p:spPr>
          <a:xfrm>
            <a:off x="8393430" y="2181225"/>
            <a:ext cx="3474720" cy="2495550"/>
          </a:xfrm>
        </p:spPr>
        <p:txBody>
          <a:bodyPr/>
          <a:lstStyle>
            <a:lvl1pPr>
              <a:defRPr sz="1600"/>
            </a:lvl1pPr>
            <a:lvl2pPr>
              <a:defRPr sz="1600"/>
            </a:lvl2pPr>
            <a:lvl3pPr>
              <a:defRPr sz="16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13915635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Title, Subtitle, 4 Columns">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rPr lang="en-US"/>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sz="quarter" idx="11" hasCustomPrompt="1"/>
          </p:nvPr>
        </p:nvSpPr>
        <p:spPr>
          <a:xfrm>
            <a:off x="323850" y="806450"/>
            <a:ext cx="577215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r>
              <a:rPr lang="en-US" dirty="0"/>
              <a:t>Subtitle placeholder</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sz="quarter" idx="12"/>
          </p:nvPr>
        </p:nvSpPr>
        <p:spPr/>
        <p:txBody>
          <a:bodyPr/>
          <a:lstStyle/>
          <a:p>
            <a:pPr defTabSz="814318">
              <a:defRPr/>
            </a:pPr>
            <a:r>
              <a:rPr lang="en-US"/>
              <a:t>Session ID: BRKSEC-XXXX</a:t>
            </a:r>
            <a:endParaRPr lang="en-US" dirty="0"/>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sz="quarter" idx="10"/>
          </p:nvPr>
        </p:nvSpPr>
        <p:spPr/>
        <p:txBody>
          <a:bodyPr/>
          <a:lstStyle/>
          <a:p>
            <a:fld id="{C3C42FAE-7A31-41D3-A712-51D9B15D0B10}" type="slidenum">
              <a:rPr lang="en-US" smtClean="0"/>
              <a:pPr/>
              <a:t>‹#›</a:t>
            </a:fld>
            <a:endParaRPr lang="en-US" dirty="0"/>
          </a:p>
        </p:txBody>
      </p:sp>
      <p:sp>
        <p:nvSpPr>
          <p:cNvPr id="7" name="Text Placeholder 6">
            <a:extLst>
              <a:ext uri="{FF2B5EF4-FFF2-40B4-BE49-F238E27FC236}">
                <a16:creationId xmlns:a16="http://schemas.microsoft.com/office/drawing/2014/main" id="{CAFF7876-DE6D-49C2-DD58-608A9798B315}"/>
              </a:ext>
            </a:extLst>
          </p:cNvPr>
          <p:cNvSpPr>
            <a:spLocks noGrp="1"/>
          </p:cNvSpPr>
          <p:nvPr>
            <p:ph type="body" sz="quarter" idx="13"/>
          </p:nvPr>
        </p:nvSpPr>
        <p:spPr>
          <a:xfrm>
            <a:off x="330200" y="2179638"/>
            <a:ext cx="2468880" cy="2495550"/>
          </a:xfrm>
        </p:spPr>
        <p:txBody>
          <a:bodyPr/>
          <a:lstStyle>
            <a:lvl1pPr>
              <a:defRPr sz="1600"/>
            </a:lvl1pPr>
            <a:lvl2pPr>
              <a:defRPr sz="1600"/>
            </a:lvl2pPr>
            <a:lvl3pPr>
              <a:defRPr sz="16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12">
            <a:extLst>
              <a:ext uri="{FF2B5EF4-FFF2-40B4-BE49-F238E27FC236}">
                <a16:creationId xmlns:a16="http://schemas.microsoft.com/office/drawing/2014/main" id="{322DBF3C-0929-006D-E549-2D8EABB3CA4B}"/>
              </a:ext>
            </a:extLst>
          </p:cNvPr>
          <p:cNvSpPr>
            <a:spLocks noGrp="1"/>
          </p:cNvSpPr>
          <p:nvPr>
            <p:ph type="body" sz="quarter" idx="14"/>
          </p:nvPr>
        </p:nvSpPr>
        <p:spPr>
          <a:xfrm>
            <a:off x="3351107" y="2179638"/>
            <a:ext cx="2468880" cy="2495550"/>
          </a:xfrm>
        </p:spPr>
        <p:txBody>
          <a:bodyPr/>
          <a:lstStyle>
            <a:lvl1pPr>
              <a:defRPr sz="1600"/>
            </a:lvl1pPr>
            <a:lvl2pPr>
              <a:defRPr sz="1600"/>
            </a:lvl2pPr>
            <a:lvl3pPr>
              <a:defRPr sz="16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14">
            <a:extLst>
              <a:ext uri="{FF2B5EF4-FFF2-40B4-BE49-F238E27FC236}">
                <a16:creationId xmlns:a16="http://schemas.microsoft.com/office/drawing/2014/main" id="{B163D847-B2CC-D10C-474F-9374B33501E0}"/>
              </a:ext>
            </a:extLst>
          </p:cNvPr>
          <p:cNvSpPr>
            <a:spLocks noGrp="1"/>
          </p:cNvSpPr>
          <p:nvPr>
            <p:ph type="body" sz="quarter" idx="15"/>
          </p:nvPr>
        </p:nvSpPr>
        <p:spPr>
          <a:xfrm>
            <a:off x="6372014" y="2179638"/>
            <a:ext cx="2468880" cy="2495550"/>
          </a:xfrm>
        </p:spPr>
        <p:txBody>
          <a:bodyPr/>
          <a:lstStyle>
            <a:lvl1pPr>
              <a:defRPr sz="1600"/>
            </a:lvl1pPr>
            <a:lvl2pPr>
              <a:defRPr sz="1600"/>
            </a:lvl2pPr>
            <a:lvl3pPr>
              <a:defRPr sz="16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16">
            <a:extLst>
              <a:ext uri="{FF2B5EF4-FFF2-40B4-BE49-F238E27FC236}">
                <a16:creationId xmlns:a16="http://schemas.microsoft.com/office/drawing/2014/main" id="{DDFF45C9-081C-CA2E-F4A7-8383A93B6B05}"/>
              </a:ext>
            </a:extLst>
          </p:cNvPr>
          <p:cNvSpPr>
            <a:spLocks noGrp="1"/>
          </p:cNvSpPr>
          <p:nvPr>
            <p:ph type="body" sz="quarter" idx="16"/>
          </p:nvPr>
        </p:nvSpPr>
        <p:spPr>
          <a:xfrm>
            <a:off x="9392920" y="2179638"/>
            <a:ext cx="2468880" cy="2495550"/>
          </a:xfrm>
        </p:spPr>
        <p:txBody>
          <a:bodyPr/>
          <a:lstStyle>
            <a:lvl1pPr>
              <a:defRPr sz="1600"/>
            </a:lvl1pPr>
            <a:lvl2pPr>
              <a:defRPr sz="1600"/>
            </a:lvl2pPr>
            <a:lvl3pPr>
              <a:defRPr sz="16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66098019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Title, Subtitle, 5 Columns">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rPr lang="en-US"/>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sz="quarter" idx="11" hasCustomPrompt="1"/>
          </p:nvPr>
        </p:nvSpPr>
        <p:spPr>
          <a:xfrm>
            <a:off x="323850" y="806450"/>
            <a:ext cx="577215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r>
              <a:rPr lang="en-US" dirty="0"/>
              <a:t>Subtitle placeholder</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sz="quarter" idx="12"/>
          </p:nvPr>
        </p:nvSpPr>
        <p:spPr/>
        <p:txBody>
          <a:bodyPr/>
          <a:lstStyle/>
          <a:p>
            <a:pPr defTabSz="814318">
              <a:defRPr/>
            </a:pPr>
            <a:r>
              <a:rPr lang="en-US"/>
              <a:t>Session ID: BRKSEC-XXXX</a:t>
            </a:r>
            <a:endParaRPr lang="en-US" dirty="0"/>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sz="quarter" idx="10"/>
          </p:nvPr>
        </p:nvSpPr>
        <p:spPr/>
        <p:txBody>
          <a:bodyPr/>
          <a:lstStyle/>
          <a:p>
            <a:fld id="{C3C42FAE-7A31-41D3-A712-51D9B15D0B10}" type="slidenum">
              <a:rPr lang="en-US" smtClean="0"/>
              <a:pPr/>
              <a:t>‹#›</a:t>
            </a:fld>
            <a:endParaRPr lang="en-US" dirty="0"/>
          </a:p>
        </p:txBody>
      </p:sp>
      <p:sp>
        <p:nvSpPr>
          <p:cNvPr id="7" name="Text Placeholder 6">
            <a:extLst>
              <a:ext uri="{FF2B5EF4-FFF2-40B4-BE49-F238E27FC236}">
                <a16:creationId xmlns:a16="http://schemas.microsoft.com/office/drawing/2014/main" id="{CAFF7876-DE6D-49C2-DD58-608A9798B315}"/>
              </a:ext>
            </a:extLst>
          </p:cNvPr>
          <p:cNvSpPr>
            <a:spLocks noGrp="1"/>
          </p:cNvSpPr>
          <p:nvPr>
            <p:ph type="body" sz="quarter" idx="13"/>
          </p:nvPr>
        </p:nvSpPr>
        <p:spPr>
          <a:xfrm>
            <a:off x="330200" y="2179638"/>
            <a:ext cx="2011680" cy="2495550"/>
          </a:xfrm>
        </p:spPr>
        <p:txBody>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12">
            <a:extLst>
              <a:ext uri="{FF2B5EF4-FFF2-40B4-BE49-F238E27FC236}">
                <a16:creationId xmlns:a16="http://schemas.microsoft.com/office/drawing/2014/main" id="{322DBF3C-0929-006D-E549-2D8EABB3CA4B}"/>
              </a:ext>
            </a:extLst>
          </p:cNvPr>
          <p:cNvSpPr>
            <a:spLocks noGrp="1"/>
          </p:cNvSpPr>
          <p:nvPr>
            <p:ph type="body" sz="quarter" idx="14"/>
          </p:nvPr>
        </p:nvSpPr>
        <p:spPr>
          <a:xfrm>
            <a:off x="2710180" y="2179638"/>
            <a:ext cx="2011680" cy="2495550"/>
          </a:xfrm>
        </p:spPr>
        <p:txBody>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14">
            <a:extLst>
              <a:ext uri="{FF2B5EF4-FFF2-40B4-BE49-F238E27FC236}">
                <a16:creationId xmlns:a16="http://schemas.microsoft.com/office/drawing/2014/main" id="{B163D847-B2CC-D10C-474F-9374B33501E0}"/>
              </a:ext>
            </a:extLst>
          </p:cNvPr>
          <p:cNvSpPr>
            <a:spLocks noGrp="1"/>
          </p:cNvSpPr>
          <p:nvPr>
            <p:ph type="body" sz="quarter" idx="15"/>
          </p:nvPr>
        </p:nvSpPr>
        <p:spPr>
          <a:xfrm>
            <a:off x="5090160" y="2179638"/>
            <a:ext cx="2011680" cy="2495550"/>
          </a:xfrm>
        </p:spPr>
        <p:txBody>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16">
            <a:extLst>
              <a:ext uri="{FF2B5EF4-FFF2-40B4-BE49-F238E27FC236}">
                <a16:creationId xmlns:a16="http://schemas.microsoft.com/office/drawing/2014/main" id="{DDFF45C9-081C-CA2E-F4A7-8383A93B6B05}"/>
              </a:ext>
            </a:extLst>
          </p:cNvPr>
          <p:cNvSpPr>
            <a:spLocks noGrp="1"/>
          </p:cNvSpPr>
          <p:nvPr>
            <p:ph type="body" sz="quarter" idx="16"/>
          </p:nvPr>
        </p:nvSpPr>
        <p:spPr>
          <a:xfrm>
            <a:off x="7470140" y="2179638"/>
            <a:ext cx="2011680" cy="2495550"/>
          </a:xfrm>
        </p:spPr>
        <p:txBody>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13">
            <a:extLst>
              <a:ext uri="{FF2B5EF4-FFF2-40B4-BE49-F238E27FC236}">
                <a16:creationId xmlns:a16="http://schemas.microsoft.com/office/drawing/2014/main" id="{3B7038BF-5DE9-94EF-1E39-92627DD8ACA8}"/>
              </a:ext>
            </a:extLst>
          </p:cNvPr>
          <p:cNvSpPr>
            <a:spLocks noGrp="1"/>
          </p:cNvSpPr>
          <p:nvPr>
            <p:ph type="body" sz="quarter" idx="17"/>
          </p:nvPr>
        </p:nvSpPr>
        <p:spPr>
          <a:xfrm>
            <a:off x="9850120" y="2181225"/>
            <a:ext cx="2011680" cy="2493963"/>
          </a:xfrm>
        </p:spPr>
        <p:txBody>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96451898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1/2 Slide, Title, Photo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96862"/>
            <a:ext cx="5281613" cy="1258888"/>
          </a:xfrm>
        </p:spPr>
        <p:txBody>
          <a:bodyPr wrap="square" anchor="t" anchorCtr="0">
            <a:noAutofit/>
          </a:bodyPr>
          <a:lstStyle>
            <a:lvl1pPr>
              <a:defRPr/>
            </a:lvl1pPr>
          </a:lstStyle>
          <a:p>
            <a:r>
              <a:rPr lang="en-US"/>
              <a:t>Click to edit Master title style</a:t>
            </a:r>
            <a:endParaRPr lang="en-US" dirty="0"/>
          </a:p>
        </p:txBody>
      </p:sp>
      <p:sp>
        <p:nvSpPr>
          <p:cNvPr id="7" name="Picture Placeholder 5">
            <a:extLst>
              <a:ext uri="{FF2B5EF4-FFF2-40B4-BE49-F238E27FC236}">
                <a16:creationId xmlns:a16="http://schemas.microsoft.com/office/drawing/2014/main" id="{EFBFEB48-5190-C5F8-C046-27E12C0DAE62}"/>
              </a:ext>
            </a:extLst>
          </p:cNvPr>
          <p:cNvSpPr>
            <a:spLocks noGrp="1"/>
          </p:cNvSpPr>
          <p:nvPr>
            <p:ph type="pic" sz="quarter" idx="13" hasCustomPrompt="1"/>
          </p:nvPr>
        </p:nvSpPr>
        <p:spPr>
          <a:xfrm>
            <a:off x="6107430" y="320675"/>
            <a:ext cx="5760720" cy="5759451"/>
          </a:xfrm>
          <a:prstGeom prst="roundRect">
            <a:avLst>
              <a:gd name="adj" fmla="val 1618"/>
            </a:avLst>
          </a:prstGeom>
          <a:solidFill>
            <a:schemeClr val="bg1">
              <a:alpha val="10000"/>
            </a:schemeClr>
          </a:solidFill>
        </p:spPr>
        <p:txBody>
          <a:bodyPr tIns="1737360"/>
          <a:lstStyle>
            <a:lvl1pPr marL="0" indent="0" algn="ctr">
              <a:buNone/>
              <a:defRPr/>
            </a:lvl1pPr>
          </a:lstStyle>
          <a:p>
            <a:r>
              <a:rPr lang="en-US" dirty="0"/>
              <a:t>To add your image, drag and drop it here </a:t>
            </a:r>
            <a:br>
              <a:rPr lang="en-US" dirty="0"/>
            </a:br>
            <a:r>
              <a:rPr lang="en-US" dirty="0"/>
              <a:t>or click the icon below</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sz="quarter" idx="11"/>
          </p:nvPr>
        </p:nvSpPr>
        <p:spPr/>
        <p:txBody>
          <a:bodyPr/>
          <a:lstStyle/>
          <a:p>
            <a:pPr defTabSz="814318">
              <a:defRPr/>
            </a:pPr>
            <a:r>
              <a:rPr lang="en-US"/>
              <a:t>Session ID: BRKSEC-XXXX</a:t>
            </a:r>
            <a:endParaRPr lang="en-US" dirty="0"/>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sz="quarter" idx="10"/>
          </p:nvPr>
        </p:nvSpPr>
        <p:spPr/>
        <p:txBody>
          <a:bodyPr/>
          <a:lstStyle/>
          <a:p>
            <a:fld id="{C3C42FAE-7A31-41D3-A712-51D9B15D0B10}" type="slidenum">
              <a:rPr lang="en-US" smtClean="0"/>
              <a:pPr/>
              <a:t>‹#›</a:t>
            </a:fld>
            <a:endParaRPr lang="en-US" dirty="0"/>
          </a:p>
        </p:txBody>
      </p:sp>
    </p:spTree>
    <p:extLst>
      <p:ext uri="{BB962C8B-B14F-4D97-AF65-F5344CB8AC3E}">
        <p14:creationId xmlns:p14="http://schemas.microsoft.com/office/powerpoint/2010/main" val="37985094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1/3 Photo, Title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96862"/>
            <a:ext cx="7235825" cy="947738"/>
          </a:xfrm>
        </p:spPr>
        <p:txBody>
          <a:bodyPr wrap="square" anchor="t" anchorCtr="0">
            <a:noAutofit/>
          </a:bodyPr>
          <a:lstStyle>
            <a:lvl1pPr>
              <a:defRPr/>
            </a:lvl1pPr>
          </a:lstStyle>
          <a:p>
            <a:r>
              <a:rPr lang="en-US"/>
              <a:t>Click to edit Master title style</a:t>
            </a:r>
            <a:endParaRPr lang="en-US" dirty="0"/>
          </a:p>
        </p:txBody>
      </p:sp>
      <p:sp>
        <p:nvSpPr>
          <p:cNvPr id="7" name="Picture Placeholder 5">
            <a:extLst>
              <a:ext uri="{FF2B5EF4-FFF2-40B4-BE49-F238E27FC236}">
                <a16:creationId xmlns:a16="http://schemas.microsoft.com/office/drawing/2014/main" id="{EFBFEB48-5190-C5F8-C046-27E12C0DAE62}"/>
              </a:ext>
            </a:extLst>
          </p:cNvPr>
          <p:cNvSpPr>
            <a:spLocks noGrp="1"/>
          </p:cNvSpPr>
          <p:nvPr>
            <p:ph type="pic" sz="quarter" idx="13" hasCustomPrompt="1"/>
          </p:nvPr>
        </p:nvSpPr>
        <p:spPr>
          <a:xfrm>
            <a:off x="8140700" y="320675"/>
            <a:ext cx="3727450" cy="5759451"/>
          </a:xfrm>
          <a:prstGeom prst="roundRect">
            <a:avLst>
              <a:gd name="adj" fmla="val 1618"/>
            </a:avLst>
          </a:prstGeom>
          <a:solidFill>
            <a:schemeClr val="bg1">
              <a:alpha val="10000"/>
            </a:schemeClr>
          </a:solidFill>
        </p:spPr>
        <p:txBody>
          <a:bodyPr tIns="1554480"/>
          <a:lstStyle>
            <a:lvl1pPr marL="0" indent="0" algn="ctr">
              <a:buNone/>
              <a:defRPr/>
            </a:lvl1pPr>
          </a:lstStyle>
          <a:p>
            <a:r>
              <a:rPr lang="en-US" dirty="0"/>
              <a:t>To add your image, drag and drop it here </a:t>
            </a:r>
            <a:br>
              <a:rPr lang="en-US" dirty="0"/>
            </a:br>
            <a:r>
              <a:rPr lang="en-US" dirty="0"/>
              <a:t>or click the icon below</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sz="quarter" idx="11"/>
          </p:nvPr>
        </p:nvSpPr>
        <p:spPr/>
        <p:txBody>
          <a:bodyPr/>
          <a:lstStyle/>
          <a:p>
            <a:pPr defTabSz="814318">
              <a:defRPr/>
            </a:pPr>
            <a:r>
              <a:rPr lang="en-US"/>
              <a:t>Session ID: BRKSEC-XXXX</a:t>
            </a:r>
            <a:endParaRPr lang="en-US" dirty="0"/>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sz="quarter" idx="10"/>
          </p:nvPr>
        </p:nvSpPr>
        <p:spPr/>
        <p:txBody>
          <a:bodyPr/>
          <a:lstStyle/>
          <a:p>
            <a:fld id="{C3C42FAE-7A31-41D3-A712-51D9B15D0B10}" type="slidenum">
              <a:rPr lang="en-US" smtClean="0"/>
              <a:pPr/>
              <a:t>‹#›</a:t>
            </a:fld>
            <a:endParaRPr lang="en-US" dirty="0"/>
          </a:p>
        </p:txBody>
      </p:sp>
    </p:spTree>
    <p:extLst>
      <p:ext uri="{BB962C8B-B14F-4D97-AF65-F5344CB8AC3E}">
        <p14:creationId xmlns:p14="http://schemas.microsoft.com/office/powerpoint/2010/main" val="2665486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2/3 Photo, Title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96862"/>
            <a:ext cx="3328987" cy="1258888"/>
          </a:xfrm>
        </p:spPr>
        <p:txBody>
          <a:bodyPr wrap="square" anchor="t" anchorCtr="0">
            <a:noAutofit/>
          </a:bodyPr>
          <a:lstStyle>
            <a:lvl1pPr>
              <a:defRPr/>
            </a:lvl1pPr>
          </a:lstStyle>
          <a:p>
            <a:r>
              <a:rPr lang="en-US"/>
              <a:t>Click to edit Master title style</a:t>
            </a:r>
            <a:endParaRPr lang="en-US" dirty="0"/>
          </a:p>
        </p:txBody>
      </p:sp>
      <p:sp>
        <p:nvSpPr>
          <p:cNvPr id="7" name="Picture Placeholder 5">
            <a:extLst>
              <a:ext uri="{FF2B5EF4-FFF2-40B4-BE49-F238E27FC236}">
                <a16:creationId xmlns:a16="http://schemas.microsoft.com/office/drawing/2014/main" id="{EFBFEB48-5190-C5F8-C046-27E12C0DAE62}"/>
              </a:ext>
            </a:extLst>
          </p:cNvPr>
          <p:cNvSpPr>
            <a:spLocks noGrp="1"/>
          </p:cNvSpPr>
          <p:nvPr>
            <p:ph type="pic" sz="quarter" idx="13" hasCustomPrompt="1"/>
          </p:nvPr>
        </p:nvSpPr>
        <p:spPr>
          <a:xfrm>
            <a:off x="4049713" y="320676"/>
            <a:ext cx="7818436" cy="5754688"/>
          </a:xfrm>
          <a:prstGeom prst="roundRect">
            <a:avLst>
              <a:gd name="adj" fmla="val 1618"/>
            </a:avLst>
          </a:prstGeom>
          <a:solidFill>
            <a:schemeClr val="bg1">
              <a:alpha val="10000"/>
            </a:schemeClr>
          </a:solidFill>
        </p:spPr>
        <p:txBody>
          <a:bodyPr tIns="1737360"/>
          <a:lstStyle>
            <a:lvl1pPr marL="0" indent="0" algn="ctr">
              <a:buNone/>
              <a:defRPr/>
            </a:lvl1pPr>
          </a:lstStyle>
          <a:p>
            <a:r>
              <a:rPr lang="en-US" dirty="0"/>
              <a:t>To add your image, drag and drop it here </a:t>
            </a:r>
            <a:br>
              <a:rPr lang="en-US" dirty="0"/>
            </a:br>
            <a:r>
              <a:rPr lang="en-US" dirty="0"/>
              <a:t>or click the icon below</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sz="quarter" idx="11"/>
          </p:nvPr>
        </p:nvSpPr>
        <p:spPr/>
        <p:txBody>
          <a:bodyPr/>
          <a:lstStyle/>
          <a:p>
            <a:pPr defTabSz="814318">
              <a:defRPr/>
            </a:pPr>
            <a:r>
              <a:rPr lang="en-US"/>
              <a:t>Session ID: BRKSEC-XXXX</a:t>
            </a:r>
            <a:endParaRPr lang="en-US" dirty="0"/>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sz="quarter" idx="10"/>
          </p:nvPr>
        </p:nvSpPr>
        <p:spPr/>
        <p:txBody>
          <a:bodyPr/>
          <a:lstStyle/>
          <a:p>
            <a:fld id="{C3C42FAE-7A31-41D3-A712-51D9B15D0B10}" type="slidenum">
              <a:rPr lang="en-US" smtClean="0"/>
              <a:pPr/>
              <a:t>‹#›</a:t>
            </a:fld>
            <a:endParaRPr lang="en-US" dirty="0"/>
          </a:p>
        </p:txBody>
      </p:sp>
    </p:spTree>
    <p:extLst>
      <p:ext uri="{BB962C8B-B14F-4D97-AF65-F5344CB8AC3E}">
        <p14:creationId xmlns:p14="http://schemas.microsoft.com/office/powerpoint/2010/main" val="361146155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1/2 Slide Title, Photo 3">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3116793"/>
            <a:ext cx="5284788" cy="1246188"/>
          </a:xfrm>
        </p:spPr>
        <p:txBody>
          <a:bodyPr wrap="square" anchor="t" anchorCtr="0">
            <a:noAutofit/>
          </a:bodyPr>
          <a:lstStyle>
            <a:lvl1pPr>
              <a:defRPr/>
            </a:lvl1pPr>
          </a:lstStyle>
          <a:p>
            <a:r>
              <a:rPr lang="en-US"/>
              <a:t>Click to edit Master title style</a:t>
            </a:r>
            <a:endParaRPr lang="en-US" dirty="0"/>
          </a:p>
        </p:txBody>
      </p:sp>
      <p:sp>
        <p:nvSpPr>
          <p:cNvPr id="6" name="Picture Placeholder 5">
            <a:extLst>
              <a:ext uri="{FF2B5EF4-FFF2-40B4-BE49-F238E27FC236}">
                <a16:creationId xmlns:a16="http://schemas.microsoft.com/office/drawing/2014/main" id="{903A889C-4BCD-59AA-132B-C3FD4F8E65F1}"/>
              </a:ext>
            </a:extLst>
          </p:cNvPr>
          <p:cNvSpPr>
            <a:spLocks noGrp="1"/>
          </p:cNvSpPr>
          <p:nvPr>
            <p:ph type="pic" sz="quarter" idx="12" hasCustomPrompt="1"/>
          </p:nvPr>
        </p:nvSpPr>
        <p:spPr>
          <a:xfrm>
            <a:off x="6184901" y="795338"/>
            <a:ext cx="5284788" cy="5284788"/>
          </a:xfrm>
          <a:prstGeom prst="roundRect">
            <a:avLst>
              <a:gd name="adj" fmla="val 1618"/>
            </a:avLst>
          </a:prstGeom>
          <a:solidFill>
            <a:schemeClr val="bg1">
              <a:alpha val="10000"/>
            </a:schemeClr>
          </a:solidFill>
        </p:spPr>
        <p:txBody>
          <a:bodyPr tIns="1737360"/>
          <a:lstStyle>
            <a:lvl1pPr marL="0" indent="0" algn="ctr">
              <a:buNone/>
              <a:defRPr/>
            </a:lvl1pPr>
          </a:lstStyle>
          <a:p>
            <a:r>
              <a:rPr lang="en-US" dirty="0"/>
              <a:t>To add your image, drag and drop it here </a:t>
            </a:r>
            <a:br>
              <a:rPr lang="en-US" dirty="0"/>
            </a:br>
            <a:r>
              <a:rPr lang="en-US" dirty="0"/>
              <a:t>or click the icon below</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sz="quarter" idx="11"/>
          </p:nvPr>
        </p:nvSpPr>
        <p:spPr/>
        <p:txBody>
          <a:bodyPr/>
          <a:lstStyle/>
          <a:p>
            <a:pPr defTabSz="814318">
              <a:defRPr/>
            </a:pPr>
            <a:r>
              <a:rPr lang="en-US"/>
              <a:t>Session ID: BRKSEC-XXXX</a:t>
            </a:r>
            <a:endParaRPr lang="en-US" dirty="0"/>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sz="quarter" idx="10"/>
          </p:nvPr>
        </p:nvSpPr>
        <p:spPr/>
        <p:txBody>
          <a:bodyPr/>
          <a:lstStyle/>
          <a:p>
            <a:fld id="{C3C42FAE-7A31-41D3-A712-51D9B15D0B10}" type="slidenum">
              <a:rPr lang="en-US" smtClean="0"/>
              <a:pPr/>
              <a:t>‹#›</a:t>
            </a:fld>
            <a:endParaRPr lang="en-US" dirty="0"/>
          </a:p>
        </p:txBody>
      </p:sp>
    </p:spTree>
    <p:extLst>
      <p:ext uri="{BB962C8B-B14F-4D97-AF65-F5344CB8AC3E}">
        <p14:creationId xmlns:p14="http://schemas.microsoft.com/office/powerpoint/2010/main" val="267223351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1/3 Slide Title, Section, Body, 2/3 Photo">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F8AB58A4-E099-9FBA-C32F-D0D994BC760F}"/>
              </a:ext>
            </a:extLst>
          </p:cNvPr>
          <p:cNvSpPr>
            <a:spLocks noGrp="1"/>
          </p:cNvSpPr>
          <p:nvPr>
            <p:ph type="body" sz="quarter" idx="12" hasCustomPrompt="1"/>
          </p:nvPr>
        </p:nvSpPr>
        <p:spPr>
          <a:xfrm>
            <a:off x="323850" y="-2"/>
            <a:ext cx="5772150" cy="466344"/>
          </a:xfrm>
        </p:spPr>
        <p:txBody>
          <a:bodyPr anchor="b" anchorCtr="0"/>
          <a:lstStyle>
            <a:lvl1pPr marL="0" indent="0">
              <a:buNone/>
              <a:defRPr sz="1200">
                <a:solidFill>
                  <a:schemeClr val="bg1"/>
                </a:solidFill>
              </a:defRPr>
            </a:lvl1pPr>
          </a:lstStyle>
          <a:p>
            <a:pPr lvl="0"/>
            <a:r>
              <a:rPr lang="en-US" dirty="0"/>
              <a:t>Section title</a:t>
            </a:r>
          </a:p>
        </p:txBody>
      </p:sp>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49" y="622300"/>
            <a:ext cx="3328989" cy="1558925"/>
          </a:xfrm>
        </p:spPr>
        <p:txBody>
          <a:bodyPr/>
          <a:lstStyle>
            <a:lvl1pPr>
              <a:defRPr/>
            </a:lvl1pPr>
          </a:lstStyle>
          <a:p>
            <a:r>
              <a:rPr lang="en-US"/>
              <a:t>Click to edit Master title style</a:t>
            </a:r>
            <a:endParaRPr lang="en-US" dirty="0"/>
          </a:p>
        </p:txBody>
      </p:sp>
      <p:sp>
        <p:nvSpPr>
          <p:cNvPr id="7" name="Text Placeholder 6">
            <a:extLst>
              <a:ext uri="{FF2B5EF4-FFF2-40B4-BE49-F238E27FC236}">
                <a16:creationId xmlns:a16="http://schemas.microsoft.com/office/drawing/2014/main" id="{A6653D0B-638B-EB5D-F379-EF10C80DCCA3}"/>
              </a:ext>
            </a:extLst>
          </p:cNvPr>
          <p:cNvSpPr>
            <a:spLocks noGrp="1"/>
          </p:cNvSpPr>
          <p:nvPr>
            <p:ph type="body" sz="quarter" idx="13"/>
          </p:nvPr>
        </p:nvSpPr>
        <p:spPr>
          <a:xfrm>
            <a:off x="323851" y="3429000"/>
            <a:ext cx="3328988" cy="2646363"/>
          </a:xfrm>
        </p:spPr>
        <p:txBody>
          <a:bodyPr anchor="b" anchorCtr="0"/>
          <a:lstStyle>
            <a:lvl1pPr marL="0" indent="0">
              <a:buNone/>
              <a:defRPr sz="1600"/>
            </a:lvl1pPr>
            <a:lvl2pPr marL="182880" indent="0">
              <a:buNone/>
              <a:defRPr sz="1400"/>
            </a:lvl2pPr>
            <a:lvl3pPr marL="365760" indent="0">
              <a:buNone/>
              <a:defRPr sz="1200"/>
            </a:lvl3pPr>
            <a:lvl4pPr marL="548640" indent="0">
              <a:buNone/>
              <a:defRPr sz="1100"/>
            </a:lvl4pPr>
            <a:lvl5pPr marL="731520" indent="0">
              <a:buNone/>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Picture Placeholder 5">
            <a:extLst>
              <a:ext uri="{FF2B5EF4-FFF2-40B4-BE49-F238E27FC236}">
                <a16:creationId xmlns:a16="http://schemas.microsoft.com/office/drawing/2014/main" id="{798C8AA3-6350-A299-E288-D693A8EC8932}"/>
              </a:ext>
            </a:extLst>
          </p:cNvPr>
          <p:cNvSpPr>
            <a:spLocks noGrp="1"/>
          </p:cNvSpPr>
          <p:nvPr>
            <p:ph type="pic" sz="quarter" idx="14" hasCustomPrompt="1"/>
          </p:nvPr>
        </p:nvSpPr>
        <p:spPr>
          <a:xfrm>
            <a:off x="4049713" y="622300"/>
            <a:ext cx="7818436" cy="5453063"/>
          </a:xfrm>
          <a:prstGeom prst="roundRect">
            <a:avLst>
              <a:gd name="adj" fmla="val 1618"/>
            </a:avLst>
          </a:prstGeom>
          <a:solidFill>
            <a:schemeClr val="bg1">
              <a:alpha val="10000"/>
            </a:schemeClr>
          </a:solidFill>
        </p:spPr>
        <p:txBody>
          <a:bodyPr tIns="1737360"/>
          <a:lstStyle>
            <a:lvl1pPr marL="0" indent="0" algn="ctr">
              <a:buNone/>
              <a:defRPr/>
            </a:lvl1pPr>
          </a:lstStyle>
          <a:p>
            <a:r>
              <a:rPr lang="en-US" dirty="0"/>
              <a:t>To add your image, drag and drop it here </a:t>
            </a:r>
            <a:br>
              <a:rPr lang="en-US" dirty="0"/>
            </a:br>
            <a:r>
              <a:rPr lang="en-US" dirty="0"/>
              <a:t>or click the icon below</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sz="quarter" idx="11"/>
          </p:nvPr>
        </p:nvSpPr>
        <p:spPr/>
        <p:txBody>
          <a:bodyPr/>
          <a:lstStyle/>
          <a:p>
            <a:pPr defTabSz="814318">
              <a:defRPr/>
            </a:pPr>
            <a:r>
              <a:rPr lang="en-US"/>
              <a:t>Session ID: BRKSEC-XXXX</a:t>
            </a:r>
            <a:endParaRPr lang="en-US" dirty="0"/>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sz="quarter" idx="10"/>
          </p:nvPr>
        </p:nvSpPr>
        <p:spPr/>
        <p:txBody>
          <a:bodyPr/>
          <a:lstStyle/>
          <a:p>
            <a:fld id="{C3C42FAE-7A31-41D3-A712-51D9B15D0B10}" type="slidenum">
              <a:rPr lang="en-US" smtClean="0"/>
              <a:pPr/>
              <a:t>‹#›</a:t>
            </a:fld>
            <a:endParaRPr lang="en-US" dirty="0"/>
          </a:p>
        </p:txBody>
      </p:sp>
    </p:spTree>
    <p:extLst>
      <p:ext uri="{BB962C8B-B14F-4D97-AF65-F5344CB8AC3E}">
        <p14:creationId xmlns:p14="http://schemas.microsoft.com/office/powerpoint/2010/main" val="23408942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1/2 Slide Section, Title 1, Photo 1">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D9785467-C0DB-C17E-5173-C6C6A323A1C3}"/>
              </a:ext>
            </a:extLst>
          </p:cNvPr>
          <p:cNvSpPr>
            <a:spLocks noGrp="1"/>
          </p:cNvSpPr>
          <p:nvPr>
            <p:ph type="body" sz="quarter" idx="12" hasCustomPrompt="1"/>
          </p:nvPr>
        </p:nvSpPr>
        <p:spPr>
          <a:xfrm>
            <a:off x="323850" y="0"/>
            <a:ext cx="5772150" cy="466342"/>
          </a:xfrm>
        </p:spPr>
        <p:txBody>
          <a:bodyPr anchor="b" anchorCtr="0"/>
          <a:lstStyle>
            <a:lvl1pPr marL="0" indent="0">
              <a:buNone/>
              <a:defRPr sz="1200"/>
            </a:lvl1pPr>
            <a:lvl2pPr marL="182880" indent="0">
              <a:buNone/>
              <a:defRPr sz="1100"/>
            </a:lvl2pPr>
            <a:lvl3pPr marL="365760" indent="0">
              <a:buNone/>
              <a:defRPr sz="1050"/>
            </a:lvl3pPr>
            <a:lvl4pPr marL="548640" indent="0">
              <a:buNone/>
              <a:defRPr sz="1000"/>
            </a:lvl4pPr>
            <a:lvl5pPr marL="731520" indent="0">
              <a:buNone/>
              <a:defRPr sz="900"/>
            </a:lvl5pPr>
          </a:lstStyle>
          <a:p>
            <a:pPr lvl="0"/>
            <a:r>
              <a:rPr lang="en-US" dirty="0"/>
              <a:t>Section title</a:t>
            </a:r>
          </a:p>
        </p:txBody>
      </p:sp>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622300"/>
            <a:ext cx="5281613" cy="1247775"/>
          </a:xfrm>
        </p:spPr>
        <p:txBody>
          <a:bodyPr wrap="square" anchor="t" anchorCtr="0">
            <a:noAutofit/>
          </a:bodyPr>
          <a:lstStyle>
            <a:lvl1pPr>
              <a:defRPr/>
            </a:lvl1pPr>
          </a:lstStyle>
          <a:p>
            <a:r>
              <a:rPr lang="en-US"/>
              <a:t>Click to edit Master title style</a:t>
            </a:r>
            <a:endParaRPr lang="en-US" dirty="0"/>
          </a:p>
        </p:txBody>
      </p:sp>
      <p:sp>
        <p:nvSpPr>
          <p:cNvPr id="7" name="Picture Placeholder 5">
            <a:extLst>
              <a:ext uri="{FF2B5EF4-FFF2-40B4-BE49-F238E27FC236}">
                <a16:creationId xmlns:a16="http://schemas.microsoft.com/office/drawing/2014/main" id="{E2739B37-658D-FBF5-94C3-66EECB73F7D0}"/>
              </a:ext>
            </a:extLst>
          </p:cNvPr>
          <p:cNvSpPr>
            <a:spLocks noGrp="1"/>
          </p:cNvSpPr>
          <p:nvPr>
            <p:ph type="pic" sz="quarter" idx="13" hasCustomPrompt="1"/>
          </p:nvPr>
        </p:nvSpPr>
        <p:spPr>
          <a:xfrm>
            <a:off x="6096001" y="320675"/>
            <a:ext cx="5766436" cy="5754687"/>
          </a:xfrm>
          <a:prstGeom prst="roundRect">
            <a:avLst>
              <a:gd name="adj" fmla="val 1714"/>
            </a:avLst>
          </a:prstGeom>
          <a:solidFill>
            <a:schemeClr val="bg1">
              <a:alpha val="10000"/>
            </a:schemeClr>
          </a:solidFill>
        </p:spPr>
        <p:txBody>
          <a:bodyPr vert="horz" lIns="0" tIns="1463040" rIns="0" bIns="0" rtlCol="0">
            <a:noAutofit/>
          </a:bodyPr>
          <a:lstStyle>
            <a:lvl1pPr>
              <a:defRPr lang="en-US" dirty="0"/>
            </a:lvl1pPr>
          </a:lstStyle>
          <a:p>
            <a:pPr marL="0" lvl="0" indent="0" algn="ctr">
              <a:buNone/>
            </a:pPr>
            <a:r>
              <a:rPr lang="en-US" dirty="0"/>
              <a:t>To add your image, </a:t>
            </a:r>
            <a:br>
              <a:rPr lang="en-US" dirty="0"/>
            </a:br>
            <a:r>
              <a:rPr lang="en-US" dirty="0"/>
              <a:t>drag and drop it here </a:t>
            </a:r>
            <a:br>
              <a:rPr lang="en-US" dirty="0"/>
            </a:br>
            <a:r>
              <a:rPr lang="en-US" dirty="0"/>
              <a:t>or click the icon below</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sz="quarter" idx="11"/>
          </p:nvPr>
        </p:nvSpPr>
        <p:spPr/>
        <p:txBody>
          <a:bodyPr/>
          <a:lstStyle/>
          <a:p>
            <a:pPr defTabSz="814318">
              <a:defRPr/>
            </a:pPr>
            <a:r>
              <a:rPr lang="en-US"/>
              <a:t>Session ID: BRKSEC-XXXX</a:t>
            </a:r>
            <a:endParaRPr lang="en-US" dirty="0"/>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sz="quarter" idx="10"/>
          </p:nvPr>
        </p:nvSpPr>
        <p:spPr/>
        <p:txBody>
          <a:bodyPr/>
          <a:lstStyle/>
          <a:p>
            <a:fld id="{C3C42FAE-7A31-41D3-A712-51D9B15D0B10}" type="slidenum">
              <a:rPr lang="en-US" smtClean="0"/>
              <a:pPr/>
              <a:t>‹#›</a:t>
            </a:fld>
            <a:endParaRPr lang="en-US" dirty="0"/>
          </a:p>
        </p:txBody>
      </p:sp>
    </p:spTree>
    <p:extLst>
      <p:ext uri="{BB962C8B-B14F-4D97-AF65-F5344CB8AC3E}">
        <p14:creationId xmlns:p14="http://schemas.microsoft.com/office/powerpoint/2010/main" val="16944740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Title, Full Margin Photo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p:txBody>
          <a:bodyPr/>
          <a:lstStyle>
            <a:lvl1pPr>
              <a:defRPr/>
            </a:lvl1pPr>
          </a:lstStyle>
          <a:p>
            <a:r>
              <a:rPr lang="en-US"/>
              <a:t>Click to edit Master title style</a:t>
            </a:r>
            <a:endParaRPr lang="en-US" dirty="0"/>
          </a:p>
        </p:txBody>
      </p:sp>
      <p:sp>
        <p:nvSpPr>
          <p:cNvPr id="6" name="Picture Placeholder 5">
            <a:extLst>
              <a:ext uri="{FF2B5EF4-FFF2-40B4-BE49-F238E27FC236}">
                <a16:creationId xmlns:a16="http://schemas.microsoft.com/office/drawing/2014/main" id="{DCFD4AF9-7F36-FA7F-469A-A71DBA5AF531}"/>
              </a:ext>
            </a:extLst>
          </p:cNvPr>
          <p:cNvSpPr>
            <a:spLocks noGrp="1"/>
          </p:cNvSpPr>
          <p:nvPr>
            <p:ph type="pic" sz="quarter" idx="12" hasCustomPrompt="1"/>
          </p:nvPr>
        </p:nvSpPr>
        <p:spPr>
          <a:xfrm>
            <a:off x="323850" y="952500"/>
            <a:ext cx="11544300" cy="5122863"/>
          </a:xfrm>
          <a:prstGeom prst="roundRect">
            <a:avLst>
              <a:gd name="adj" fmla="val 1503"/>
            </a:avLst>
          </a:prstGeom>
          <a:solidFill>
            <a:schemeClr val="bg1">
              <a:alpha val="10000"/>
            </a:schemeClr>
          </a:solidFill>
        </p:spPr>
        <p:txBody>
          <a:bodyPr vert="horz" lIns="0" tIns="1463040" rIns="0" bIns="0" rtlCol="0">
            <a:noAutofit/>
          </a:bodyPr>
          <a:lstStyle>
            <a:lvl1pPr>
              <a:defRPr lang="en-US" dirty="0"/>
            </a:lvl1pPr>
          </a:lstStyle>
          <a:p>
            <a:pPr marL="0" lvl="0" indent="0" algn="ctr">
              <a:buNone/>
            </a:pPr>
            <a:r>
              <a:rPr lang="en-US" dirty="0"/>
              <a:t>To add your image, drag and drop it here </a:t>
            </a:r>
            <a:br>
              <a:rPr lang="en-US" dirty="0"/>
            </a:br>
            <a:r>
              <a:rPr lang="en-US" dirty="0"/>
              <a:t>or click the icon below</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sz="quarter" idx="10"/>
          </p:nvPr>
        </p:nvSpPr>
        <p:spPr/>
        <p:txBody>
          <a:bodyPr/>
          <a:lstStyle/>
          <a:p>
            <a:fld id="{C3C42FAE-7A31-41D3-A712-51D9B15D0B10}" type="slidenum">
              <a:rPr lang="en-US" smtClean="0"/>
              <a:pPr/>
              <a:t>‹#›</a:t>
            </a:fld>
            <a:endParaRPr lang="en-US" dirty="0"/>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sz="quarter" idx="11"/>
          </p:nvPr>
        </p:nvSpPr>
        <p:spPr/>
        <p:txBody>
          <a:bodyPr/>
          <a:lstStyle/>
          <a:p>
            <a:pPr defTabSz="814318">
              <a:defRPr/>
            </a:pPr>
            <a:r>
              <a:rPr lang="en-US"/>
              <a:t>Session ID: BRKSEC-XXXX</a:t>
            </a:r>
            <a:endParaRPr lang="en-US" dirty="0"/>
          </a:p>
        </p:txBody>
      </p:sp>
    </p:spTree>
    <p:extLst>
      <p:ext uri="{BB962C8B-B14F-4D97-AF65-F5344CB8AC3E}">
        <p14:creationId xmlns:p14="http://schemas.microsoft.com/office/powerpoint/2010/main" val="24120794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Title, Subtitle, Full Margin Photo 1">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rPr lang="en-US"/>
              <a:t>Click to edit Master title style</a:t>
            </a:r>
            <a:endParaRPr lang="en-US" dirty="0"/>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sz="quarter" idx="11" hasCustomPrompt="1"/>
          </p:nvPr>
        </p:nvSpPr>
        <p:spPr>
          <a:xfrm>
            <a:off x="323850" y="806450"/>
            <a:ext cx="1154430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r>
              <a:rPr lang="en-US" dirty="0"/>
              <a:t>Subtitle placeholder</a:t>
            </a:r>
          </a:p>
        </p:txBody>
      </p:sp>
      <p:sp>
        <p:nvSpPr>
          <p:cNvPr id="2" name="Picture Placeholder 5">
            <a:extLst>
              <a:ext uri="{FF2B5EF4-FFF2-40B4-BE49-F238E27FC236}">
                <a16:creationId xmlns:a16="http://schemas.microsoft.com/office/drawing/2014/main" id="{99D23610-D323-6271-753B-C40A3678BD66}"/>
              </a:ext>
            </a:extLst>
          </p:cNvPr>
          <p:cNvSpPr>
            <a:spLocks noGrp="1"/>
          </p:cNvSpPr>
          <p:nvPr>
            <p:ph type="pic" sz="quarter" idx="13" hasCustomPrompt="1"/>
          </p:nvPr>
        </p:nvSpPr>
        <p:spPr>
          <a:xfrm>
            <a:off x="323850" y="1244600"/>
            <a:ext cx="11544300" cy="4830763"/>
          </a:xfrm>
          <a:prstGeom prst="roundRect">
            <a:avLst>
              <a:gd name="adj" fmla="val 1897"/>
            </a:avLst>
          </a:prstGeom>
          <a:solidFill>
            <a:schemeClr val="bg1">
              <a:alpha val="10000"/>
            </a:schemeClr>
          </a:solidFill>
        </p:spPr>
        <p:txBody>
          <a:bodyPr vert="horz" lIns="0" tIns="1463040" rIns="0" bIns="0" rtlCol="0">
            <a:noAutofit/>
          </a:bodyPr>
          <a:lstStyle>
            <a:lvl1pPr>
              <a:defRPr lang="en-US" dirty="0"/>
            </a:lvl1pPr>
          </a:lstStyle>
          <a:p>
            <a:pPr marL="0" lvl="0" indent="0" algn="ctr">
              <a:buNone/>
            </a:pPr>
            <a:r>
              <a:rPr lang="en-US" dirty="0"/>
              <a:t>To add your image, drag and drop it here </a:t>
            </a:r>
            <a:br>
              <a:rPr lang="en-US" dirty="0"/>
            </a:br>
            <a:r>
              <a:rPr lang="en-US" dirty="0"/>
              <a:t>or click the icon below</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sz="quarter" idx="12"/>
          </p:nvPr>
        </p:nvSpPr>
        <p:spPr/>
        <p:txBody>
          <a:bodyPr/>
          <a:lstStyle/>
          <a:p>
            <a:pPr defTabSz="814318">
              <a:defRPr/>
            </a:pPr>
            <a:r>
              <a:rPr lang="en-US"/>
              <a:t>Session ID: BRKSEC-XXXX</a:t>
            </a:r>
            <a:endParaRPr lang="en-US" dirty="0"/>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sz="quarter" idx="10"/>
          </p:nvPr>
        </p:nvSpPr>
        <p:spPr/>
        <p:txBody>
          <a:bodyPr/>
          <a:lstStyle/>
          <a:p>
            <a:fld id="{C3C42FAE-7A31-41D3-A712-51D9B15D0B10}" type="slidenum">
              <a:rPr lang="en-US" smtClean="0"/>
              <a:pPr/>
              <a:t>‹#›</a:t>
            </a:fld>
            <a:endParaRPr lang="en-US" dirty="0"/>
          </a:p>
        </p:txBody>
      </p:sp>
    </p:spTree>
    <p:extLst>
      <p:ext uri="{BB962C8B-B14F-4D97-AF65-F5344CB8AC3E}">
        <p14:creationId xmlns:p14="http://schemas.microsoft.com/office/powerpoint/2010/main" val="405997666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Section, Title, Full Margin Photo 1">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F8AB58A4-E099-9FBA-C32F-D0D994BC760F}"/>
              </a:ext>
            </a:extLst>
          </p:cNvPr>
          <p:cNvSpPr>
            <a:spLocks noGrp="1"/>
          </p:cNvSpPr>
          <p:nvPr>
            <p:ph type="body" sz="quarter" idx="12" hasCustomPrompt="1"/>
          </p:nvPr>
        </p:nvSpPr>
        <p:spPr>
          <a:xfrm>
            <a:off x="323850" y="-2"/>
            <a:ext cx="5772150" cy="466344"/>
          </a:xfrm>
        </p:spPr>
        <p:txBody>
          <a:bodyPr anchor="b" anchorCtr="0"/>
          <a:lstStyle>
            <a:lvl1pPr marL="0" indent="0">
              <a:buNone/>
              <a:defRPr sz="1200"/>
            </a:lvl1pPr>
          </a:lstStyle>
          <a:p>
            <a:pPr lvl="0"/>
            <a:r>
              <a:rPr lang="en-US" dirty="0"/>
              <a:t>Section title</a:t>
            </a:r>
          </a:p>
        </p:txBody>
      </p:sp>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622300"/>
            <a:ext cx="11544300" cy="492443"/>
          </a:xfrm>
        </p:spPr>
        <p:txBody>
          <a:bodyPr/>
          <a:lstStyle>
            <a:lvl1pPr>
              <a:defRPr/>
            </a:lvl1pPr>
          </a:lstStyle>
          <a:p>
            <a:r>
              <a:rPr lang="en-US"/>
              <a:t>Click to edit Master title style</a:t>
            </a:r>
            <a:endParaRPr lang="en-US" dirty="0"/>
          </a:p>
        </p:txBody>
      </p:sp>
      <p:sp>
        <p:nvSpPr>
          <p:cNvPr id="7" name="Picture Placeholder 5">
            <a:extLst>
              <a:ext uri="{FF2B5EF4-FFF2-40B4-BE49-F238E27FC236}">
                <a16:creationId xmlns:a16="http://schemas.microsoft.com/office/drawing/2014/main" id="{E170B322-9DD5-07FB-D258-3DA95EF8E7B1}"/>
              </a:ext>
            </a:extLst>
          </p:cNvPr>
          <p:cNvSpPr>
            <a:spLocks noGrp="1"/>
          </p:cNvSpPr>
          <p:nvPr>
            <p:ph type="pic" sz="quarter" idx="13" hasCustomPrompt="1"/>
          </p:nvPr>
        </p:nvSpPr>
        <p:spPr>
          <a:xfrm>
            <a:off x="323850" y="1244600"/>
            <a:ext cx="11544300" cy="4830763"/>
          </a:xfrm>
          <a:prstGeom prst="roundRect">
            <a:avLst>
              <a:gd name="adj" fmla="val 1897"/>
            </a:avLst>
          </a:prstGeom>
          <a:solidFill>
            <a:schemeClr val="bg1">
              <a:alpha val="10000"/>
            </a:schemeClr>
          </a:solidFill>
        </p:spPr>
        <p:txBody>
          <a:bodyPr vert="horz" lIns="0" tIns="1463040" rIns="0" bIns="0" rtlCol="0">
            <a:noAutofit/>
          </a:bodyPr>
          <a:lstStyle>
            <a:lvl1pPr>
              <a:defRPr lang="en-US" dirty="0"/>
            </a:lvl1pPr>
          </a:lstStyle>
          <a:p>
            <a:pPr marL="0" lvl="0" indent="0" algn="ctr">
              <a:buNone/>
            </a:pPr>
            <a:r>
              <a:rPr lang="en-US" dirty="0"/>
              <a:t>To add your image, drag and drop it here </a:t>
            </a:r>
            <a:br>
              <a:rPr lang="en-US" dirty="0"/>
            </a:br>
            <a:r>
              <a:rPr lang="en-US" dirty="0"/>
              <a:t>or click the icon below</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sz="quarter" idx="11"/>
          </p:nvPr>
        </p:nvSpPr>
        <p:spPr/>
        <p:txBody>
          <a:bodyPr/>
          <a:lstStyle/>
          <a:p>
            <a:pPr defTabSz="814318">
              <a:defRPr/>
            </a:pPr>
            <a:r>
              <a:rPr lang="en-US"/>
              <a:t>Session ID: BRKSEC-XXXX</a:t>
            </a:r>
            <a:endParaRPr lang="en-US" dirty="0"/>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sz="quarter" idx="10"/>
          </p:nvPr>
        </p:nvSpPr>
        <p:spPr/>
        <p:txBody>
          <a:bodyPr/>
          <a:lstStyle/>
          <a:p>
            <a:fld id="{C3C42FAE-7A31-41D3-A712-51D9B15D0B10}" type="slidenum">
              <a:rPr lang="en-US" smtClean="0"/>
              <a:pPr/>
              <a:t>‹#›</a:t>
            </a:fld>
            <a:endParaRPr lang="en-US" dirty="0"/>
          </a:p>
        </p:txBody>
      </p:sp>
    </p:spTree>
    <p:extLst>
      <p:ext uri="{BB962C8B-B14F-4D97-AF65-F5344CB8AC3E}">
        <p14:creationId xmlns:p14="http://schemas.microsoft.com/office/powerpoint/2010/main" val="11802005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Full-bleed Photo, Titl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DCFD4AF9-7F36-FA7F-469A-A71DBA5AF531}"/>
              </a:ext>
            </a:extLst>
          </p:cNvPr>
          <p:cNvSpPr>
            <a:spLocks noGrp="1"/>
          </p:cNvSpPr>
          <p:nvPr>
            <p:ph type="pic" sz="quarter" idx="12" hasCustomPrompt="1"/>
          </p:nvPr>
        </p:nvSpPr>
        <p:spPr>
          <a:xfrm>
            <a:off x="0" y="0"/>
            <a:ext cx="12192000" cy="6858000"/>
          </a:xfrm>
          <a:prstGeom prst="roundRect">
            <a:avLst>
              <a:gd name="adj" fmla="val 0"/>
            </a:avLst>
          </a:prstGeom>
        </p:spPr>
        <p:txBody>
          <a:bodyPr tIns="2103120"/>
          <a:lstStyle>
            <a:lvl1pPr marL="0" indent="0" algn="ctr">
              <a:buNone/>
              <a:defRPr/>
            </a:lvl1pPr>
          </a:lstStyle>
          <a:p>
            <a:r>
              <a:rPr lang="en-US" dirty="0"/>
              <a:t>To add your image, drag and drop it here </a:t>
            </a:r>
            <a:br>
              <a:rPr lang="en-US" dirty="0"/>
            </a:br>
            <a:r>
              <a:rPr lang="en-US" dirty="0"/>
              <a:t>or click the icon below</a:t>
            </a:r>
          </a:p>
        </p:txBody>
      </p:sp>
      <p:sp>
        <p:nvSpPr>
          <p:cNvPr id="3" name="Title 2">
            <a:extLst>
              <a:ext uri="{FF2B5EF4-FFF2-40B4-BE49-F238E27FC236}">
                <a16:creationId xmlns:a16="http://schemas.microsoft.com/office/drawing/2014/main" id="{04349D14-3B3C-D0C6-6DFD-8321479B2C58}"/>
              </a:ext>
            </a:extLst>
          </p:cNvPr>
          <p:cNvSpPr>
            <a:spLocks noGrp="1"/>
          </p:cNvSpPr>
          <p:nvPr>
            <p:ph type="title"/>
          </p:nvPr>
        </p:nvSpPr>
        <p:spPr>
          <a:xfrm>
            <a:off x="1697038" y="952500"/>
            <a:ext cx="8794750" cy="917575"/>
          </a:xfrm>
        </p:spPr>
        <p:txBody>
          <a:bodyPr/>
          <a:lstStyle>
            <a:lvl1pPr algn="ctr">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DB168980-BFE5-40AF-63BF-9DB031B379C4}"/>
              </a:ext>
            </a:extLst>
          </p:cNvPr>
          <p:cNvSpPr>
            <a:spLocks noGrp="1"/>
          </p:cNvSpPr>
          <p:nvPr>
            <p:ph type="ftr" sz="quarter" idx="13"/>
          </p:nvPr>
        </p:nvSpPr>
        <p:spPr/>
        <p:txBody>
          <a:bodyPr/>
          <a:lstStyle/>
          <a:p>
            <a:pPr defTabSz="814318">
              <a:defRPr/>
            </a:pPr>
            <a:r>
              <a:rPr lang="en-US"/>
              <a:t>Session ID: BRKSEC-XXXX</a:t>
            </a:r>
            <a:endParaRPr lang="en-US" dirty="0"/>
          </a:p>
        </p:txBody>
      </p:sp>
      <p:sp>
        <p:nvSpPr>
          <p:cNvPr id="5" name="Slide Number Placeholder 4">
            <a:extLst>
              <a:ext uri="{FF2B5EF4-FFF2-40B4-BE49-F238E27FC236}">
                <a16:creationId xmlns:a16="http://schemas.microsoft.com/office/drawing/2014/main" id="{7E7B9760-CDAA-BC58-F236-F1837F40C2DB}"/>
              </a:ext>
            </a:extLst>
          </p:cNvPr>
          <p:cNvSpPr>
            <a:spLocks noGrp="1"/>
          </p:cNvSpPr>
          <p:nvPr>
            <p:ph type="sldNum" sz="quarter" idx="14"/>
          </p:nvPr>
        </p:nvSpPr>
        <p:spPr/>
        <p:txBody>
          <a:bodyPr/>
          <a:lstStyle/>
          <a:p>
            <a:fld id="{C3C42FAE-7A31-41D3-A712-51D9B15D0B10}" type="slidenum">
              <a:rPr lang="en-US" smtClean="0"/>
              <a:pPr/>
              <a:t>‹#›</a:t>
            </a:fld>
            <a:endParaRPr lang="en-US" dirty="0"/>
          </a:p>
        </p:txBody>
      </p:sp>
    </p:spTree>
    <p:extLst>
      <p:ext uri="{BB962C8B-B14F-4D97-AF65-F5344CB8AC3E}">
        <p14:creationId xmlns:p14="http://schemas.microsoft.com/office/powerpoint/2010/main" val="31473810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Full Bleed Photo, Titl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DCFD4AF9-7F36-FA7F-469A-A71DBA5AF531}"/>
              </a:ext>
            </a:extLst>
          </p:cNvPr>
          <p:cNvSpPr>
            <a:spLocks noGrp="1"/>
          </p:cNvSpPr>
          <p:nvPr>
            <p:ph type="pic" sz="quarter" idx="12" hasCustomPrompt="1"/>
          </p:nvPr>
        </p:nvSpPr>
        <p:spPr>
          <a:xfrm>
            <a:off x="0" y="0"/>
            <a:ext cx="12192000" cy="6858000"/>
          </a:xfrm>
          <a:prstGeom prst="roundRect">
            <a:avLst>
              <a:gd name="adj" fmla="val 0"/>
            </a:avLst>
          </a:prstGeom>
        </p:spPr>
        <p:txBody>
          <a:bodyPr tIns="2103120"/>
          <a:lstStyle>
            <a:lvl1pPr marL="0" indent="0" algn="ctr">
              <a:buNone/>
              <a:defRPr/>
            </a:lvl1pPr>
          </a:lstStyle>
          <a:p>
            <a:r>
              <a:rPr lang="en-US" dirty="0"/>
              <a:t>To add your image, drag and drop it here </a:t>
            </a:r>
            <a:br>
              <a:rPr lang="en-US" dirty="0"/>
            </a:br>
            <a:r>
              <a:rPr lang="en-US" dirty="0"/>
              <a:t>or click the icon below</a:t>
            </a:r>
          </a:p>
        </p:txBody>
      </p:sp>
      <p:sp>
        <p:nvSpPr>
          <p:cNvPr id="3" name="Title 2">
            <a:extLst>
              <a:ext uri="{FF2B5EF4-FFF2-40B4-BE49-F238E27FC236}">
                <a16:creationId xmlns:a16="http://schemas.microsoft.com/office/drawing/2014/main" id="{04349D14-3B3C-D0C6-6DFD-8321479B2C58}"/>
              </a:ext>
            </a:extLst>
          </p:cNvPr>
          <p:cNvSpPr>
            <a:spLocks noGrp="1"/>
          </p:cNvSpPr>
          <p:nvPr>
            <p:ph type="title"/>
          </p:nvPr>
        </p:nvSpPr>
        <p:spPr>
          <a:xfrm>
            <a:off x="722312" y="4540250"/>
            <a:ext cx="10747375" cy="1071563"/>
          </a:xfrm>
        </p:spPr>
        <p:txBody>
          <a:bodyPr anchor="b" anchorCtr="0"/>
          <a:lstStyle>
            <a:lvl1pPr algn="ctr">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0C5C7D8B-10D2-2133-F08F-266FA09AD876}"/>
              </a:ext>
            </a:extLst>
          </p:cNvPr>
          <p:cNvSpPr>
            <a:spLocks noGrp="1"/>
          </p:cNvSpPr>
          <p:nvPr>
            <p:ph type="ftr" sz="quarter" idx="14"/>
          </p:nvPr>
        </p:nvSpPr>
        <p:spPr/>
        <p:txBody>
          <a:bodyPr/>
          <a:lstStyle/>
          <a:p>
            <a:pPr defTabSz="814318">
              <a:defRPr/>
            </a:pPr>
            <a:r>
              <a:rPr lang="en-US"/>
              <a:t>Session ID: BRKSEC-XXXX</a:t>
            </a:r>
            <a:endParaRPr lang="en-US" dirty="0"/>
          </a:p>
        </p:txBody>
      </p:sp>
      <p:sp>
        <p:nvSpPr>
          <p:cNvPr id="7" name="Slide Number Placeholder 6">
            <a:extLst>
              <a:ext uri="{FF2B5EF4-FFF2-40B4-BE49-F238E27FC236}">
                <a16:creationId xmlns:a16="http://schemas.microsoft.com/office/drawing/2014/main" id="{705F3EDC-58FE-7AC5-F13A-6FDE8EDA836E}"/>
              </a:ext>
            </a:extLst>
          </p:cNvPr>
          <p:cNvSpPr>
            <a:spLocks noGrp="1"/>
          </p:cNvSpPr>
          <p:nvPr>
            <p:ph type="sldNum" sz="quarter" idx="15"/>
          </p:nvPr>
        </p:nvSpPr>
        <p:spPr/>
        <p:txBody>
          <a:bodyPr/>
          <a:lstStyle/>
          <a:p>
            <a:fld id="{C3C42FAE-7A31-41D3-A712-51D9B15D0B10}" type="slidenum">
              <a:rPr lang="en-US" smtClean="0"/>
              <a:pPr/>
              <a:t>‹#›</a:t>
            </a:fld>
            <a:endParaRPr lang="en-US" dirty="0"/>
          </a:p>
        </p:txBody>
      </p:sp>
    </p:spTree>
    <p:extLst>
      <p:ext uri="{BB962C8B-B14F-4D97-AF65-F5344CB8AC3E}">
        <p14:creationId xmlns:p14="http://schemas.microsoft.com/office/powerpoint/2010/main" val="253371372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p:cSld name="Full-bleed Photo, Section, Titl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DCFD4AF9-7F36-FA7F-469A-A71DBA5AF531}"/>
              </a:ext>
            </a:extLst>
          </p:cNvPr>
          <p:cNvSpPr>
            <a:spLocks noGrp="1"/>
          </p:cNvSpPr>
          <p:nvPr>
            <p:ph type="pic" sz="quarter" idx="12" hasCustomPrompt="1"/>
          </p:nvPr>
        </p:nvSpPr>
        <p:spPr>
          <a:xfrm>
            <a:off x="0" y="0"/>
            <a:ext cx="12192000" cy="6858000"/>
          </a:xfrm>
          <a:prstGeom prst="roundRect">
            <a:avLst>
              <a:gd name="adj" fmla="val 0"/>
            </a:avLst>
          </a:prstGeom>
        </p:spPr>
        <p:txBody>
          <a:bodyPr tIns="2103120"/>
          <a:lstStyle>
            <a:lvl1pPr marL="0" indent="0" algn="ctr">
              <a:buNone/>
              <a:defRPr/>
            </a:lvl1pPr>
          </a:lstStyle>
          <a:p>
            <a:r>
              <a:rPr lang="en-US" dirty="0"/>
              <a:t>To add your image, drag and drop it here </a:t>
            </a:r>
            <a:br>
              <a:rPr lang="en-US" dirty="0"/>
            </a:br>
            <a:r>
              <a:rPr lang="en-US" dirty="0"/>
              <a:t>or click the icon below</a:t>
            </a:r>
          </a:p>
        </p:txBody>
      </p:sp>
      <p:sp>
        <p:nvSpPr>
          <p:cNvPr id="4" name="Text Placeholder 3">
            <a:extLst>
              <a:ext uri="{FF2B5EF4-FFF2-40B4-BE49-F238E27FC236}">
                <a16:creationId xmlns:a16="http://schemas.microsoft.com/office/drawing/2014/main" id="{F8FE21AB-8C85-5F58-60F8-E68917124A6D}"/>
              </a:ext>
            </a:extLst>
          </p:cNvPr>
          <p:cNvSpPr>
            <a:spLocks noGrp="1"/>
          </p:cNvSpPr>
          <p:nvPr>
            <p:ph type="body" sz="quarter" idx="13" hasCustomPrompt="1"/>
          </p:nvPr>
        </p:nvSpPr>
        <p:spPr>
          <a:xfrm>
            <a:off x="1697038" y="-7937"/>
            <a:ext cx="8794750" cy="466344"/>
          </a:xfrm>
        </p:spPr>
        <p:txBody>
          <a:bodyPr anchor="b" anchorCtr="0"/>
          <a:lstStyle>
            <a:lvl1pPr marL="0" indent="0" algn="ctr">
              <a:buNone/>
              <a:defRPr sz="1200"/>
            </a:lvl1pPr>
            <a:lvl2pPr algn="ctr">
              <a:defRPr sz="1400"/>
            </a:lvl2pPr>
            <a:lvl3pPr algn="ctr">
              <a:defRPr sz="1200"/>
            </a:lvl3pPr>
            <a:lvl4pPr algn="ctr">
              <a:defRPr sz="1100"/>
            </a:lvl4pPr>
            <a:lvl5pPr algn="ctr">
              <a:defRPr sz="1050"/>
            </a:lvl5pPr>
          </a:lstStyle>
          <a:p>
            <a:pPr lvl="0"/>
            <a:r>
              <a:rPr lang="en-US" dirty="0"/>
              <a:t>Section title placeholder</a:t>
            </a:r>
          </a:p>
        </p:txBody>
      </p:sp>
      <p:sp>
        <p:nvSpPr>
          <p:cNvPr id="3" name="Title 2">
            <a:extLst>
              <a:ext uri="{FF2B5EF4-FFF2-40B4-BE49-F238E27FC236}">
                <a16:creationId xmlns:a16="http://schemas.microsoft.com/office/drawing/2014/main" id="{04349D14-3B3C-D0C6-6DFD-8321479B2C58}"/>
              </a:ext>
            </a:extLst>
          </p:cNvPr>
          <p:cNvSpPr>
            <a:spLocks noGrp="1"/>
          </p:cNvSpPr>
          <p:nvPr>
            <p:ph type="title"/>
          </p:nvPr>
        </p:nvSpPr>
        <p:spPr>
          <a:xfrm>
            <a:off x="1697038" y="952500"/>
            <a:ext cx="8794750" cy="917575"/>
          </a:xfrm>
        </p:spPr>
        <p:txBody>
          <a:bodyPr/>
          <a:lstStyle>
            <a:lvl1pPr algn="ctr">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0C5C7D8B-10D2-2133-F08F-266FA09AD876}"/>
              </a:ext>
            </a:extLst>
          </p:cNvPr>
          <p:cNvSpPr>
            <a:spLocks noGrp="1"/>
          </p:cNvSpPr>
          <p:nvPr>
            <p:ph type="ftr" sz="quarter" idx="14"/>
          </p:nvPr>
        </p:nvSpPr>
        <p:spPr/>
        <p:txBody>
          <a:bodyPr/>
          <a:lstStyle/>
          <a:p>
            <a:pPr defTabSz="814318">
              <a:defRPr/>
            </a:pPr>
            <a:r>
              <a:rPr lang="en-US"/>
              <a:t>Session ID: BRKSEC-XXXX</a:t>
            </a:r>
            <a:endParaRPr lang="en-US" dirty="0"/>
          </a:p>
        </p:txBody>
      </p:sp>
      <p:sp>
        <p:nvSpPr>
          <p:cNvPr id="7" name="Slide Number Placeholder 6">
            <a:extLst>
              <a:ext uri="{FF2B5EF4-FFF2-40B4-BE49-F238E27FC236}">
                <a16:creationId xmlns:a16="http://schemas.microsoft.com/office/drawing/2014/main" id="{705F3EDC-58FE-7AC5-F13A-6FDE8EDA836E}"/>
              </a:ext>
            </a:extLst>
          </p:cNvPr>
          <p:cNvSpPr>
            <a:spLocks noGrp="1"/>
          </p:cNvSpPr>
          <p:nvPr>
            <p:ph type="sldNum" sz="quarter" idx="15"/>
          </p:nvPr>
        </p:nvSpPr>
        <p:spPr/>
        <p:txBody>
          <a:bodyPr/>
          <a:lstStyle/>
          <a:p>
            <a:fld id="{C3C42FAE-7A31-41D3-A712-51D9B15D0B10}" type="slidenum">
              <a:rPr lang="en-US" smtClean="0"/>
              <a:pPr/>
              <a:t>‹#›</a:t>
            </a:fld>
            <a:endParaRPr lang="en-US" dirty="0"/>
          </a:p>
        </p:txBody>
      </p:sp>
    </p:spTree>
    <p:extLst>
      <p:ext uri="{BB962C8B-B14F-4D97-AF65-F5344CB8AC3E}">
        <p14:creationId xmlns:p14="http://schemas.microsoft.com/office/powerpoint/2010/main" val="11277193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p:cSld name="Full-bleed Photo, Section, Title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F8FE21AB-8C85-5F58-60F8-E68917124A6D}"/>
              </a:ext>
            </a:extLst>
          </p:cNvPr>
          <p:cNvSpPr>
            <a:spLocks noGrp="1"/>
          </p:cNvSpPr>
          <p:nvPr>
            <p:ph type="body" sz="quarter" idx="13" hasCustomPrompt="1"/>
          </p:nvPr>
        </p:nvSpPr>
        <p:spPr>
          <a:xfrm>
            <a:off x="1697038" y="-7937"/>
            <a:ext cx="8794750" cy="466344"/>
          </a:xfrm>
        </p:spPr>
        <p:txBody>
          <a:bodyPr anchor="b" anchorCtr="0"/>
          <a:lstStyle>
            <a:lvl1pPr marL="0" indent="0" algn="ctr">
              <a:buNone/>
              <a:defRPr sz="1200"/>
            </a:lvl1pPr>
            <a:lvl2pPr algn="ctr">
              <a:defRPr sz="1400"/>
            </a:lvl2pPr>
            <a:lvl3pPr algn="ctr">
              <a:defRPr sz="1200"/>
            </a:lvl3pPr>
            <a:lvl4pPr algn="ctr">
              <a:defRPr sz="1100"/>
            </a:lvl4pPr>
            <a:lvl5pPr algn="ctr">
              <a:defRPr sz="1050"/>
            </a:lvl5pPr>
          </a:lstStyle>
          <a:p>
            <a:pPr lvl="0"/>
            <a:r>
              <a:rPr lang="en-US" dirty="0"/>
              <a:t>Section title placeholder</a:t>
            </a:r>
          </a:p>
        </p:txBody>
      </p:sp>
      <p:sp>
        <p:nvSpPr>
          <p:cNvPr id="3" name="Title 2">
            <a:extLst>
              <a:ext uri="{FF2B5EF4-FFF2-40B4-BE49-F238E27FC236}">
                <a16:creationId xmlns:a16="http://schemas.microsoft.com/office/drawing/2014/main" id="{04349D14-3B3C-D0C6-6DFD-8321479B2C58}"/>
              </a:ext>
            </a:extLst>
          </p:cNvPr>
          <p:cNvSpPr>
            <a:spLocks noGrp="1"/>
          </p:cNvSpPr>
          <p:nvPr>
            <p:ph type="title"/>
          </p:nvPr>
        </p:nvSpPr>
        <p:spPr>
          <a:xfrm>
            <a:off x="1697038" y="952500"/>
            <a:ext cx="8794750" cy="917575"/>
          </a:xfrm>
        </p:spPr>
        <p:txBody>
          <a:bodyPr/>
          <a:lstStyle>
            <a:lvl1pPr algn="ctr">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0C5C7D8B-10D2-2133-F08F-266FA09AD876}"/>
              </a:ext>
            </a:extLst>
          </p:cNvPr>
          <p:cNvSpPr>
            <a:spLocks noGrp="1"/>
          </p:cNvSpPr>
          <p:nvPr>
            <p:ph type="ftr" sz="quarter" idx="14"/>
          </p:nvPr>
        </p:nvSpPr>
        <p:spPr/>
        <p:txBody>
          <a:bodyPr/>
          <a:lstStyle/>
          <a:p>
            <a:pPr defTabSz="814318">
              <a:defRPr/>
            </a:pPr>
            <a:r>
              <a:rPr lang="en-US"/>
              <a:t>Session ID: BRKSEC-XXXX</a:t>
            </a:r>
            <a:endParaRPr lang="en-US" dirty="0"/>
          </a:p>
        </p:txBody>
      </p:sp>
      <p:sp>
        <p:nvSpPr>
          <p:cNvPr id="7" name="Slide Number Placeholder 6">
            <a:extLst>
              <a:ext uri="{FF2B5EF4-FFF2-40B4-BE49-F238E27FC236}">
                <a16:creationId xmlns:a16="http://schemas.microsoft.com/office/drawing/2014/main" id="{705F3EDC-58FE-7AC5-F13A-6FDE8EDA836E}"/>
              </a:ext>
            </a:extLst>
          </p:cNvPr>
          <p:cNvSpPr>
            <a:spLocks noGrp="1"/>
          </p:cNvSpPr>
          <p:nvPr>
            <p:ph type="sldNum" sz="quarter" idx="15"/>
          </p:nvPr>
        </p:nvSpPr>
        <p:spPr/>
        <p:txBody>
          <a:bodyPr/>
          <a:lstStyle/>
          <a:p>
            <a:fld id="{C3C42FAE-7A31-41D3-A712-51D9B15D0B10}" type="slidenum">
              <a:rPr lang="en-US" smtClean="0"/>
              <a:pPr/>
              <a:t>‹#›</a:t>
            </a:fld>
            <a:endParaRPr lang="en-US" dirty="0"/>
          </a:p>
        </p:txBody>
      </p:sp>
    </p:spTree>
    <p:extLst>
      <p:ext uri="{BB962C8B-B14F-4D97-AF65-F5344CB8AC3E}">
        <p14:creationId xmlns:p14="http://schemas.microsoft.com/office/powerpoint/2010/main" val="32065979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p:cSld name="Upper 2/3 Photo, Section, Title">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DCFD4AF9-7F36-FA7F-469A-A71DBA5AF531}"/>
              </a:ext>
            </a:extLst>
          </p:cNvPr>
          <p:cNvSpPr>
            <a:spLocks noGrp="1"/>
          </p:cNvSpPr>
          <p:nvPr>
            <p:ph type="pic" sz="quarter" idx="12" hasCustomPrompt="1"/>
          </p:nvPr>
        </p:nvSpPr>
        <p:spPr>
          <a:xfrm>
            <a:off x="0" y="0"/>
            <a:ext cx="12192000" cy="4675188"/>
          </a:xfrm>
          <a:prstGeom prst="roundRect">
            <a:avLst>
              <a:gd name="adj" fmla="val 0"/>
            </a:avLst>
          </a:prstGeom>
          <a:solidFill>
            <a:schemeClr val="bg1">
              <a:alpha val="10000"/>
            </a:schemeClr>
          </a:solidFill>
        </p:spPr>
        <p:txBody>
          <a:bodyPr vert="horz" lIns="0" tIns="1463040" rIns="0" bIns="0" rtlCol="0">
            <a:noAutofit/>
          </a:bodyPr>
          <a:lstStyle>
            <a:lvl1pPr>
              <a:defRPr lang="en-US" dirty="0"/>
            </a:lvl1pPr>
          </a:lstStyle>
          <a:p>
            <a:pPr marL="0" lvl="0" indent="0" algn="ctr">
              <a:buNone/>
            </a:pPr>
            <a:r>
              <a:rPr lang="en-US" dirty="0"/>
              <a:t>To add your image, drag and drop it here </a:t>
            </a:r>
            <a:br>
              <a:rPr lang="en-US" dirty="0"/>
            </a:br>
            <a:r>
              <a:rPr lang="en-US" dirty="0"/>
              <a:t>or click the icon below</a:t>
            </a:r>
          </a:p>
        </p:txBody>
      </p:sp>
      <p:sp>
        <p:nvSpPr>
          <p:cNvPr id="4" name="Text Placeholder 3">
            <a:extLst>
              <a:ext uri="{FF2B5EF4-FFF2-40B4-BE49-F238E27FC236}">
                <a16:creationId xmlns:a16="http://schemas.microsoft.com/office/drawing/2014/main" id="{F8FE21AB-8C85-5F58-60F8-E68917124A6D}"/>
              </a:ext>
            </a:extLst>
          </p:cNvPr>
          <p:cNvSpPr>
            <a:spLocks noGrp="1"/>
          </p:cNvSpPr>
          <p:nvPr>
            <p:ph type="body" sz="quarter" idx="13" hasCustomPrompt="1"/>
          </p:nvPr>
        </p:nvSpPr>
        <p:spPr>
          <a:xfrm>
            <a:off x="323850" y="-7937"/>
            <a:ext cx="8612188" cy="466344"/>
          </a:xfrm>
        </p:spPr>
        <p:txBody>
          <a:bodyPr anchor="b" anchorCtr="0"/>
          <a:lstStyle>
            <a:lvl1pPr marL="0" indent="0" algn="l">
              <a:buNone/>
              <a:defRPr sz="1200"/>
            </a:lvl1pPr>
            <a:lvl2pPr algn="ctr">
              <a:defRPr sz="1400"/>
            </a:lvl2pPr>
            <a:lvl3pPr algn="ctr">
              <a:defRPr sz="1200"/>
            </a:lvl3pPr>
            <a:lvl4pPr algn="ctr">
              <a:defRPr sz="1100"/>
            </a:lvl4pPr>
            <a:lvl5pPr algn="ctr">
              <a:defRPr sz="1050"/>
            </a:lvl5pPr>
          </a:lstStyle>
          <a:p>
            <a:pPr lvl="0"/>
            <a:r>
              <a:rPr lang="en-US" dirty="0"/>
              <a:t>Section title placeholder</a:t>
            </a:r>
          </a:p>
        </p:txBody>
      </p:sp>
      <p:sp>
        <p:nvSpPr>
          <p:cNvPr id="3" name="Title 2">
            <a:extLst>
              <a:ext uri="{FF2B5EF4-FFF2-40B4-BE49-F238E27FC236}">
                <a16:creationId xmlns:a16="http://schemas.microsoft.com/office/drawing/2014/main" id="{04349D14-3B3C-D0C6-6DFD-8321479B2C58}"/>
              </a:ext>
            </a:extLst>
          </p:cNvPr>
          <p:cNvSpPr>
            <a:spLocks noGrp="1"/>
          </p:cNvSpPr>
          <p:nvPr>
            <p:ph type="title"/>
          </p:nvPr>
        </p:nvSpPr>
        <p:spPr>
          <a:xfrm>
            <a:off x="323850" y="5003800"/>
            <a:ext cx="8612188" cy="1071563"/>
          </a:xfrm>
        </p:spPr>
        <p:txBody>
          <a:bodyPr/>
          <a:lstStyle>
            <a:lvl1pPr algn="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0C5C7D8B-10D2-2133-F08F-266FA09AD876}"/>
              </a:ext>
            </a:extLst>
          </p:cNvPr>
          <p:cNvSpPr>
            <a:spLocks noGrp="1"/>
          </p:cNvSpPr>
          <p:nvPr>
            <p:ph type="ftr" sz="quarter" idx="14"/>
          </p:nvPr>
        </p:nvSpPr>
        <p:spPr/>
        <p:txBody>
          <a:bodyPr/>
          <a:lstStyle/>
          <a:p>
            <a:pPr defTabSz="814318">
              <a:defRPr/>
            </a:pPr>
            <a:r>
              <a:rPr lang="en-US"/>
              <a:t>Session ID: BRKSEC-XXXX</a:t>
            </a:r>
            <a:endParaRPr lang="en-US" dirty="0"/>
          </a:p>
        </p:txBody>
      </p:sp>
      <p:sp>
        <p:nvSpPr>
          <p:cNvPr id="7" name="Slide Number Placeholder 6">
            <a:extLst>
              <a:ext uri="{FF2B5EF4-FFF2-40B4-BE49-F238E27FC236}">
                <a16:creationId xmlns:a16="http://schemas.microsoft.com/office/drawing/2014/main" id="{705F3EDC-58FE-7AC5-F13A-6FDE8EDA836E}"/>
              </a:ext>
            </a:extLst>
          </p:cNvPr>
          <p:cNvSpPr>
            <a:spLocks noGrp="1"/>
          </p:cNvSpPr>
          <p:nvPr>
            <p:ph type="sldNum" sz="quarter" idx="15"/>
          </p:nvPr>
        </p:nvSpPr>
        <p:spPr/>
        <p:txBody>
          <a:bodyPr/>
          <a:lstStyle/>
          <a:p>
            <a:fld id="{C3C42FAE-7A31-41D3-A712-51D9B15D0B10}" type="slidenum">
              <a:rPr lang="en-US" smtClean="0"/>
              <a:pPr/>
              <a:t>‹#›</a:t>
            </a:fld>
            <a:endParaRPr lang="en-US" dirty="0"/>
          </a:p>
        </p:txBody>
      </p:sp>
    </p:spTree>
    <p:extLst>
      <p:ext uri="{BB962C8B-B14F-4D97-AF65-F5344CB8AC3E}">
        <p14:creationId xmlns:p14="http://schemas.microsoft.com/office/powerpoint/2010/main" val="22892887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p:cSld name="Quote 1">
    <p:spTree>
      <p:nvGrpSpPr>
        <p:cNvPr id="1" name=""/>
        <p:cNvGrpSpPr/>
        <p:nvPr/>
      </p:nvGrpSpPr>
      <p:grpSpPr>
        <a:xfrm>
          <a:off x="0" y="0"/>
          <a:ext cx="0" cy="0"/>
          <a:chOff x="0" y="0"/>
          <a:chExt cx="0" cy="0"/>
        </a:xfrm>
      </p:grpSpPr>
      <p:sp>
        <p:nvSpPr>
          <p:cNvPr id="6" name="Graphic 4" descr="Quotation Mark">
            <a:extLst>
              <a:ext uri="{FF2B5EF4-FFF2-40B4-BE49-F238E27FC236}">
                <a16:creationId xmlns:a16="http://schemas.microsoft.com/office/drawing/2014/main" id="{4B52BC46-48EA-B916-39B5-C5FF3FB612BC}"/>
              </a:ext>
            </a:extLst>
          </p:cNvPr>
          <p:cNvSpPr/>
          <p:nvPr/>
        </p:nvSpPr>
        <p:spPr>
          <a:xfrm>
            <a:off x="5731161" y="1132840"/>
            <a:ext cx="516694" cy="416701"/>
          </a:xfrm>
          <a:custGeom>
            <a:avLst/>
            <a:gdLst>
              <a:gd name="connsiteX0" fmla="*/ 418890 w 728197"/>
              <a:gd name="connsiteY0" fmla="*/ 587273 h 587273"/>
              <a:gd name="connsiteX1" fmla="*/ 383998 w 728197"/>
              <a:gd name="connsiteY1" fmla="*/ 552884 h 587273"/>
              <a:gd name="connsiteX2" fmla="*/ 383998 w 728197"/>
              <a:gd name="connsiteY2" fmla="*/ 552793 h 587273"/>
              <a:gd name="connsiteX3" fmla="*/ 383998 w 728197"/>
              <a:gd name="connsiteY3" fmla="*/ 367917 h 587273"/>
              <a:gd name="connsiteX4" fmla="*/ 513570 w 728197"/>
              <a:gd name="connsiteY4" fmla="*/ 79508 h 587273"/>
              <a:gd name="connsiteX5" fmla="*/ 728198 w 728197"/>
              <a:gd name="connsiteY5" fmla="*/ 0 h 587273"/>
              <a:gd name="connsiteX6" fmla="*/ 728198 w 728197"/>
              <a:gd name="connsiteY6" fmla="*/ 134713 h 587273"/>
              <a:gd name="connsiteX7" fmla="*/ 583354 w 728197"/>
              <a:gd name="connsiteY7" fmla="*/ 316104 h 587273"/>
              <a:gd name="connsiteX8" fmla="*/ 658414 w 728197"/>
              <a:gd name="connsiteY8" fmla="*/ 316104 h 587273"/>
              <a:gd name="connsiteX9" fmla="*/ 693398 w 728197"/>
              <a:gd name="connsiteY9" fmla="*/ 350585 h 587273"/>
              <a:gd name="connsiteX10" fmla="*/ 693398 w 728197"/>
              <a:gd name="connsiteY10" fmla="*/ 350677 h 587273"/>
              <a:gd name="connsiteX11" fmla="*/ 693398 w 728197"/>
              <a:gd name="connsiteY11" fmla="*/ 552426 h 587273"/>
              <a:gd name="connsiteX12" fmla="*/ 658599 w 728197"/>
              <a:gd name="connsiteY12" fmla="*/ 586907 h 587273"/>
              <a:gd name="connsiteX13" fmla="*/ 658506 w 728197"/>
              <a:gd name="connsiteY13" fmla="*/ 586907 h 587273"/>
              <a:gd name="connsiteX14" fmla="*/ 34892 w 728197"/>
              <a:gd name="connsiteY14" fmla="*/ 587273 h 587273"/>
              <a:gd name="connsiteX15" fmla="*/ 0 w 728197"/>
              <a:gd name="connsiteY15" fmla="*/ 552884 h 587273"/>
              <a:gd name="connsiteX16" fmla="*/ 0 w 728197"/>
              <a:gd name="connsiteY16" fmla="*/ 552793 h 587273"/>
              <a:gd name="connsiteX17" fmla="*/ 0 w 728197"/>
              <a:gd name="connsiteY17" fmla="*/ 367917 h 587273"/>
              <a:gd name="connsiteX18" fmla="*/ 129573 w 728197"/>
              <a:gd name="connsiteY18" fmla="*/ 79508 h 587273"/>
              <a:gd name="connsiteX19" fmla="*/ 344200 w 728197"/>
              <a:gd name="connsiteY19" fmla="*/ 0 h 587273"/>
              <a:gd name="connsiteX20" fmla="*/ 344200 w 728197"/>
              <a:gd name="connsiteY20" fmla="*/ 134713 h 587273"/>
              <a:gd name="connsiteX21" fmla="*/ 198986 w 728197"/>
              <a:gd name="connsiteY21" fmla="*/ 316104 h 587273"/>
              <a:gd name="connsiteX22" fmla="*/ 274046 w 728197"/>
              <a:gd name="connsiteY22" fmla="*/ 316104 h 587273"/>
              <a:gd name="connsiteX23" fmla="*/ 308938 w 728197"/>
              <a:gd name="connsiteY23" fmla="*/ 350677 h 587273"/>
              <a:gd name="connsiteX24" fmla="*/ 308938 w 728197"/>
              <a:gd name="connsiteY24" fmla="*/ 552426 h 587273"/>
              <a:gd name="connsiteX25" fmla="*/ 274138 w 728197"/>
              <a:gd name="connsiteY25" fmla="*/ 586907 h 587273"/>
              <a:gd name="connsiteX26" fmla="*/ 274046 w 728197"/>
              <a:gd name="connsiteY26" fmla="*/ 586907 h 5872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728197" h="587273">
                <a:moveTo>
                  <a:pt x="418890" y="587273"/>
                </a:moveTo>
                <a:cubicBezTo>
                  <a:pt x="399670" y="587324"/>
                  <a:pt x="384048" y="571928"/>
                  <a:pt x="383998" y="552884"/>
                </a:cubicBezTo>
                <a:cubicBezTo>
                  <a:pt x="383998" y="552854"/>
                  <a:pt x="383998" y="552823"/>
                  <a:pt x="383998" y="552793"/>
                </a:cubicBezTo>
                <a:lnTo>
                  <a:pt x="383998" y="367917"/>
                </a:lnTo>
                <a:cubicBezTo>
                  <a:pt x="383998" y="240082"/>
                  <a:pt x="427189" y="143945"/>
                  <a:pt x="513570" y="79508"/>
                </a:cubicBezTo>
                <a:cubicBezTo>
                  <a:pt x="571693" y="35795"/>
                  <a:pt x="643235" y="9292"/>
                  <a:pt x="728198" y="0"/>
                </a:cubicBezTo>
                <a:lnTo>
                  <a:pt x="728198" y="134713"/>
                </a:lnTo>
                <a:cubicBezTo>
                  <a:pt x="631694" y="155439"/>
                  <a:pt x="583419" y="215902"/>
                  <a:pt x="583354" y="316104"/>
                </a:cubicBezTo>
                <a:lnTo>
                  <a:pt x="658414" y="316104"/>
                </a:lnTo>
                <a:cubicBezTo>
                  <a:pt x="677683" y="316054"/>
                  <a:pt x="693343" y="331491"/>
                  <a:pt x="693398" y="350585"/>
                </a:cubicBezTo>
                <a:cubicBezTo>
                  <a:pt x="693398" y="350615"/>
                  <a:pt x="693398" y="350646"/>
                  <a:pt x="693398" y="350677"/>
                </a:cubicBezTo>
                <a:lnTo>
                  <a:pt x="693398" y="552426"/>
                </a:lnTo>
                <a:cubicBezTo>
                  <a:pt x="693398" y="571469"/>
                  <a:pt x="677822" y="586907"/>
                  <a:pt x="658599" y="586907"/>
                </a:cubicBezTo>
                <a:cubicBezTo>
                  <a:pt x="658571" y="586907"/>
                  <a:pt x="658534" y="586907"/>
                  <a:pt x="658506" y="586907"/>
                </a:cubicBezTo>
                <a:close/>
                <a:moveTo>
                  <a:pt x="34892" y="587273"/>
                </a:moveTo>
                <a:cubicBezTo>
                  <a:pt x="15673" y="587324"/>
                  <a:pt x="51" y="571928"/>
                  <a:pt x="0" y="552884"/>
                </a:cubicBezTo>
                <a:cubicBezTo>
                  <a:pt x="0" y="552854"/>
                  <a:pt x="0" y="552823"/>
                  <a:pt x="0" y="552793"/>
                </a:cubicBezTo>
                <a:lnTo>
                  <a:pt x="0" y="367917"/>
                </a:lnTo>
                <a:cubicBezTo>
                  <a:pt x="0" y="240082"/>
                  <a:pt x="43191" y="143945"/>
                  <a:pt x="129573" y="79508"/>
                </a:cubicBezTo>
                <a:cubicBezTo>
                  <a:pt x="187695" y="35795"/>
                  <a:pt x="259238" y="9292"/>
                  <a:pt x="344200" y="0"/>
                </a:cubicBezTo>
                <a:lnTo>
                  <a:pt x="344200" y="134713"/>
                </a:lnTo>
                <a:cubicBezTo>
                  <a:pt x="247391" y="155439"/>
                  <a:pt x="198986" y="215902"/>
                  <a:pt x="198986" y="316104"/>
                </a:cubicBezTo>
                <a:lnTo>
                  <a:pt x="274046" y="316104"/>
                </a:lnTo>
                <a:cubicBezTo>
                  <a:pt x="293316" y="316104"/>
                  <a:pt x="308938" y="331583"/>
                  <a:pt x="308938" y="350677"/>
                </a:cubicBezTo>
                <a:lnTo>
                  <a:pt x="308938" y="552426"/>
                </a:lnTo>
                <a:cubicBezTo>
                  <a:pt x="308938" y="571469"/>
                  <a:pt x="293358" y="586907"/>
                  <a:pt x="274138" y="586907"/>
                </a:cubicBezTo>
                <a:cubicBezTo>
                  <a:pt x="274108" y="586907"/>
                  <a:pt x="274076" y="586907"/>
                  <a:pt x="274046" y="586907"/>
                </a:cubicBezTo>
                <a:close/>
              </a:path>
            </a:pathLst>
          </a:custGeom>
          <a:noFill/>
          <a:ln w="15875" cap="flat">
            <a:gradFill flip="none" rotWithShape="1">
              <a:gsLst>
                <a:gs pos="0">
                  <a:schemeClr val="accent1"/>
                </a:gs>
                <a:gs pos="100000">
                  <a:schemeClr val="accent2"/>
                </a:gs>
              </a:gsLst>
              <a:lin ang="2700000" scaled="1"/>
              <a:tileRect/>
            </a:gradFill>
            <a:prstDash val="solid"/>
            <a:miter/>
          </a:ln>
        </p:spPr>
        <p:txBody>
          <a:bodyPr rtlCol="0" anchor="ctr"/>
          <a:lstStyle/>
          <a:p>
            <a:endParaRPr lang="en-US" dirty="0">
              <a:gradFill>
                <a:gsLst>
                  <a:gs pos="0">
                    <a:srgbClr val="009DE2"/>
                  </a:gs>
                  <a:gs pos="100000">
                    <a:schemeClr val="accent2"/>
                  </a:gs>
                </a:gsLst>
                <a:lin ang="2700000" scaled="1"/>
              </a:gradFill>
            </a:endParaRPr>
          </a:p>
        </p:txBody>
      </p:sp>
      <p:sp>
        <p:nvSpPr>
          <p:cNvPr id="2" name="Title 1">
            <a:extLst>
              <a:ext uri="{FF2B5EF4-FFF2-40B4-BE49-F238E27FC236}">
                <a16:creationId xmlns:a16="http://schemas.microsoft.com/office/drawing/2014/main" id="{BC368BC5-9F97-A637-CA24-35B03B63AA5A}"/>
              </a:ext>
            </a:extLst>
          </p:cNvPr>
          <p:cNvSpPr>
            <a:spLocks noGrp="1"/>
          </p:cNvSpPr>
          <p:nvPr>
            <p:ph type="title" hasCustomPrompt="1"/>
          </p:nvPr>
        </p:nvSpPr>
        <p:spPr>
          <a:xfrm>
            <a:off x="1697038" y="1876424"/>
            <a:ext cx="8794750" cy="2174875"/>
          </a:xfrm>
        </p:spPr>
        <p:txBody>
          <a:bodyPr/>
          <a:lstStyle>
            <a:lvl1pPr algn="ctr">
              <a:defRPr sz="4000"/>
            </a:lvl1pPr>
          </a:lstStyle>
          <a:p>
            <a:r>
              <a:rPr lang="en-US" dirty="0"/>
              <a:t>Quote slide 1, </a:t>
            </a:r>
            <a:r>
              <a:rPr lang="en-GB" dirty="0"/>
              <a:t>Lorem ipsum </a:t>
            </a:r>
            <a:r>
              <a:rPr lang="en-GB" dirty="0" err="1"/>
              <a:t>dolor</a:t>
            </a:r>
            <a:r>
              <a:rPr lang="en-GB" dirty="0"/>
              <a:t> sit </a:t>
            </a:r>
            <a:r>
              <a:rPr lang="en-GB" dirty="0" err="1"/>
              <a:t>amet</a:t>
            </a:r>
            <a:r>
              <a:rPr lang="en-GB" dirty="0"/>
              <a:t>, </a:t>
            </a:r>
            <a:r>
              <a:rPr lang="en-GB" dirty="0" err="1"/>
              <a:t>consectetuer</a:t>
            </a:r>
            <a:r>
              <a:rPr lang="en-GB" dirty="0"/>
              <a:t> </a:t>
            </a:r>
            <a:r>
              <a:rPr lang="en-GB" dirty="0" err="1"/>
              <a:t>adipiscing</a:t>
            </a:r>
            <a:r>
              <a:rPr lang="en-GB" dirty="0"/>
              <a:t> </a:t>
            </a:r>
            <a:r>
              <a:rPr lang="en-GB" dirty="0" err="1"/>
              <a:t>elit</a:t>
            </a:r>
            <a:r>
              <a:rPr lang="en-GB" dirty="0"/>
              <a:t>, </a:t>
            </a:r>
            <a:r>
              <a:rPr lang="en-GB" dirty="0" err="1"/>
              <a:t>sed</a:t>
            </a:r>
            <a:r>
              <a:rPr lang="en-GB" dirty="0"/>
              <a:t> </a:t>
            </a:r>
            <a:r>
              <a:rPr lang="en-GB" dirty="0" err="1"/>
              <a:t>diam</a:t>
            </a:r>
            <a:r>
              <a:rPr lang="en-GB" dirty="0"/>
              <a:t> </a:t>
            </a:r>
            <a:r>
              <a:rPr lang="en-GB" dirty="0" err="1"/>
              <a:t>nonummy</a:t>
            </a:r>
            <a:r>
              <a:rPr lang="en-GB" dirty="0"/>
              <a:t> </a:t>
            </a:r>
            <a:r>
              <a:rPr lang="en-GB" dirty="0" err="1"/>
              <a:t>nibh</a:t>
            </a:r>
            <a:r>
              <a:rPr lang="en-GB" dirty="0"/>
              <a:t> </a:t>
            </a:r>
            <a:r>
              <a:rPr lang="en-GB" dirty="0" err="1"/>
              <a:t>euismod</a:t>
            </a:r>
            <a:r>
              <a:rPr lang="en-GB" dirty="0"/>
              <a:t> </a:t>
            </a:r>
            <a:r>
              <a:rPr lang="en-GB" dirty="0" err="1"/>
              <a:t>tincidunt</a:t>
            </a:r>
            <a:r>
              <a:rPr lang="en-GB" dirty="0"/>
              <a:t> </a:t>
            </a:r>
            <a:r>
              <a:rPr lang="en-GB" dirty="0" err="1"/>
              <a:t>ut</a:t>
            </a:r>
            <a:r>
              <a:rPr lang="en-GB" dirty="0"/>
              <a:t> </a:t>
            </a:r>
            <a:r>
              <a:rPr lang="en-GB" dirty="0" err="1"/>
              <a:t>laoreet</a:t>
            </a:r>
            <a:r>
              <a:rPr lang="en-GB" dirty="0"/>
              <a:t> dolore</a:t>
            </a:r>
            <a:endParaRPr lang="en-US" dirty="0"/>
          </a:p>
        </p:txBody>
      </p:sp>
      <p:sp>
        <p:nvSpPr>
          <p:cNvPr id="7" name="Text Placeholder 6">
            <a:extLst>
              <a:ext uri="{FF2B5EF4-FFF2-40B4-BE49-F238E27FC236}">
                <a16:creationId xmlns:a16="http://schemas.microsoft.com/office/drawing/2014/main" id="{FE765B2C-5060-1909-C557-ADA0DD5D99D3}"/>
              </a:ext>
            </a:extLst>
          </p:cNvPr>
          <p:cNvSpPr>
            <a:spLocks noGrp="1"/>
          </p:cNvSpPr>
          <p:nvPr>
            <p:ph type="body" sz="quarter" idx="12" hasCustomPrompt="1"/>
          </p:nvPr>
        </p:nvSpPr>
        <p:spPr>
          <a:xfrm>
            <a:off x="1697038" y="4360863"/>
            <a:ext cx="8794750" cy="625475"/>
          </a:xfrm>
        </p:spPr>
        <p:txBody>
          <a:bodyPr/>
          <a:lstStyle>
            <a:lvl1pPr marL="0" indent="0" algn="ctr">
              <a:lnSpc>
                <a:spcPct val="110000"/>
              </a:lnSpc>
              <a:spcAft>
                <a:spcPts val="0"/>
              </a:spcAft>
              <a:buNone/>
              <a:defRPr sz="2000"/>
            </a:lvl1pPr>
          </a:lstStyle>
          <a:p>
            <a:pPr lvl="0"/>
            <a:r>
              <a:rPr lang="en-US" dirty="0"/>
              <a:t>Speaker Name</a:t>
            </a:r>
          </a:p>
          <a:p>
            <a:pPr lvl="0"/>
            <a:r>
              <a:rPr lang="en-US" dirty="0"/>
              <a:t>Speaker Role</a:t>
            </a:r>
          </a:p>
        </p:txBody>
      </p:sp>
      <p:sp>
        <p:nvSpPr>
          <p:cNvPr id="3" name="Footer Placeholder 2">
            <a:extLst>
              <a:ext uri="{FF2B5EF4-FFF2-40B4-BE49-F238E27FC236}">
                <a16:creationId xmlns:a16="http://schemas.microsoft.com/office/drawing/2014/main" id="{54CFFC5C-7657-95D9-3E3C-A05AC680CBA5}"/>
              </a:ext>
            </a:extLst>
          </p:cNvPr>
          <p:cNvSpPr>
            <a:spLocks noGrp="1"/>
          </p:cNvSpPr>
          <p:nvPr>
            <p:ph type="ftr" sz="quarter" idx="10"/>
          </p:nvPr>
        </p:nvSpPr>
        <p:spPr/>
        <p:txBody>
          <a:bodyPr/>
          <a:lstStyle/>
          <a:p>
            <a:pPr defTabSz="814318">
              <a:defRPr/>
            </a:pPr>
            <a:r>
              <a:rPr lang="en-US" dirty="0"/>
              <a:t>Session ID: BRKSEC-XXXX</a:t>
            </a:r>
          </a:p>
        </p:txBody>
      </p:sp>
      <p:sp>
        <p:nvSpPr>
          <p:cNvPr id="4" name="Slide Number Placeholder 3">
            <a:extLst>
              <a:ext uri="{FF2B5EF4-FFF2-40B4-BE49-F238E27FC236}">
                <a16:creationId xmlns:a16="http://schemas.microsoft.com/office/drawing/2014/main" id="{AA999777-CA26-AFF0-62B3-9D957F6FDE0C}"/>
              </a:ext>
            </a:extLst>
          </p:cNvPr>
          <p:cNvSpPr>
            <a:spLocks noGrp="1"/>
          </p:cNvSpPr>
          <p:nvPr>
            <p:ph type="sldNum" sz="quarter" idx="11"/>
          </p:nvPr>
        </p:nvSpPr>
        <p:spPr/>
        <p:txBody>
          <a:bodyPr/>
          <a:lstStyle/>
          <a:p>
            <a:fld id="{C3C42FAE-7A31-41D3-A712-51D9B15D0B10}" type="slidenum">
              <a:rPr lang="en-US" smtClean="0"/>
              <a:pPr/>
              <a:t>‹#›</a:t>
            </a:fld>
            <a:endParaRPr lang="en-US" dirty="0"/>
          </a:p>
        </p:txBody>
      </p:sp>
    </p:spTree>
    <p:extLst>
      <p:ext uri="{BB962C8B-B14F-4D97-AF65-F5344CB8AC3E}">
        <p14:creationId xmlns:p14="http://schemas.microsoft.com/office/powerpoint/2010/main" val="250606967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p:cSld name="Quote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Graphic 4" descr="Quotation Mark">
            <a:extLst>
              <a:ext uri="{FF2B5EF4-FFF2-40B4-BE49-F238E27FC236}">
                <a16:creationId xmlns:a16="http://schemas.microsoft.com/office/drawing/2014/main" id="{4B52BC46-48EA-B916-39B5-C5FF3FB612BC}"/>
              </a:ext>
            </a:extLst>
          </p:cNvPr>
          <p:cNvSpPr/>
          <p:nvPr/>
        </p:nvSpPr>
        <p:spPr>
          <a:xfrm>
            <a:off x="5731161" y="963295"/>
            <a:ext cx="516694" cy="416701"/>
          </a:xfrm>
          <a:custGeom>
            <a:avLst/>
            <a:gdLst>
              <a:gd name="connsiteX0" fmla="*/ 418890 w 728197"/>
              <a:gd name="connsiteY0" fmla="*/ 587273 h 587273"/>
              <a:gd name="connsiteX1" fmla="*/ 383998 w 728197"/>
              <a:gd name="connsiteY1" fmla="*/ 552884 h 587273"/>
              <a:gd name="connsiteX2" fmla="*/ 383998 w 728197"/>
              <a:gd name="connsiteY2" fmla="*/ 552793 h 587273"/>
              <a:gd name="connsiteX3" fmla="*/ 383998 w 728197"/>
              <a:gd name="connsiteY3" fmla="*/ 367917 h 587273"/>
              <a:gd name="connsiteX4" fmla="*/ 513570 w 728197"/>
              <a:gd name="connsiteY4" fmla="*/ 79508 h 587273"/>
              <a:gd name="connsiteX5" fmla="*/ 728198 w 728197"/>
              <a:gd name="connsiteY5" fmla="*/ 0 h 587273"/>
              <a:gd name="connsiteX6" fmla="*/ 728198 w 728197"/>
              <a:gd name="connsiteY6" fmla="*/ 134713 h 587273"/>
              <a:gd name="connsiteX7" fmla="*/ 583354 w 728197"/>
              <a:gd name="connsiteY7" fmla="*/ 316104 h 587273"/>
              <a:gd name="connsiteX8" fmla="*/ 658414 w 728197"/>
              <a:gd name="connsiteY8" fmla="*/ 316104 h 587273"/>
              <a:gd name="connsiteX9" fmla="*/ 693398 w 728197"/>
              <a:gd name="connsiteY9" fmla="*/ 350585 h 587273"/>
              <a:gd name="connsiteX10" fmla="*/ 693398 w 728197"/>
              <a:gd name="connsiteY10" fmla="*/ 350677 h 587273"/>
              <a:gd name="connsiteX11" fmla="*/ 693398 w 728197"/>
              <a:gd name="connsiteY11" fmla="*/ 552426 h 587273"/>
              <a:gd name="connsiteX12" fmla="*/ 658599 w 728197"/>
              <a:gd name="connsiteY12" fmla="*/ 586907 h 587273"/>
              <a:gd name="connsiteX13" fmla="*/ 658506 w 728197"/>
              <a:gd name="connsiteY13" fmla="*/ 586907 h 587273"/>
              <a:gd name="connsiteX14" fmla="*/ 34892 w 728197"/>
              <a:gd name="connsiteY14" fmla="*/ 587273 h 587273"/>
              <a:gd name="connsiteX15" fmla="*/ 0 w 728197"/>
              <a:gd name="connsiteY15" fmla="*/ 552884 h 587273"/>
              <a:gd name="connsiteX16" fmla="*/ 0 w 728197"/>
              <a:gd name="connsiteY16" fmla="*/ 552793 h 587273"/>
              <a:gd name="connsiteX17" fmla="*/ 0 w 728197"/>
              <a:gd name="connsiteY17" fmla="*/ 367917 h 587273"/>
              <a:gd name="connsiteX18" fmla="*/ 129573 w 728197"/>
              <a:gd name="connsiteY18" fmla="*/ 79508 h 587273"/>
              <a:gd name="connsiteX19" fmla="*/ 344200 w 728197"/>
              <a:gd name="connsiteY19" fmla="*/ 0 h 587273"/>
              <a:gd name="connsiteX20" fmla="*/ 344200 w 728197"/>
              <a:gd name="connsiteY20" fmla="*/ 134713 h 587273"/>
              <a:gd name="connsiteX21" fmla="*/ 198986 w 728197"/>
              <a:gd name="connsiteY21" fmla="*/ 316104 h 587273"/>
              <a:gd name="connsiteX22" fmla="*/ 274046 w 728197"/>
              <a:gd name="connsiteY22" fmla="*/ 316104 h 587273"/>
              <a:gd name="connsiteX23" fmla="*/ 308938 w 728197"/>
              <a:gd name="connsiteY23" fmla="*/ 350677 h 587273"/>
              <a:gd name="connsiteX24" fmla="*/ 308938 w 728197"/>
              <a:gd name="connsiteY24" fmla="*/ 552426 h 587273"/>
              <a:gd name="connsiteX25" fmla="*/ 274138 w 728197"/>
              <a:gd name="connsiteY25" fmla="*/ 586907 h 587273"/>
              <a:gd name="connsiteX26" fmla="*/ 274046 w 728197"/>
              <a:gd name="connsiteY26" fmla="*/ 586907 h 5872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728197" h="587273">
                <a:moveTo>
                  <a:pt x="418890" y="587273"/>
                </a:moveTo>
                <a:cubicBezTo>
                  <a:pt x="399670" y="587324"/>
                  <a:pt x="384048" y="571928"/>
                  <a:pt x="383998" y="552884"/>
                </a:cubicBezTo>
                <a:cubicBezTo>
                  <a:pt x="383998" y="552854"/>
                  <a:pt x="383998" y="552823"/>
                  <a:pt x="383998" y="552793"/>
                </a:cubicBezTo>
                <a:lnTo>
                  <a:pt x="383998" y="367917"/>
                </a:lnTo>
                <a:cubicBezTo>
                  <a:pt x="383998" y="240082"/>
                  <a:pt x="427189" y="143945"/>
                  <a:pt x="513570" y="79508"/>
                </a:cubicBezTo>
                <a:cubicBezTo>
                  <a:pt x="571693" y="35795"/>
                  <a:pt x="643235" y="9292"/>
                  <a:pt x="728198" y="0"/>
                </a:cubicBezTo>
                <a:lnTo>
                  <a:pt x="728198" y="134713"/>
                </a:lnTo>
                <a:cubicBezTo>
                  <a:pt x="631694" y="155439"/>
                  <a:pt x="583419" y="215902"/>
                  <a:pt x="583354" y="316104"/>
                </a:cubicBezTo>
                <a:lnTo>
                  <a:pt x="658414" y="316104"/>
                </a:lnTo>
                <a:cubicBezTo>
                  <a:pt x="677683" y="316054"/>
                  <a:pt x="693343" y="331491"/>
                  <a:pt x="693398" y="350585"/>
                </a:cubicBezTo>
                <a:cubicBezTo>
                  <a:pt x="693398" y="350615"/>
                  <a:pt x="693398" y="350646"/>
                  <a:pt x="693398" y="350677"/>
                </a:cubicBezTo>
                <a:lnTo>
                  <a:pt x="693398" y="552426"/>
                </a:lnTo>
                <a:cubicBezTo>
                  <a:pt x="693398" y="571469"/>
                  <a:pt x="677822" y="586907"/>
                  <a:pt x="658599" y="586907"/>
                </a:cubicBezTo>
                <a:cubicBezTo>
                  <a:pt x="658571" y="586907"/>
                  <a:pt x="658534" y="586907"/>
                  <a:pt x="658506" y="586907"/>
                </a:cubicBezTo>
                <a:close/>
                <a:moveTo>
                  <a:pt x="34892" y="587273"/>
                </a:moveTo>
                <a:cubicBezTo>
                  <a:pt x="15673" y="587324"/>
                  <a:pt x="51" y="571928"/>
                  <a:pt x="0" y="552884"/>
                </a:cubicBezTo>
                <a:cubicBezTo>
                  <a:pt x="0" y="552854"/>
                  <a:pt x="0" y="552823"/>
                  <a:pt x="0" y="552793"/>
                </a:cubicBezTo>
                <a:lnTo>
                  <a:pt x="0" y="367917"/>
                </a:lnTo>
                <a:cubicBezTo>
                  <a:pt x="0" y="240082"/>
                  <a:pt x="43191" y="143945"/>
                  <a:pt x="129573" y="79508"/>
                </a:cubicBezTo>
                <a:cubicBezTo>
                  <a:pt x="187695" y="35795"/>
                  <a:pt x="259238" y="9292"/>
                  <a:pt x="344200" y="0"/>
                </a:cubicBezTo>
                <a:lnTo>
                  <a:pt x="344200" y="134713"/>
                </a:lnTo>
                <a:cubicBezTo>
                  <a:pt x="247391" y="155439"/>
                  <a:pt x="198986" y="215902"/>
                  <a:pt x="198986" y="316104"/>
                </a:cubicBezTo>
                <a:lnTo>
                  <a:pt x="274046" y="316104"/>
                </a:lnTo>
                <a:cubicBezTo>
                  <a:pt x="293316" y="316104"/>
                  <a:pt x="308938" y="331583"/>
                  <a:pt x="308938" y="350677"/>
                </a:cubicBezTo>
                <a:lnTo>
                  <a:pt x="308938" y="552426"/>
                </a:lnTo>
                <a:cubicBezTo>
                  <a:pt x="308938" y="571469"/>
                  <a:pt x="293358" y="586907"/>
                  <a:pt x="274138" y="586907"/>
                </a:cubicBezTo>
                <a:cubicBezTo>
                  <a:pt x="274108" y="586907"/>
                  <a:pt x="274076" y="586907"/>
                  <a:pt x="274046" y="586907"/>
                </a:cubicBezTo>
                <a:close/>
              </a:path>
            </a:pathLst>
          </a:custGeom>
          <a:noFill/>
          <a:ln w="15875" cap="flat">
            <a:solidFill>
              <a:schemeClr val="bg1"/>
            </a:solidFill>
            <a:prstDash val="solid"/>
            <a:miter/>
          </a:ln>
        </p:spPr>
        <p:txBody>
          <a:bodyPr rtlCol="0" anchor="ctr"/>
          <a:lstStyle/>
          <a:p>
            <a:endParaRPr lang="en-US"/>
          </a:p>
        </p:txBody>
      </p:sp>
      <p:sp>
        <p:nvSpPr>
          <p:cNvPr id="2" name="Title 1">
            <a:extLst>
              <a:ext uri="{FF2B5EF4-FFF2-40B4-BE49-F238E27FC236}">
                <a16:creationId xmlns:a16="http://schemas.microsoft.com/office/drawing/2014/main" id="{BC368BC5-9F97-A637-CA24-35B03B63AA5A}"/>
              </a:ext>
            </a:extLst>
          </p:cNvPr>
          <p:cNvSpPr>
            <a:spLocks noGrp="1"/>
          </p:cNvSpPr>
          <p:nvPr>
            <p:ph type="title" hasCustomPrompt="1"/>
          </p:nvPr>
        </p:nvSpPr>
        <p:spPr>
          <a:xfrm>
            <a:off x="1697038" y="1706879"/>
            <a:ext cx="8794750" cy="2174875"/>
          </a:xfrm>
        </p:spPr>
        <p:txBody>
          <a:bodyPr/>
          <a:lstStyle>
            <a:lvl1pPr algn="ctr">
              <a:defRPr sz="4000"/>
            </a:lvl1pPr>
          </a:lstStyle>
          <a:p>
            <a:r>
              <a:rPr lang="en-US" dirty="0"/>
              <a:t>Quote slide 1, </a:t>
            </a:r>
            <a:r>
              <a:rPr lang="en-GB" dirty="0"/>
              <a:t>Lorem ipsum </a:t>
            </a:r>
            <a:r>
              <a:rPr lang="en-GB" dirty="0" err="1"/>
              <a:t>dolor</a:t>
            </a:r>
            <a:r>
              <a:rPr lang="en-GB" dirty="0"/>
              <a:t> sit </a:t>
            </a:r>
            <a:r>
              <a:rPr lang="en-GB" dirty="0" err="1"/>
              <a:t>amet</a:t>
            </a:r>
            <a:r>
              <a:rPr lang="en-GB" dirty="0"/>
              <a:t>, </a:t>
            </a:r>
            <a:r>
              <a:rPr lang="en-GB" dirty="0" err="1"/>
              <a:t>consectetuer</a:t>
            </a:r>
            <a:r>
              <a:rPr lang="en-GB" dirty="0"/>
              <a:t> </a:t>
            </a:r>
            <a:r>
              <a:rPr lang="en-GB" dirty="0" err="1"/>
              <a:t>adipiscing</a:t>
            </a:r>
            <a:r>
              <a:rPr lang="en-GB" dirty="0"/>
              <a:t> </a:t>
            </a:r>
            <a:r>
              <a:rPr lang="en-GB" dirty="0" err="1"/>
              <a:t>elit</a:t>
            </a:r>
            <a:r>
              <a:rPr lang="en-GB" dirty="0"/>
              <a:t>, </a:t>
            </a:r>
            <a:r>
              <a:rPr lang="en-GB" dirty="0" err="1"/>
              <a:t>sed</a:t>
            </a:r>
            <a:r>
              <a:rPr lang="en-GB" dirty="0"/>
              <a:t> </a:t>
            </a:r>
            <a:r>
              <a:rPr lang="en-GB" dirty="0" err="1"/>
              <a:t>diam</a:t>
            </a:r>
            <a:r>
              <a:rPr lang="en-GB" dirty="0"/>
              <a:t> </a:t>
            </a:r>
            <a:r>
              <a:rPr lang="en-GB" dirty="0" err="1"/>
              <a:t>nonummy</a:t>
            </a:r>
            <a:r>
              <a:rPr lang="en-GB" dirty="0"/>
              <a:t> </a:t>
            </a:r>
            <a:r>
              <a:rPr lang="en-GB" dirty="0" err="1"/>
              <a:t>nibh</a:t>
            </a:r>
            <a:r>
              <a:rPr lang="en-GB" dirty="0"/>
              <a:t> </a:t>
            </a:r>
            <a:r>
              <a:rPr lang="en-GB" dirty="0" err="1"/>
              <a:t>euismod</a:t>
            </a:r>
            <a:r>
              <a:rPr lang="en-GB" dirty="0"/>
              <a:t> </a:t>
            </a:r>
            <a:r>
              <a:rPr lang="en-GB" dirty="0" err="1"/>
              <a:t>tincidunt</a:t>
            </a:r>
            <a:r>
              <a:rPr lang="en-GB" dirty="0"/>
              <a:t> </a:t>
            </a:r>
            <a:r>
              <a:rPr lang="en-GB" dirty="0" err="1"/>
              <a:t>ut</a:t>
            </a:r>
            <a:r>
              <a:rPr lang="en-GB" dirty="0"/>
              <a:t> </a:t>
            </a:r>
            <a:r>
              <a:rPr lang="en-GB" dirty="0" err="1"/>
              <a:t>laoreet</a:t>
            </a:r>
            <a:r>
              <a:rPr lang="en-GB" dirty="0"/>
              <a:t> dolore</a:t>
            </a:r>
            <a:endParaRPr lang="en-US" dirty="0"/>
          </a:p>
        </p:txBody>
      </p:sp>
      <p:sp>
        <p:nvSpPr>
          <p:cNvPr id="7" name="Text Placeholder 6">
            <a:extLst>
              <a:ext uri="{FF2B5EF4-FFF2-40B4-BE49-F238E27FC236}">
                <a16:creationId xmlns:a16="http://schemas.microsoft.com/office/drawing/2014/main" id="{FE765B2C-5060-1909-C557-ADA0DD5D99D3}"/>
              </a:ext>
            </a:extLst>
          </p:cNvPr>
          <p:cNvSpPr>
            <a:spLocks noGrp="1"/>
          </p:cNvSpPr>
          <p:nvPr>
            <p:ph type="body" sz="quarter" idx="12" hasCustomPrompt="1"/>
          </p:nvPr>
        </p:nvSpPr>
        <p:spPr>
          <a:xfrm>
            <a:off x="1697038" y="4191318"/>
            <a:ext cx="8794750" cy="625475"/>
          </a:xfrm>
        </p:spPr>
        <p:txBody>
          <a:bodyPr/>
          <a:lstStyle>
            <a:lvl1pPr marL="0" indent="0" algn="ctr">
              <a:lnSpc>
                <a:spcPct val="110000"/>
              </a:lnSpc>
              <a:spcAft>
                <a:spcPts val="0"/>
              </a:spcAft>
              <a:buNone/>
              <a:defRPr sz="2000"/>
            </a:lvl1pPr>
          </a:lstStyle>
          <a:p>
            <a:pPr lvl="0"/>
            <a:r>
              <a:rPr lang="en-US" dirty="0"/>
              <a:t>Speaker Name</a:t>
            </a:r>
          </a:p>
          <a:p>
            <a:pPr lvl="0"/>
            <a:r>
              <a:rPr lang="en-US" dirty="0"/>
              <a:t>Speaker Role</a:t>
            </a:r>
          </a:p>
        </p:txBody>
      </p:sp>
      <p:sp>
        <p:nvSpPr>
          <p:cNvPr id="3" name="Footer Placeholder 2">
            <a:extLst>
              <a:ext uri="{FF2B5EF4-FFF2-40B4-BE49-F238E27FC236}">
                <a16:creationId xmlns:a16="http://schemas.microsoft.com/office/drawing/2014/main" id="{54CFFC5C-7657-95D9-3E3C-A05AC680CBA5}"/>
              </a:ext>
            </a:extLst>
          </p:cNvPr>
          <p:cNvSpPr>
            <a:spLocks noGrp="1"/>
          </p:cNvSpPr>
          <p:nvPr>
            <p:ph type="ftr" sz="quarter" idx="10"/>
          </p:nvPr>
        </p:nvSpPr>
        <p:spPr/>
        <p:txBody>
          <a:bodyPr/>
          <a:lstStyle/>
          <a:p>
            <a:pPr defTabSz="814318">
              <a:defRPr/>
            </a:pPr>
            <a:r>
              <a:rPr lang="en-US"/>
              <a:t>Session ID: BRKSEC-XXXX</a:t>
            </a:r>
            <a:endParaRPr lang="en-US" dirty="0"/>
          </a:p>
        </p:txBody>
      </p:sp>
      <p:sp>
        <p:nvSpPr>
          <p:cNvPr id="4" name="Slide Number Placeholder 3">
            <a:extLst>
              <a:ext uri="{FF2B5EF4-FFF2-40B4-BE49-F238E27FC236}">
                <a16:creationId xmlns:a16="http://schemas.microsoft.com/office/drawing/2014/main" id="{AA999777-CA26-AFF0-62B3-9D957F6FDE0C}"/>
              </a:ext>
            </a:extLst>
          </p:cNvPr>
          <p:cNvSpPr>
            <a:spLocks noGrp="1"/>
          </p:cNvSpPr>
          <p:nvPr>
            <p:ph type="sldNum" sz="quarter" idx="11"/>
          </p:nvPr>
        </p:nvSpPr>
        <p:spPr/>
        <p:txBody>
          <a:bodyPr/>
          <a:lstStyle/>
          <a:p>
            <a:fld id="{C3C42FAE-7A31-41D3-A712-51D9B15D0B10}" type="slidenum">
              <a:rPr lang="en-US" smtClean="0"/>
              <a:pPr/>
              <a:t>‹#›</a:t>
            </a:fld>
            <a:endParaRPr lang="en-US" dirty="0"/>
          </a:p>
        </p:txBody>
      </p:sp>
    </p:spTree>
    <p:extLst>
      <p:ext uri="{BB962C8B-B14F-4D97-AF65-F5344CB8AC3E}">
        <p14:creationId xmlns:p14="http://schemas.microsoft.com/office/powerpoint/2010/main" val="360191739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p:cSld name="Quote 3">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368BC5-9F97-A637-CA24-35B03B63AA5A}"/>
              </a:ext>
            </a:extLst>
          </p:cNvPr>
          <p:cNvSpPr>
            <a:spLocks noGrp="1"/>
          </p:cNvSpPr>
          <p:nvPr>
            <p:ph type="title" hasCustomPrompt="1"/>
          </p:nvPr>
        </p:nvSpPr>
        <p:spPr>
          <a:xfrm>
            <a:off x="6096000" y="1244600"/>
            <a:ext cx="5373688" cy="3167380"/>
          </a:xfrm>
        </p:spPr>
        <p:txBody>
          <a:bodyPr/>
          <a:lstStyle>
            <a:lvl1pPr algn="l">
              <a:defRPr sz="4000"/>
            </a:lvl1pPr>
          </a:lstStyle>
          <a:p>
            <a:r>
              <a:rPr lang="en-US" dirty="0"/>
              <a:t>“Quote slide 1, </a:t>
            </a:r>
            <a:r>
              <a:rPr lang="en-GB" dirty="0"/>
              <a:t>Lorem ipsum </a:t>
            </a:r>
            <a:r>
              <a:rPr lang="en-GB" dirty="0" err="1"/>
              <a:t>dolor</a:t>
            </a:r>
            <a:r>
              <a:rPr lang="en-GB" dirty="0"/>
              <a:t> sit </a:t>
            </a:r>
            <a:r>
              <a:rPr lang="en-GB" dirty="0" err="1"/>
              <a:t>amet</a:t>
            </a:r>
            <a:r>
              <a:rPr lang="en-GB" dirty="0"/>
              <a:t>, </a:t>
            </a:r>
            <a:r>
              <a:rPr lang="en-GB" dirty="0" err="1"/>
              <a:t>consect</a:t>
            </a:r>
            <a:r>
              <a:rPr lang="en-GB" dirty="0"/>
              <a:t> </a:t>
            </a:r>
            <a:r>
              <a:rPr lang="en-GB" dirty="0" err="1"/>
              <a:t>adipiscing</a:t>
            </a:r>
            <a:r>
              <a:rPr lang="en-GB" dirty="0"/>
              <a:t> </a:t>
            </a:r>
            <a:r>
              <a:rPr lang="en-GB" dirty="0" err="1"/>
              <a:t>elit</a:t>
            </a:r>
            <a:r>
              <a:rPr lang="en-GB" dirty="0"/>
              <a:t>, </a:t>
            </a:r>
            <a:r>
              <a:rPr lang="en-GB" dirty="0" err="1"/>
              <a:t>sed</a:t>
            </a:r>
            <a:r>
              <a:rPr lang="en-GB" dirty="0"/>
              <a:t> </a:t>
            </a:r>
            <a:r>
              <a:rPr lang="en-GB" dirty="0" err="1"/>
              <a:t>diam</a:t>
            </a:r>
            <a:r>
              <a:rPr lang="en-GB" dirty="0"/>
              <a:t> no </a:t>
            </a:r>
            <a:r>
              <a:rPr lang="en-GB" dirty="0" err="1"/>
              <a:t>nummy</a:t>
            </a:r>
            <a:r>
              <a:rPr lang="en-GB" dirty="0"/>
              <a:t> </a:t>
            </a:r>
            <a:r>
              <a:rPr lang="en-GB" dirty="0" err="1"/>
              <a:t>nibh</a:t>
            </a:r>
            <a:r>
              <a:rPr lang="en-GB" dirty="0"/>
              <a:t> </a:t>
            </a:r>
            <a:r>
              <a:rPr lang="en-GB" dirty="0" err="1"/>
              <a:t>euismod</a:t>
            </a:r>
            <a:r>
              <a:rPr lang="en-GB" dirty="0"/>
              <a:t> </a:t>
            </a:r>
            <a:r>
              <a:rPr lang="en-GB" dirty="0" err="1"/>
              <a:t>tincidunt</a:t>
            </a:r>
            <a:r>
              <a:rPr lang="en-GB" dirty="0"/>
              <a:t> </a:t>
            </a:r>
            <a:r>
              <a:rPr lang="en-GB" dirty="0" err="1"/>
              <a:t>ut</a:t>
            </a:r>
            <a:r>
              <a:rPr lang="en-GB" dirty="0"/>
              <a:t> </a:t>
            </a:r>
            <a:r>
              <a:rPr lang="en-GB" dirty="0" err="1"/>
              <a:t>laoreet</a:t>
            </a:r>
            <a:r>
              <a:rPr lang="en-GB" dirty="0"/>
              <a:t>”</a:t>
            </a:r>
            <a:endParaRPr lang="en-US" dirty="0"/>
          </a:p>
        </p:txBody>
      </p:sp>
      <p:sp>
        <p:nvSpPr>
          <p:cNvPr id="7" name="Text Placeholder 6">
            <a:extLst>
              <a:ext uri="{FF2B5EF4-FFF2-40B4-BE49-F238E27FC236}">
                <a16:creationId xmlns:a16="http://schemas.microsoft.com/office/drawing/2014/main" id="{FE765B2C-5060-1909-C557-ADA0DD5D99D3}"/>
              </a:ext>
            </a:extLst>
          </p:cNvPr>
          <p:cNvSpPr>
            <a:spLocks noGrp="1"/>
          </p:cNvSpPr>
          <p:nvPr>
            <p:ph type="body" sz="quarter" idx="12" hasCustomPrompt="1"/>
          </p:nvPr>
        </p:nvSpPr>
        <p:spPr>
          <a:xfrm>
            <a:off x="6096000" y="4726305"/>
            <a:ext cx="5373688" cy="673417"/>
          </a:xfrm>
        </p:spPr>
        <p:txBody>
          <a:bodyPr/>
          <a:lstStyle>
            <a:lvl1pPr marL="0" indent="0" algn="l">
              <a:spcAft>
                <a:spcPts val="0"/>
              </a:spcAft>
              <a:buNone/>
              <a:defRPr sz="2000"/>
            </a:lvl1pPr>
          </a:lstStyle>
          <a:p>
            <a:pPr lvl="0"/>
            <a:r>
              <a:rPr lang="en-US" dirty="0"/>
              <a:t>Speaker Name</a:t>
            </a:r>
          </a:p>
          <a:p>
            <a:pPr lvl="0"/>
            <a:r>
              <a:rPr lang="en-US" dirty="0"/>
              <a:t>Speaker Role</a:t>
            </a:r>
          </a:p>
        </p:txBody>
      </p:sp>
      <p:sp>
        <p:nvSpPr>
          <p:cNvPr id="3" name="Footer Placeholder 2">
            <a:extLst>
              <a:ext uri="{FF2B5EF4-FFF2-40B4-BE49-F238E27FC236}">
                <a16:creationId xmlns:a16="http://schemas.microsoft.com/office/drawing/2014/main" id="{54CFFC5C-7657-95D9-3E3C-A05AC680CBA5}"/>
              </a:ext>
            </a:extLst>
          </p:cNvPr>
          <p:cNvSpPr>
            <a:spLocks noGrp="1"/>
          </p:cNvSpPr>
          <p:nvPr>
            <p:ph type="ftr" sz="quarter" idx="10"/>
          </p:nvPr>
        </p:nvSpPr>
        <p:spPr/>
        <p:txBody>
          <a:bodyPr/>
          <a:lstStyle/>
          <a:p>
            <a:pPr defTabSz="814318">
              <a:defRPr/>
            </a:pPr>
            <a:r>
              <a:rPr lang="en-US"/>
              <a:t>Session ID: BRKSEC-XXXX</a:t>
            </a:r>
            <a:endParaRPr lang="en-US" dirty="0"/>
          </a:p>
        </p:txBody>
      </p:sp>
      <p:sp>
        <p:nvSpPr>
          <p:cNvPr id="4" name="Slide Number Placeholder 3">
            <a:extLst>
              <a:ext uri="{FF2B5EF4-FFF2-40B4-BE49-F238E27FC236}">
                <a16:creationId xmlns:a16="http://schemas.microsoft.com/office/drawing/2014/main" id="{AA999777-CA26-AFF0-62B3-9D957F6FDE0C}"/>
              </a:ext>
            </a:extLst>
          </p:cNvPr>
          <p:cNvSpPr>
            <a:spLocks noGrp="1"/>
          </p:cNvSpPr>
          <p:nvPr>
            <p:ph type="sldNum" sz="quarter" idx="11"/>
          </p:nvPr>
        </p:nvSpPr>
        <p:spPr/>
        <p:txBody>
          <a:bodyPr/>
          <a:lstStyle/>
          <a:p>
            <a:fld id="{C3C42FAE-7A31-41D3-A712-51D9B15D0B10}" type="slidenum">
              <a:rPr lang="en-US" smtClean="0"/>
              <a:pPr/>
              <a:t>‹#›</a:t>
            </a:fld>
            <a:endParaRPr lang="en-US" dirty="0"/>
          </a:p>
        </p:txBody>
      </p:sp>
    </p:spTree>
    <p:extLst>
      <p:ext uri="{BB962C8B-B14F-4D97-AF65-F5344CB8AC3E}">
        <p14:creationId xmlns:p14="http://schemas.microsoft.com/office/powerpoint/2010/main" val="17952197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p:cSld name="1/2 Slide, Title, Body Copy, Graphic">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AEFB629D-1461-3E6E-194F-1E2781C58CDE}"/>
              </a:ext>
            </a:extLst>
          </p:cNvPr>
          <p:cNvSpPr>
            <a:spLocks noGrp="1"/>
          </p:cNvSpPr>
          <p:nvPr>
            <p:ph type="title"/>
          </p:nvPr>
        </p:nvSpPr>
        <p:spPr>
          <a:xfrm>
            <a:off x="323850" y="298146"/>
            <a:ext cx="5683250" cy="946454"/>
          </a:xfrm>
        </p:spPr>
        <p:txBody>
          <a:bodyPr/>
          <a:lstStyle/>
          <a:p>
            <a:r>
              <a:rPr lang="en-US"/>
              <a:t>Click to edit Master title style</a:t>
            </a:r>
            <a:endParaRPr lang="en-US" dirty="0"/>
          </a:p>
        </p:txBody>
      </p:sp>
      <p:sp>
        <p:nvSpPr>
          <p:cNvPr id="5" name="Text Placeholder 4">
            <a:extLst>
              <a:ext uri="{FF2B5EF4-FFF2-40B4-BE49-F238E27FC236}">
                <a16:creationId xmlns:a16="http://schemas.microsoft.com/office/drawing/2014/main" id="{3402D1E1-C16C-597A-29F4-4F0B59039571}"/>
              </a:ext>
            </a:extLst>
          </p:cNvPr>
          <p:cNvSpPr>
            <a:spLocks noGrp="1"/>
          </p:cNvSpPr>
          <p:nvPr>
            <p:ph type="body" sz="quarter" idx="11" hasCustomPrompt="1"/>
          </p:nvPr>
        </p:nvSpPr>
        <p:spPr>
          <a:xfrm>
            <a:off x="323850" y="1555750"/>
            <a:ext cx="5683250" cy="923925"/>
          </a:xfrm>
        </p:spPr>
        <p:txBody>
          <a:bodyPr/>
          <a:lstStyle>
            <a:lvl1pPr marL="0" indent="0">
              <a:buNone/>
              <a:defRPr sz="1800" b="0"/>
            </a:lvl1pPr>
            <a:lvl2pPr marL="182880" indent="0">
              <a:buNone/>
              <a:defRPr sz="1600" b="0"/>
            </a:lvl2pPr>
            <a:lvl3pPr marL="365760" indent="0">
              <a:buNone/>
              <a:defRPr sz="1400" b="0"/>
            </a:lvl3pPr>
            <a:lvl4pPr marL="548640" indent="0">
              <a:buNone/>
              <a:defRPr sz="1200" b="0"/>
            </a:lvl4pPr>
            <a:lvl5pPr marL="731520" indent="0">
              <a:buNone/>
              <a:defRPr sz="1100" b="0"/>
            </a:lvl5pPr>
          </a:lstStyle>
          <a:p>
            <a:pPr lvl="0"/>
            <a:r>
              <a:rPr lang="en-US" dirty="0"/>
              <a:t>Body copy placeholder</a:t>
            </a:r>
          </a:p>
        </p:txBody>
      </p:sp>
      <p:sp>
        <p:nvSpPr>
          <p:cNvPr id="4" name="Footer Placeholder 3">
            <a:extLst>
              <a:ext uri="{FF2B5EF4-FFF2-40B4-BE49-F238E27FC236}">
                <a16:creationId xmlns:a16="http://schemas.microsoft.com/office/drawing/2014/main" id="{60599622-5FA2-FEEE-3C33-0A896ADDB122}"/>
              </a:ext>
            </a:extLst>
          </p:cNvPr>
          <p:cNvSpPr>
            <a:spLocks noGrp="1"/>
          </p:cNvSpPr>
          <p:nvPr>
            <p:ph type="ftr" sz="quarter" idx="12"/>
          </p:nvPr>
        </p:nvSpPr>
        <p:spPr/>
        <p:txBody>
          <a:bodyPr/>
          <a:lstStyle/>
          <a:p>
            <a:pPr defTabSz="814318">
              <a:defRPr/>
            </a:pPr>
            <a:r>
              <a:rPr lang="en-US"/>
              <a:t>Session ID: BRKSEC-XXXX</a:t>
            </a:r>
            <a:endParaRPr lang="en-US" dirty="0"/>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sz="quarter" idx="10"/>
          </p:nvPr>
        </p:nvSpPr>
        <p:spPr/>
        <p:txBody>
          <a:bodyPr/>
          <a:lstStyle/>
          <a:p>
            <a:fld id="{C3C42FAE-7A31-41D3-A712-51D9B15D0B10}" type="slidenum">
              <a:rPr lang="en-US" smtClean="0"/>
              <a:pPr/>
              <a:t>‹#›</a:t>
            </a:fld>
            <a:endParaRPr lang="en-US" dirty="0"/>
          </a:p>
        </p:txBody>
      </p:sp>
    </p:spTree>
    <p:extLst>
      <p:ext uri="{BB962C8B-B14F-4D97-AF65-F5344CB8AC3E}">
        <p14:creationId xmlns:p14="http://schemas.microsoft.com/office/powerpoint/2010/main" val="249451134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p:cSld name="Blank">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5EC50E13-06E5-F6BB-7667-EE8E9893D04E}"/>
              </a:ext>
            </a:extLst>
          </p:cNvPr>
          <p:cNvSpPr>
            <a:spLocks noGrp="1"/>
          </p:cNvSpPr>
          <p:nvPr>
            <p:ph type="sldNum" sz="quarter" idx="10"/>
          </p:nvPr>
        </p:nvSpPr>
        <p:spPr/>
        <p:txBody>
          <a:bodyPr/>
          <a:lstStyle/>
          <a:p>
            <a:fld id="{C3C42FAE-7A31-41D3-A712-51D9B15D0B10}" type="slidenum">
              <a:rPr lang="en-US" smtClean="0"/>
              <a:pPr/>
              <a:t>‹#›</a:t>
            </a:fld>
            <a:endParaRPr lang="en-US" dirty="0"/>
          </a:p>
        </p:txBody>
      </p:sp>
      <p:sp>
        <p:nvSpPr>
          <p:cNvPr id="2" name="Footer Placeholder 1">
            <a:extLst>
              <a:ext uri="{FF2B5EF4-FFF2-40B4-BE49-F238E27FC236}">
                <a16:creationId xmlns:a16="http://schemas.microsoft.com/office/drawing/2014/main" id="{8005315C-F3C4-4817-6DB5-825E9E8E9690}"/>
              </a:ext>
            </a:extLst>
          </p:cNvPr>
          <p:cNvSpPr>
            <a:spLocks noGrp="1"/>
          </p:cNvSpPr>
          <p:nvPr>
            <p:ph type="ftr" sz="quarter" idx="11"/>
          </p:nvPr>
        </p:nvSpPr>
        <p:spPr/>
        <p:txBody>
          <a:bodyPr/>
          <a:lstStyle/>
          <a:p>
            <a:pPr defTabSz="814318">
              <a:defRPr/>
            </a:pPr>
            <a:r>
              <a:rPr lang="en-US"/>
              <a:t>Session ID: BRKSEC-XXXX</a:t>
            </a:r>
            <a:endParaRPr lang="en-US" dirty="0"/>
          </a:p>
        </p:txBody>
      </p:sp>
    </p:spTree>
    <p:extLst>
      <p:ext uri="{BB962C8B-B14F-4D97-AF65-F5344CB8AC3E}">
        <p14:creationId xmlns:p14="http://schemas.microsoft.com/office/powerpoint/2010/main" val="17780900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p:cSld name="Title, Subtitle, Chart 1">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rPr lang="en-US"/>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sz="quarter" idx="11" hasCustomPrompt="1"/>
          </p:nvPr>
        </p:nvSpPr>
        <p:spPr>
          <a:xfrm>
            <a:off x="323850" y="806450"/>
            <a:ext cx="577215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r>
              <a:rPr lang="en-US" dirty="0"/>
              <a:t>Subtitle placeholder</a:t>
            </a:r>
          </a:p>
        </p:txBody>
      </p:sp>
      <p:sp>
        <p:nvSpPr>
          <p:cNvPr id="9" name="Chart Placeholder 8">
            <a:extLst>
              <a:ext uri="{FF2B5EF4-FFF2-40B4-BE49-F238E27FC236}">
                <a16:creationId xmlns:a16="http://schemas.microsoft.com/office/drawing/2014/main" id="{BD67761C-12AC-06B4-1032-66C47B765FE0}"/>
              </a:ext>
            </a:extLst>
          </p:cNvPr>
          <p:cNvSpPr>
            <a:spLocks noGrp="1"/>
          </p:cNvSpPr>
          <p:nvPr>
            <p:ph type="chart" sz="quarter" idx="13" hasCustomPrompt="1"/>
          </p:nvPr>
        </p:nvSpPr>
        <p:spPr>
          <a:xfrm>
            <a:off x="722313" y="1555750"/>
            <a:ext cx="10747375" cy="4519613"/>
          </a:xfrm>
        </p:spPr>
        <p:txBody>
          <a:bodyPr tIns="914400"/>
          <a:lstStyle>
            <a:lvl1pPr marL="0" indent="0" algn="ctr">
              <a:buNone/>
              <a:defRPr/>
            </a:lvl1pPr>
          </a:lstStyle>
          <a:p>
            <a:r>
              <a:rPr lang="en-US" dirty="0"/>
              <a:t>Click on icon below to add a chart</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sz="quarter" idx="12"/>
          </p:nvPr>
        </p:nvSpPr>
        <p:spPr/>
        <p:txBody>
          <a:bodyPr/>
          <a:lstStyle/>
          <a:p>
            <a:pPr defTabSz="814318">
              <a:defRPr/>
            </a:pPr>
            <a:r>
              <a:rPr lang="en-US"/>
              <a:t>Session ID: BRKSEC-XXXX</a:t>
            </a:r>
            <a:endParaRPr lang="en-US" dirty="0"/>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sz="quarter" idx="10"/>
          </p:nvPr>
        </p:nvSpPr>
        <p:spPr/>
        <p:txBody>
          <a:bodyPr/>
          <a:lstStyle/>
          <a:p>
            <a:fld id="{C3C42FAE-7A31-41D3-A712-51D9B15D0B10}" type="slidenum">
              <a:rPr lang="en-US" smtClean="0"/>
              <a:pPr/>
              <a:t>‹#›</a:t>
            </a:fld>
            <a:endParaRPr lang="en-US" dirty="0"/>
          </a:p>
        </p:txBody>
      </p:sp>
    </p:spTree>
    <p:extLst>
      <p:ext uri="{BB962C8B-B14F-4D97-AF65-F5344CB8AC3E}">
        <p14:creationId xmlns:p14="http://schemas.microsoft.com/office/powerpoint/2010/main" val="33242692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p:cSld name="Title, Subtitle, Table 1">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rPr lang="en-US"/>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sz="quarter" idx="11" hasCustomPrompt="1"/>
          </p:nvPr>
        </p:nvSpPr>
        <p:spPr>
          <a:xfrm>
            <a:off x="323850" y="806450"/>
            <a:ext cx="577215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r>
              <a:rPr lang="en-US" dirty="0"/>
              <a:t>Subtitle placeholder</a:t>
            </a:r>
          </a:p>
        </p:txBody>
      </p:sp>
      <p:sp>
        <p:nvSpPr>
          <p:cNvPr id="7" name="Table Placeholder 6">
            <a:extLst>
              <a:ext uri="{FF2B5EF4-FFF2-40B4-BE49-F238E27FC236}">
                <a16:creationId xmlns:a16="http://schemas.microsoft.com/office/drawing/2014/main" id="{B0E688F9-03DF-D354-A8AF-EF5349F39C6B}"/>
              </a:ext>
            </a:extLst>
          </p:cNvPr>
          <p:cNvSpPr>
            <a:spLocks noGrp="1"/>
          </p:cNvSpPr>
          <p:nvPr>
            <p:ph type="tbl" sz="quarter" idx="13" hasCustomPrompt="1"/>
          </p:nvPr>
        </p:nvSpPr>
        <p:spPr>
          <a:xfrm>
            <a:off x="323850" y="1555750"/>
            <a:ext cx="11544300" cy="4519613"/>
          </a:xfrm>
        </p:spPr>
        <p:txBody>
          <a:bodyPr tIns="914400"/>
          <a:lstStyle>
            <a:lvl1pPr marL="0" indent="0" algn="ctr">
              <a:buNone/>
              <a:defRPr/>
            </a:lvl1pPr>
          </a:lstStyle>
          <a:p>
            <a:r>
              <a:rPr lang="en-US" dirty="0"/>
              <a:t>Click on icon below to add a table</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sz="quarter" idx="12"/>
          </p:nvPr>
        </p:nvSpPr>
        <p:spPr/>
        <p:txBody>
          <a:bodyPr/>
          <a:lstStyle/>
          <a:p>
            <a:pPr defTabSz="814318">
              <a:defRPr/>
            </a:pPr>
            <a:r>
              <a:rPr lang="en-US"/>
              <a:t>Session ID: BRKSEC-XXXX</a:t>
            </a:r>
            <a:endParaRPr lang="en-US" dirty="0"/>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sz="quarter" idx="10"/>
          </p:nvPr>
        </p:nvSpPr>
        <p:spPr/>
        <p:txBody>
          <a:bodyPr/>
          <a:lstStyle/>
          <a:p>
            <a:fld id="{C3C42FAE-7A31-41D3-A712-51D9B15D0B10}" type="slidenum">
              <a:rPr lang="en-US" smtClean="0"/>
              <a:pPr/>
              <a:t>‹#›</a:t>
            </a:fld>
            <a:endParaRPr lang="en-US" dirty="0"/>
          </a:p>
        </p:txBody>
      </p:sp>
    </p:spTree>
    <p:extLst>
      <p:ext uri="{BB962C8B-B14F-4D97-AF65-F5344CB8AC3E}">
        <p14:creationId xmlns:p14="http://schemas.microsoft.com/office/powerpoint/2010/main" val="306549019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p:cSld name="1/2 Slide Title, Chart">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339181"/>
            <a:ext cx="5281613" cy="2179638"/>
          </a:xfrm>
        </p:spPr>
        <p:txBody>
          <a:bodyPr wrap="square" anchor="ctr" anchorCtr="0">
            <a:noAutofit/>
          </a:bodyPr>
          <a:lstStyle>
            <a:lvl1pPr>
              <a:defRPr/>
            </a:lvl1pPr>
          </a:lstStyle>
          <a:p>
            <a:r>
              <a:rPr lang="en-US"/>
              <a:t>Click to edit Master title style</a:t>
            </a:r>
            <a:endParaRPr lang="en-US" dirty="0"/>
          </a:p>
        </p:txBody>
      </p:sp>
      <p:sp>
        <p:nvSpPr>
          <p:cNvPr id="6" name="Chart Placeholder 5">
            <a:extLst>
              <a:ext uri="{FF2B5EF4-FFF2-40B4-BE49-F238E27FC236}">
                <a16:creationId xmlns:a16="http://schemas.microsoft.com/office/drawing/2014/main" id="{89EC94CF-F758-4A7C-3B39-A1EFC1EA815A}"/>
              </a:ext>
            </a:extLst>
          </p:cNvPr>
          <p:cNvSpPr>
            <a:spLocks noGrp="1"/>
          </p:cNvSpPr>
          <p:nvPr>
            <p:ph type="chart" sz="quarter" idx="12" hasCustomPrompt="1"/>
          </p:nvPr>
        </p:nvSpPr>
        <p:spPr>
          <a:xfrm>
            <a:off x="6581775" y="952500"/>
            <a:ext cx="4887913" cy="4968875"/>
          </a:xfrm>
        </p:spPr>
        <p:txBody>
          <a:bodyPr tIns="914400"/>
          <a:lstStyle>
            <a:lvl1pPr marL="0" indent="0" algn="ctr">
              <a:buNone/>
              <a:defRPr/>
            </a:lvl1pPr>
          </a:lstStyle>
          <a:p>
            <a:r>
              <a:rPr lang="en-US" dirty="0"/>
              <a:t>Click icon below to add chart</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sz="quarter" idx="11"/>
          </p:nvPr>
        </p:nvSpPr>
        <p:spPr/>
        <p:txBody>
          <a:bodyPr/>
          <a:lstStyle/>
          <a:p>
            <a:pPr defTabSz="814318">
              <a:defRPr/>
            </a:pPr>
            <a:r>
              <a:rPr lang="en-US"/>
              <a:t>Session ID: BRKSEC-XXXX</a:t>
            </a:r>
            <a:endParaRPr lang="en-US" dirty="0"/>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sz="quarter" idx="10"/>
          </p:nvPr>
        </p:nvSpPr>
        <p:spPr/>
        <p:txBody>
          <a:bodyPr/>
          <a:lstStyle/>
          <a:p>
            <a:fld id="{C3C42FAE-7A31-41D3-A712-51D9B15D0B10}" type="slidenum">
              <a:rPr lang="en-US" smtClean="0"/>
              <a:pPr/>
              <a:t>‹#›</a:t>
            </a:fld>
            <a:endParaRPr lang="en-US" dirty="0"/>
          </a:p>
        </p:txBody>
      </p:sp>
    </p:spTree>
    <p:extLst>
      <p:ext uri="{BB962C8B-B14F-4D97-AF65-F5344CB8AC3E}">
        <p14:creationId xmlns:p14="http://schemas.microsoft.com/office/powerpoint/2010/main" val="22606152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p:cSld name="Statement 1, Title, Sub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EE0C9451-8976-3C96-3C4E-F9624BB318AB}"/>
              </a:ext>
            </a:extLst>
          </p:cNvPr>
          <p:cNvSpPr>
            <a:spLocks noGrp="1"/>
          </p:cNvSpPr>
          <p:nvPr>
            <p:ph type="title"/>
          </p:nvPr>
        </p:nvSpPr>
        <p:spPr>
          <a:xfrm>
            <a:off x="2278063" y="952500"/>
            <a:ext cx="7634288" cy="2476500"/>
          </a:xfrm>
        </p:spPr>
        <p:txBody>
          <a:bodyPr anchor="b" anchorCtr="0"/>
          <a:lstStyle>
            <a:lvl1pPr algn="ctr">
              <a:defRPr sz="4000"/>
            </a:lvl1pPr>
          </a:lstStyle>
          <a:p>
            <a:r>
              <a:rPr lang="en-US"/>
              <a:t>Click to edit Master title style</a:t>
            </a:r>
            <a:endParaRPr lang="en-US" dirty="0"/>
          </a:p>
        </p:txBody>
      </p:sp>
      <p:sp>
        <p:nvSpPr>
          <p:cNvPr id="5" name="Text Placeholder 4">
            <a:extLst>
              <a:ext uri="{FF2B5EF4-FFF2-40B4-BE49-F238E27FC236}">
                <a16:creationId xmlns:a16="http://schemas.microsoft.com/office/drawing/2014/main" id="{96D4A8F9-F7CA-7BED-9594-D64F51EE92BB}"/>
              </a:ext>
            </a:extLst>
          </p:cNvPr>
          <p:cNvSpPr>
            <a:spLocks noGrp="1"/>
          </p:cNvSpPr>
          <p:nvPr>
            <p:ph type="body" sz="quarter" idx="11"/>
          </p:nvPr>
        </p:nvSpPr>
        <p:spPr>
          <a:xfrm>
            <a:off x="2278063" y="3738563"/>
            <a:ext cx="7634287" cy="936625"/>
          </a:xfrm>
        </p:spPr>
        <p:txBody>
          <a:bodyPr/>
          <a:lstStyle>
            <a:lvl1pPr marL="0" indent="0" algn="ctr">
              <a:buNone/>
              <a:defRPr/>
            </a:lvl1pPr>
            <a:lvl2pPr marL="182880" indent="0" algn="ctr">
              <a:buNone/>
              <a:defRPr/>
            </a:lvl2pPr>
            <a:lvl3pPr marL="365760" indent="0" algn="ctr">
              <a:buNone/>
              <a:defRPr/>
            </a:lvl3pPr>
            <a:lvl4pPr marL="548640" indent="0" algn="ctr">
              <a:buNone/>
              <a:defRPr/>
            </a:lvl4pPr>
            <a:lvl5pPr marL="731520" indent="0" algn="ctr">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Footer Placeholder 3">
            <a:extLst>
              <a:ext uri="{FF2B5EF4-FFF2-40B4-BE49-F238E27FC236}">
                <a16:creationId xmlns:a16="http://schemas.microsoft.com/office/drawing/2014/main" id="{663146B2-9533-23DF-7DA9-0EBFD969778A}"/>
              </a:ext>
            </a:extLst>
          </p:cNvPr>
          <p:cNvSpPr>
            <a:spLocks noGrp="1"/>
          </p:cNvSpPr>
          <p:nvPr>
            <p:ph type="ftr" sz="quarter" idx="12"/>
          </p:nvPr>
        </p:nvSpPr>
        <p:spPr/>
        <p:txBody>
          <a:bodyPr/>
          <a:lstStyle/>
          <a:p>
            <a:pPr defTabSz="814318">
              <a:defRPr/>
            </a:pPr>
            <a:r>
              <a:rPr lang="en-US"/>
              <a:t>Session ID: BRKSEC-XXXX</a:t>
            </a:r>
            <a:endParaRPr lang="en-US" dirty="0"/>
          </a:p>
        </p:txBody>
      </p:sp>
      <p:sp>
        <p:nvSpPr>
          <p:cNvPr id="3" name="Slide Number Placeholder 2">
            <a:extLst>
              <a:ext uri="{FF2B5EF4-FFF2-40B4-BE49-F238E27FC236}">
                <a16:creationId xmlns:a16="http://schemas.microsoft.com/office/drawing/2014/main" id="{8FD4EDA1-89C5-8341-7EDE-FCCAAA0607CB}"/>
              </a:ext>
            </a:extLst>
          </p:cNvPr>
          <p:cNvSpPr>
            <a:spLocks noGrp="1"/>
          </p:cNvSpPr>
          <p:nvPr>
            <p:ph type="sldNum" sz="quarter" idx="10"/>
          </p:nvPr>
        </p:nvSpPr>
        <p:spPr/>
        <p:txBody>
          <a:bodyPr/>
          <a:lstStyle/>
          <a:p>
            <a:fld id="{C3C42FAE-7A31-41D3-A712-51D9B15D0B10}" type="slidenum">
              <a:rPr lang="en-US" smtClean="0"/>
              <a:pPr/>
              <a:t>‹#›</a:t>
            </a:fld>
            <a:endParaRPr lang="en-US" dirty="0"/>
          </a:p>
        </p:txBody>
      </p:sp>
    </p:spTree>
    <p:extLst>
      <p:ext uri="{BB962C8B-B14F-4D97-AF65-F5344CB8AC3E}">
        <p14:creationId xmlns:p14="http://schemas.microsoft.com/office/powerpoint/2010/main" val="8591438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p:cSld name="Photo Statement 1, Title, Subtitle">
    <p:bg>
      <p:bgPr>
        <a:solidFill>
          <a:schemeClr val="tx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ABE3366F-F43E-6996-B128-0A001300FD22}"/>
              </a:ext>
              <a:ext uri="{C183D7F6-B498-43B3-948B-1728B52AA6E4}">
                <adec:decorative xmlns:adec="http://schemas.microsoft.com/office/drawing/2017/decorative" val="0"/>
              </a:ext>
            </a:extLst>
          </p:cNvPr>
          <p:cNvSpPr>
            <a:spLocks noGrp="1"/>
          </p:cNvSpPr>
          <p:nvPr>
            <p:ph type="pic" sz="quarter" idx="13" hasCustomPrompt="1"/>
          </p:nvPr>
        </p:nvSpPr>
        <p:spPr>
          <a:xfrm>
            <a:off x="0" y="0"/>
            <a:ext cx="12192000" cy="6858000"/>
          </a:xfrm>
        </p:spPr>
        <p:txBody>
          <a:bodyPr tIns="274320"/>
          <a:lstStyle>
            <a:lvl1pPr marL="0" indent="0" algn="ctr">
              <a:buNone/>
              <a:defRPr/>
            </a:lvl1pPr>
          </a:lstStyle>
          <a:p>
            <a:r>
              <a:rPr lang="en-US" dirty="0"/>
              <a:t>Image placeholder</a:t>
            </a:r>
          </a:p>
        </p:txBody>
      </p:sp>
      <p:sp>
        <p:nvSpPr>
          <p:cNvPr id="6" name="Title 5">
            <a:extLst>
              <a:ext uri="{FF2B5EF4-FFF2-40B4-BE49-F238E27FC236}">
                <a16:creationId xmlns:a16="http://schemas.microsoft.com/office/drawing/2014/main" id="{576B6A35-8740-9D1E-A189-71BC5C742FCC}"/>
              </a:ext>
            </a:extLst>
          </p:cNvPr>
          <p:cNvSpPr>
            <a:spLocks noGrp="1"/>
          </p:cNvSpPr>
          <p:nvPr>
            <p:ph type="title"/>
          </p:nvPr>
        </p:nvSpPr>
        <p:spPr>
          <a:xfrm>
            <a:off x="2278063" y="952500"/>
            <a:ext cx="7634288" cy="1537465"/>
          </a:xfrm>
        </p:spPr>
        <p:txBody>
          <a:bodyPr anchor="b" anchorCtr="0"/>
          <a:lstStyle>
            <a:lvl1pPr algn="ctr">
              <a:defRPr sz="4000"/>
            </a:lvl1pPr>
          </a:lstStyle>
          <a:p>
            <a:r>
              <a:rPr lang="en-US"/>
              <a:t>Click to edit Master title style</a:t>
            </a:r>
            <a:endParaRPr lang="en-US" dirty="0"/>
          </a:p>
        </p:txBody>
      </p:sp>
      <p:sp>
        <p:nvSpPr>
          <p:cNvPr id="5" name="Text Placeholder 4">
            <a:extLst>
              <a:ext uri="{FF2B5EF4-FFF2-40B4-BE49-F238E27FC236}">
                <a16:creationId xmlns:a16="http://schemas.microsoft.com/office/drawing/2014/main" id="{96D4A8F9-F7CA-7BED-9594-D64F51EE92BB}"/>
              </a:ext>
              <a:ext uri="{C183D7F6-B498-43B3-948B-1728B52AA6E4}">
                <adec:decorative xmlns:adec="http://schemas.microsoft.com/office/drawing/2017/decorative" val="0"/>
              </a:ext>
            </a:extLst>
          </p:cNvPr>
          <p:cNvSpPr>
            <a:spLocks noGrp="1"/>
          </p:cNvSpPr>
          <p:nvPr>
            <p:ph type="body" sz="quarter" idx="11"/>
          </p:nvPr>
        </p:nvSpPr>
        <p:spPr>
          <a:xfrm>
            <a:off x="2278063" y="2492374"/>
            <a:ext cx="7634287" cy="311152"/>
          </a:xfrm>
        </p:spPr>
        <p:txBody>
          <a:bodyPr/>
          <a:lstStyle>
            <a:lvl1pPr marL="0" indent="0" algn="ctr">
              <a:buNone/>
              <a:defRPr/>
            </a:lvl1pPr>
            <a:lvl2pPr marL="182880" indent="0" algn="ctr">
              <a:buNone/>
              <a:defRPr/>
            </a:lvl2pPr>
            <a:lvl3pPr marL="365760" indent="0" algn="ctr">
              <a:buNone/>
              <a:defRPr/>
            </a:lvl3pPr>
            <a:lvl4pPr marL="548640" indent="0" algn="ctr">
              <a:buNone/>
              <a:defRPr/>
            </a:lvl4pPr>
            <a:lvl5pPr marL="731520" indent="0" algn="ctr">
              <a:buNone/>
              <a:defRPr/>
            </a:lvl5pPr>
          </a:lstStyle>
          <a:p>
            <a:pPr lvl="0"/>
            <a:r>
              <a:rPr lang="en-US"/>
              <a:t>Click to edit Master text styles</a:t>
            </a:r>
          </a:p>
        </p:txBody>
      </p:sp>
      <p:sp>
        <p:nvSpPr>
          <p:cNvPr id="3" name="Footer Placeholder 2">
            <a:extLst>
              <a:ext uri="{FF2B5EF4-FFF2-40B4-BE49-F238E27FC236}">
                <a16:creationId xmlns:a16="http://schemas.microsoft.com/office/drawing/2014/main" id="{5D703969-9100-4398-1394-9B9B34222C66}"/>
              </a:ext>
            </a:extLst>
          </p:cNvPr>
          <p:cNvSpPr>
            <a:spLocks noGrp="1"/>
          </p:cNvSpPr>
          <p:nvPr>
            <p:ph type="ftr" sz="quarter" idx="14"/>
          </p:nvPr>
        </p:nvSpPr>
        <p:spPr/>
        <p:txBody>
          <a:bodyPr/>
          <a:lstStyle/>
          <a:p>
            <a:pPr defTabSz="814318">
              <a:defRPr/>
            </a:pPr>
            <a:r>
              <a:rPr lang="en-US"/>
              <a:t>Session ID: BRKSEC-XXXX</a:t>
            </a:r>
            <a:endParaRPr lang="en-US" dirty="0"/>
          </a:p>
        </p:txBody>
      </p:sp>
      <p:sp>
        <p:nvSpPr>
          <p:cNvPr id="4" name="Slide Number Placeholder 3">
            <a:extLst>
              <a:ext uri="{FF2B5EF4-FFF2-40B4-BE49-F238E27FC236}">
                <a16:creationId xmlns:a16="http://schemas.microsoft.com/office/drawing/2014/main" id="{D6CFB270-12CC-4B92-85FD-B7710644F26B}"/>
              </a:ext>
              <a:ext uri="{C183D7F6-B498-43B3-948B-1728B52AA6E4}">
                <adec:decorative xmlns:adec="http://schemas.microsoft.com/office/drawing/2017/decorative" val="0"/>
              </a:ext>
            </a:extLst>
          </p:cNvPr>
          <p:cNvSpPr>
            <a:spLocks noGrp="1"/>
          </p:cNvSpPr>
          <p:nvPr>
            <p:ph type="sldNum" sz="quarter" idx="12"/>
          </p:nvPr>
        </p:nvSpPr>
        <p:spPr/>
        <p:txBody>
          <a:bodyPr/>
          <a:lstStyle/>
          <a:p>
            <a:fld id="{C3C42FAE-7A31-41D3-A712-51D9B15D0B10}" type="slidenum">
              <a:rPr lang="en-US" smtClean="0"/>
              <a:pPr/>
              <a:t>‹#›</a:t>
            </a:fld>
            <a:endParaRPr lang="en-US" dirty="0"/>
          </a:p>
        </p:txBody>
      </p:sp>
    </p:spTree>
    <p:extLst>
      <p:ext uri="{BB962C8B-B14F-4D97-AF65-F5344CB8AC3E}">
        <p14:creationId xmlns:p14="http://schemas.microsoft.com/office/powerpoint/2010/main" val="7865318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preserve="1">
  <p:cSld name="Segue 1">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1885A1-2C43-8640-F232-FC541372805F}"/>
              </a:ext>
            </a:extLst>
          </p:cNvPr>
          <p:cNvSpPr>
            <a:spLocks noGrp="1"/>
          </p:cNvSpPr>
          <p:nvPr>
            <p:ph type="title"/>
          </p:nvPr>
        </p:nvSpPr>
        <p:spPr>
          <a:xfrm>
            <a:off x="323850" y="2492231"/>
            <a:ext cx="7634288" cy="1870075"/>
          </a:xfrm>
        </p:spPr>
        <p:txBody>
          <a:bodyPr anchor="ctr" anchorCtr="0"/>
          <a:lstStyle>
            <a:lvl1pPr>
              <a:defRPr sz="4000">
                <a:solidFill>
                  <a:schemeClr val="bg1"/>
                </a:solidFill>
              </a:defRPr>
            </a:lvl1pPr>
          </a:lstStyle>
          <a:p>
            <a:r>
              <a:rPr lang="en-US"/>
              <a:t>Click to edit Master title style</a:t>
            </a:r>
            <a:endParaRPr lang="en-US" dirty="0"/>
          </a:p>
        </p:txBody>
      </p:sp>
    </p:spTree>
    <p:extLst>
      <p:ext uri="{BB962C8B-B14F-4D97-AF65-F5344CB8AC3E}">
        <p14:creationId xmlns:p14="http://schemas.microsoft.com/office/powerpoint/2010/main" val="392109744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preserve="1">
  <p:cSld name="Segue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DF17AB4-9E08-0A74-D302-44EB1D55BE7A}"/>
              </a:ext>
            </a:extLst>
          </p:cNvPr>
          <p:cNvSpPr>
            <a:spLocks noGrp="1"/>
          </p:cNvSpPr>
          <p:nvPr>
            <p:ph type="title"/>
          </p:nvPr>
        </p:nvSpPr>
        <p:spPr>
          <a:xfrm>
            <a:off x="323850" y="2492375"/>
            <a:ext cx="7634288" cy="1868488"/>
          </a:xfrm>
        </p:spPr>
        <p:txBody>
          <a:bodyPr wrap="square" anchor="ctr" anchorCtr="0">
            <a:noAutofit/>
          </a:bodyPr>
          <a:lstStyle>
            <a:lvl1pPr>
              <a:defRPr sz="4000"/>
            </a:lvl1pPr>
          </a:lstStyle>
          <a:p>
            <a:r>
              <a:rPr lang="en-US"/>
              <a:t>Click to edit Master title style</a:t>
            </a:r>
            <a:endParaRPr lang="en-US" dirty="0"/>
          </a:p>
        </p:txBody>
      </p:sp>
    </p:spTree>
    <p:extLst>
      <p:ext uri="{BB962C8B-B14F-4D97-AF65-F5344CB8AC3E}">
        <p14:creationId xmlns:p14="http://schemas.microsoft.com/office/powerpoint/2010/main" val="20387445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p:cSld name="Segue 3">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91CEAE-269F-9001-82E1-E63AB48127E3}"/>
              </a:ext>
            </a:extLst>
          </p:cNvPr>
          <p:cNvSpPr>
            <a:spLocks noGrp="1"/>
          </p:cNvSpPr>
          <p:nvPr>
            <p:ph type="title"/>
          </p:nvPr>
        </p:nvSpPr>
        <p:spPr>
          <a:xfrm>
            <a:off x="323850" y="2492375"/>
            <a:ext cx="7634288" cy="1868487"/>
          </a:xfrm>
        </p:spPr>
        <p:txBody>
          <a:bodyPr anchor="ctr" anchorCtr="0"/>
          <a:lstStyle>
            <a:lvl1pPr>
              <a:defRPr sz="4000">
                <a:solidFill>
                  <a:schemeClr val="bg1"/>
                </a:solidFill>
              </a:defRPr>
            </a:lvl1pPr>
          </a:lstStyle>
          <a:p>
            <a:r>
              <a:rPr lang="en-US"/>
              <a:t>Click to edit Master title style</a:t>
            </a:r>
            <a:endParaRPr lang="en-US" dirty="0"/>
          </a:p>
        </p:txBody>
      </p:sp>
    </p:spTree>
    <p:extLst>
      <p:ext uri="{BB962C8B-B14F-4D97-AF65-F5344CB8AC3E}">
        <p14:creationId xmlns:p14="http://schemas.microsoft.com/office/powerpoint/2010/main" val="68602229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preserve="1">
  <p:cSld name="Segue 4">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91CEAE-269F-9001-82E1-E63AB48127E3}"/>
              </a:ext>
            </a:extLst>
          </p:cNvPr>
          <p:cNvSpPr>
            <a:spLocks noGrp="1"/>
          </p:cNvSpPr>
          <p:nvPr>
            <p:ph type="title"/>
          </p:nvPr>
        </p:nvSpPr>
        <p:spPr>
          <a:xfrm>
            <a:off x="323850" y="2492375"/>
            <a:ext cx="7235825" cy="1868487"/>
          </a:xfrm>
        </p:spPr>
        <p:txBody>
          <a:bodyPr anchor="ctr" anchorCtr="0"/>
          <a:lstStyle>
            <a:lvl1pPr>
              <a:defRPr sz="4000">
                <a:solidFill>
                  <a:schemeClr val="bg1"/>
                </a:solidFill>
              </a:defRPr>
            </a:lvl1pPr>
          </a:lstStyle>
          <a:p>
            <a:r>
              <a:rPr lang="en-US"/>
              <a:t>Click to edit Master title style</a:t>
            </a:r>
            <a:endParaRPr lang="en-US" dirty="0"/>
          </a:p>
        </p:txBody>
      </p:sp>
    </p:spTree>
    <p:extLst>
      <p:ext uri="{BB962C8B-B14F-4D97-AF65-F5344CB8AC3E}">
        <p14:creationId xmlns:p14="http://schemas.microsoft.com/office/powerpoint/2010/main" val="42723135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preserve="1">
  <p:cSld name="Thank you 1">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25412D7-A614-E163-F131-6847698E7759}"/>
              </a:ext>
              <a:ext uri="{C183D7F6-B498-43B3-948B-1728B52AA6E4}">
                <adec:decorative xmlns:adec="http://schemas.microsoft.com/office/drawing/2017/decorative" val="1"/>
              </a:ext>
            </a:extLst>
          </p:cNvPr>
          <p:cNvSpPr>
            <a:spLocks noGrp="1" noRot="1" noMove="1" noResize="1" noEditPoints="1" noAdjustHandles="1" noChangeArrowheads="1" noChangeShapeType="1"/>
          </p:cNvSpPr>
          <p:nvPr/>
        </p:nvSpPr>
        <p:spPr>
          <a:xfrm>
            <a:off x="0" y="1244601"/>
            <a:ext cx="10888663" cy="4367212"/>
          </a:xfrm>
          <a:prstGeom prst="rect">
            <a:avLst/>
          </a:prstGeom>
          <a:solidFill>
            <a:schemeClr val="tx1"/>
          </a:solidFill>
          <a:ln w="9525">
            <a:no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ctr"/>
          <a:lstStyle/>
          <a:p>
            <a:pPr algn="ctr"/>
            <a:endParaRPr lang="en-US" sz="1600" dirty="0" err="1">
              <a:solidFill>
                <a:schemeClr val="bg1"/>
              </a:solidFill>
            </a:endParaRPr>
          </a:p>
        </p:txBody>
      </p:sp>
      <p:sp>
        <p:nvSpPr>
          <p:cNvPr id="3" name="Title 2">
            <a:extLst>
              <a:ext uri="{FF2B5EF4-FFF2-40B4-BE49-F238E27FC236}">
                <a16:creationId xmlns:a16="http://schemas.microsoft.com/office/drawing/2014/main" id="{8BFD99A5-A6E1-0514-02DB-84C6BD18783A}"/>
              </a:ext>
            </a:extLst>
          </p:cNvPr>
          <p:cNvSpPr>
            <a:spLocks noGrp="1"/>
          </p:cNvSpPr>
          <p:nvPr>
            <p:ph type="title" hasCustomPrompt="1"/>
          </p:nvPr>
        </p:nvSpPr>
        <p:spPr>
          <a:xfrm>
            <a:off x="323850" y="3114676"/>
            <a:ext cx="2749550" cy="623888"/>
          </a:xfrm>
        </p:spPr>
        <p:txBody>
          <a:bodyPr anchor="ctr" anchorCtr="0"/>
          <a:lstStyle>
            <a:lvl1pPr>
              <a:defRPr/>
            </a:lvl1pPr>
          </a:lstStyle>
          <a:p>
            <a:r>
              <a:rPr lang="en-US" dirty="0"/>
              <a:t>Thank you</a:t>
            </a:r>
          </a:p>
        </p:txBody>
      </p:sp>
      <p:pic>
        <p:nvPicPr>
          <p:cNvPr id="18" name="Picture 7" descr="Cisco logo">
            <a:extLst>
              <a:ext uri="{FF2B5EF4-FFF2-40B4-BE49-F238E27FC236}">
                <a16:creationId xmlns:a16="http://schemas.microsoft.com/office/drawing/2014/main" id="{56775E76-582E-6CCC-1676-4F670B0BFC5C}"/>
              </a:ext>
            </a:extLst>
          </p:cNvPr>
          <p:cNvPicPr>
            <a:picLocks noGrp="1" noRot="1" noChangeAspect="1" noMove="1" noResize="1" noEditPoints="1" noAdjustHandles="1" noChangeArrowheads="1" noChangeShapeType="1" noCrop="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9058274" y="3188776"/>
            <a:ext cx="914400" cy="480447"/>
          </a:xfrm>
          <a:prstGeom prst="rect">
            <a:avLst/>
          </a:prstGeom>
        </p:spPr>
      </p:pic>
    </p:spTree>
    <p:extLst>
      <p:ext uri="{BB962C8B-B14F-4D97-AF65-F5344CB8AC3E}">
        <p14:creationId xmlns:p14="http://schemas.microsoft.com/office/powerpoint/2010/main" val="23148902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preserve="1">
  <p:cSld name="Thank you 2">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BFD99A5-A6E1-0514-02DB-84C6BD18783A}"/>
              </a:ext>
            </a:extLst>
          </p:cNvPr>
          <p:cNvSpPr>
            <a:spLocks noGrp="1"/>
          </p:cNvSpPr>
          <p:nvPr>
            <p:ph type="title" hasCustomPrompt="1"/>
          </p:nvPr>
        </p:nvSpPr>
        <p:spPr>
          <a:xfrm>
            <a:off x="323850" y="3114676"/>
            <a:ext cx="2749550" cy="623888"/>
          </a:xfrm>
        </p:spPr>
        <p:txBody>
          <a:bodyPr anchor="ctr" anchorCtr="0"/>
          <a:lstStyle>
            <a:lvl1pPr>
              <a:defRPr/>
            </a:lvl1pPr>
          </a:lstStyle>
          <a:p>
            <a:r>
              <a:rPr lang="en-US" dirty="0"/>
              <a:t>Thank you</a:t>
            </a:r>
          </a:p>
        </p:txBody>
      </p:sp>
    </p:spTree>
    <p:extLst>
      <p:ext uri="{BB962C8B-B14F-4D97-AF65-F5344CB8AC3E}">
        <p14:creationId xmlns:p14="http://schemas.microsoft.com/office/powerpoint/2010/main" val="29009854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preserve="1">
  <p:cSld name="Closing 1">
    <p:spTree>
      <p:nvGrpSpPr>
        <p:cNvPr id="1" name=""/>
        <p:cNvGrpSpPr/>
        <p:nvPr/>
      </p:nvGrpSpPr>
      <p:grpSpPr>
        <a:xfrm>
          <a:off x="0" y="0"/>
          <a:ext cx="0" cy="0"/>
          <a:chOff x="0" y="0"/>
          <a:chExt cx="0" cy="0"/>
        </a:xfrm>
      </p:grpSpPr>
      <p:grpSp>
        <p:nvGrpSpPr>
          <p:cNvPr id="3" name="Graphic 2" descr="Cisco logo">
            <a:extLst>
              <a:ext uri="{FF2B5EF4-FFF2-40B4-BE49-F238E27FC236}">
                <a16:creationId xmlns:a16="http://schemas.microsoft.com/office/drawing/2014/main" id="{9A32CA38-C4CF-D4BC-78F1-F151F8F9799C}"/>
              </a:ext>
            </a:extLst>
          </p:cNvPr>
          <p:cNvGrpSpPr>
            <a:grpSpLocks noChangeAspect="1"/>
          </p:cNvGrpSpPr>
          <p:nvPr/>
        </p:nvGrpSpPr>
        <p:grpSpPr>
          <a:xfrm>
            <a:off x="5487122" y="2978332"/>
            <a:ext cx="1217756" cy="640080"/>
            <a:chOff x="7202835" y="2919593"/>
            <a:chExt cx="1014444" cy="533215"/>
          </a:xfrm>
          <a:solidFill>
            <a:schemeClr val="bg1"/>
          </a:solidFill>
        </p:grpSpPr>
        <p:sp>
          <p:nvSpPr>
            <p:cNvPr id="4" name="Freeform 24">
              <a:extLst>
                <a:ext uri="{FF2B5EF4-FFF2-40B4-BE49-F238E27FC236}">
                  <a16:creationId xmlns:a16="http://schemas.microsoft.com/office/drawing/2014/main" id="{0848F511-CD0C-4E21-1411-CA7D0F6E3A43}"/>
                </a:ext>
              </a:extLst>
            </p:cNvPr>
            <p:cNvSpPr/>
            <p:nvPr/>
          </p:nvSpPr>
          <p:spPr>
            <a:xfrm>
              <a:off x="7489875" y="3273956"/>
              <a:ext cx="44467" cy="175170"/>
            </a:xfrm>
            <a:custGeom>
              <a:avLst/>
              <a:gdLst>
                <a:gd name="connsiteX0" fmla="*/ 0 w 44467"/>
                <a:gd name="connsiteY0" fmla="*/ 0 h 175170"/>
                <a:gd name="connsiteX1" fmla="*/ 44467 w 44467"/>
                <a:gd name="connsiteY1" fmla="*/ 0 h 175170"/>
                <a:gd name="connsiteX2" fmla="*/ 44467 w 44467"/>
                <a:gd name="connsiteY2" fmla="*/ 175170 h 175170"/>
                <a:gd name="connsiteX3" fmla="*/ 0 w 44467"/>
                <a:gd name="connsiteY3" fmla="*/ 175170 h 175170"/>
              </a:gdLst>
              <a:ahLst/>
              <a:cxnLst>
                <a:cxn ang="0">
                  <a:pos x="connsiteX0" y="connsiteY0"/>
                </a:cxn>
                <a:cxn ang="0">
                  <a:pos x="connsiteX1" y="connsiteY1"/>
                </a:cxn>
                <a:cxn ang="0">
                  <a:pos x="connsiteX2" y="connsiteY2"/>
                </a:cxn>
                <a:cxn ang="0">
                  <a:pos x="connsiteX3" y="connsiteY3"/>
                </a:cxn>
              </a:cxnLst>
              <a:rect l="l" t="t" r="r" b="b"/>
              <a:pathLst>
                <a:path w="44467" h="175170">
                  <a:moveTo>
                    <a:pt x="0" y="0"/>
                  </a:moveTo>
                  <a:lnTo>
                    <a:pt x="44467" y="0"/>
                  </a:lnTo>
                  <a:lnTo>
                    <a:pt x="44467" y="175170"/>
                  </a:lnTo>
                  <a:lnTo>
                    <a:pt x="0" y="175170"/>
                  </a:lnTo>
                  <a:close/>
                </a:path>
              </a:pathLst>
            </a:custGeom>
            <a:grpFill/>
            <a:ln w="9034" cap="flat">
              <a:noFill/>
              <a:prstDash val="solid"/>
              <a:miter/>
            </a:ln>
          </p:spPr>
          <p:txBody>
            <a:bodyPr rtlCol="0" anchor="ctr"/>
            <a:lstStyle/>
            <a:p>
              <a:pPr marL="0" marR="0" lvl="0" indent="0" algn="l" defTabSz="609559"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dirty="0">
                <a:ln>
                  <a:noFill/>
                </a:ln>
                <a:solidFill>
                  <a:srgbClr val="07182D"/>
                </a:solidFill>
                <a:effectLst/>
                <a:uLnTx/>
                <a:uFillTx/>
                <a:latin typeface="CiscoSansTT" panose="020B0503020201020303"/>
                <a:ea typeface="ＭＳ Ｐゴシック" charset="0"/>
              </a:endParaRPr>
            </a:p>
          </p:txBody>
        </p:sp>
        <p:sp>
          <p:nvSpPr>
            <p:cNvPr id="5" name="Freeform 25">
              <a:extLst>
                <a:ext uri="{FF2B5EF4-FFF2-40B4-BE49-F238E27FC236}">
                  <a16:creationId xmlns:a16="http://schemas.microsoft.com/office/drawing/2014/main" id="{CE7BD058-D0FF-047D-F5E7-7A0A610E086D}"/>
                </a:ext>
              </a:extLst>
            </p:cNvPr>
            <p:cNvSpPr/>
            <p:nvPr/>
          </p:nvSpPr>
          <p:spPr>
            <a:xfrm>
              <a:off x="7758493" y="3270889"/>
              <a:ext cx="134399" cy="181394"/>
            </a:xfrm>
            <a:custGeom>
              <a:avLst/>
              <a:gdLst>
                <a:gd name="connsiteX0" fmla="*/ 0 w 134399"/>
                <a:gd name="connsiteY0" fmla="*/ 90652 h 181394"/>
                <a:gd name="connsiteX1" fmla="*/ 93835 w 134399"/>
                <a:gd name="connsiteY1" fmla="*/ 181394 h 181394"/>
                <a:gd name="connsiteX2" fmla="*/ 134400 w 134399"/>
                <a:gd name="connsiteY2" fmla="*/ 175170 h 181394"/>
                <a:gd name="connsiteX3" fmla="*/ 134400 w 134399"/>
                <a:gd name="connsiteY3" fmla="*/ 128176 h 181394"/>
                <a:gd name="connsiteX4" fmla="*/ 97011 w 134399"/>
                <a:gd name="connsiteY4" fmla="*/ 137196 h 181394"/>
                <a:gd name="connsiteX5" fmla="*/ 50003 w 134399"/>
                <a:gd name="connsiteY5" fmla="*/ 90472 h 181394"/>
                <a:gd name="connsiteX6" fmla="*/ 97011 w 134399"/>
                <a:gd name="connsiteY6" fmla="*/ 43747 h 181394"/>
                <a:gd name="connsiteX7" fmla="*/ 134400 w 134399"/>
                <a:gd name="connsiteY7" fmla="*/ 52768 h 181394"/>
                <a:gd name="connsiteX8" fmla="*/ 134400 w 134399"/>
                <a:gd name="connsiteY8" fmla="*/ 6314 h 181394"/>
                <a:gd name="connsiteX9" fmla="*/ 93835 w 134399"/>
                <a:gd name="connsiteY9" fmla="*/ 0 h 181394"/>
                <a:gd name="connsiteX10" fmla="*/ 0 w 134399"/>
                <a:gd name="connsiteY10" fmla="*/ 90652 h 181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34399" h="181394">
                  <a:moveTo>
                    <a:pt x="0" y="90652"/>
                  </a:moveTo>
                  <a:cubicBezTo>
                    <a:pt x="0" y="147118"/>
                    <a:pt x="43832" y="181394"/>
                    <a:pt x="93835" y="181394"/>
                  </a:cubicBezTo>
                  <a:cubicBezTo>
                    <a:pt x="107583" y="181261"/>
                    <a:pt x="121250" y="179165"/>
                    <a:pt x="134400" y="175170"/>
                  </a:cubicBezTo>
                  <a:lnTo>
                    <a:pt x="134400" y="128176"/>
                  </a:lnTo>
                  <a:cubicBezTo>
                    <a:pt x="122893" y="134240"/>
                    <a:pt x="110034" y="137341"/>
                    <a:pt x="97011" y="137196"/>
                  </a:cubicBezTo>
                  <a:cubicBezTo>
                    <a:pt x="71048" y="137196"/>
                    <a:pt x="50003" y="116276"/>
                    <a:pt x="50003" y="90472"/>
                  </a:cubicBezTo>
                  <a:cubicBezTo>
                    <a:pt x="50003" y="64667"/>
                    <a:pt x="71048" y="43747"/>
                    <a:pt x="97011" y="43747"/>
                  </a:cubicBezTo>
                  <a:cubicBezTo>
                    <a:pt x="110034" y="43598"/>
                    <a:pt x="122893" y="46700"/>
                    <a:pt x="134400" y="52768"/>
                  </a:cubicBezTo>
                  <a:lnTo>
                    <a:pt x="134400" y="6314"/>
                  </a:lnTo>
                  <a:cubicBezTo>
                    <a:pt x="121287" y="2146"/>
                    <a:pt x="107602" y="15"/>
                    <a:pt x="93835" y="0"/>
                  </a:cubicBezTo>
                  <a:cubicBezTo>
                    <a:pt x="39385" y="0"/>
                    <a:pt x="0" y="38335"/>
                    <a:pt x="0" y="90652"/>
                  </a:cubicBezTo>
                </a:path>
              </a:pathLst>
            </a:custGeom>
            <a:grpFill/>
            <a:ln w="9034" cap="flat">
              <a:noFill/>
              <a:prstDash val="solid"/>
              <a:miter/>
            </a:ln>
          </p:spPr>
          <p:txBody>
            <a:bodyPr rtlCol="0" anchor="ctr"/>
            <a:lstStyle/>
            <a:p>
              <a:pPr marL="0" marR="0" lvl="0" indent="0" algn="l" defTabSz="609559"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dirty="0">
                <a:ln>
                  <a:noFill/>
                </a:ln>
                <a:solidFill>
                  <a:srgbClr val="07182D"/>
                </a:solidFill>
                <a:effectLst/>
                <a:uLnTx/>
                <a:uFillTx/>
                <a:latin typeface="CiscoSansTT" panose="020B0503020201020303"/>
                <a:ea typeface="ＭＳ Ｐゴシック" charset="0"/>
              </a:endParaRPr>
            </a:p>
          </p:txBody>
        </p:sp>
        <p:sp>
          <p:nvSpPr>
            <p:cNvPr id="6" name="Freeform 26">
              <a:extLst>
                <a:ext uri="{FF2B5EF4-FFF2-40B4-BE49-F238E27FC236}">
                  <a16:creationId xmlns:a16="http://schemas.microsoft.com/office/drawing/2014/main" id="{83623A44-0F0F-1370-66F6-0846CAF90985}"/>
                </a:ext>
              </a:extLst>
            </p:cNvPr>
            <p:cNvSpPr/>
            <p:nvPr/>
          </p:nvSpPr>
          <p:spPr>
            <a:xfrm>
              <a:off x="7294401" y="3270889"/>
              <a:ext cx="134581" cy="181394"/>
            </a:xfrm>
            <a:custGeom>
              <a:avLst/>
              <a:gdLst>
                <a:gd name="connsiteX0" fmla="*/ 0 w 134581"/>
                <a:gd name="connsiteY0" fmla="*/ 90652 h 181394"/>
                <a:gd name="connsiteX1" fmla="*/ 93926 w 134581"/>
                <a:gd name="connsiteY1" fmla="*/ 181394 h 181394"/>
                <a:gd name="connsiteX2" fmla="*/ 134581 w 134581"/>
                <a:gd name="connsiteY2" fmla="*/ 175170 h 181394"/>
                <a:gd name="connsiteX3" fmla="*/ 134581 w 134581"/>
                <a:gd name="connsiteY3" fmla="*/ 128176 h 181394"/>
                <a:gd name="connsiteX4" fmla="*/ 97193 w 134581"/>
                <a:gd name="connsiteY4" fmla="*/ 137196 h 181394"/>
                <a:gd name="connsiteX5" fmla="*/ 50184 w 134581"/>
                <a:gd name="connsiteY5" fmla="*/ 90472 h 181394"/>
                <a:gd name="connsiteX6" fmla="*/ 97193 w 134581"/>
                <a:gd name="connsiteY6" fmla="*/ 43747 h 181394"/>
                <a:gd name="connsiteX7" fmla="*/ 134581 w 134581"/>
                <a:gd name="connsiteY7" fmla="*/ 52768 h 181394"/>
                <a:gd name="connsiteX8" fmla="*/ 134581 w 134581"/>
                <a:gd name="connsiteY8" fmla="*/ 6314 h 181394"/>
                <a:gd name="connsiteX9" fmla="*/ 93926 w 134581"/>
                <a:gd name="connsiteY9" fmla="*/ 0 h 181394"/>
                <a:gd name="connsiteX10" fmla="*/ 181 w 134581"/>
                <a:gd name="connsiteY10" fmla="*/ 90652 h 181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34581" h="181394">
                  <a:moveTo>
                    <a:pt x="0" y="90652"/>
                  </a:moveTo>
                  <a:cubicBezTo>
                    <a:pt x="0" y="147118"/>
                    <a:pt x="43832" y="181394"/>
                    <a:pt x="93926" y="181394"/>
                  </a:cubicBezTo>
                  <a:cubicBezTo>
                    <a:pt x="107708" y="181268"/>
                    <a:pt x="121400" y="179172"/>
                    <a:pt x="134581" y="175170"/>
                  </a:cubicBezTo>
                  <a:lnTo>
                    <a:pt x="134581" y="128176"/>
                  </a:lnTo>
                  <a:cubicBezTo>
                    <a:pt x="123065" y="134222"/>
                    <a:pt x="110216" y="137322"/>
                    <a:pt x="97193" y="137196"/>
                  </a:cubicBezTo>
                  <a:cubicBezTo>
                    <a:pt x="71231" y="137196"/>
                    <a:pt x="50184" y="116276"/>
                    <a:pt x="50184" y="90472"/>
                  </a:cubicBezTo>
                  <a:cubicBezTo>
                    <a:pt x="50184" y="64667"/>
                    <a:pt x="71231" y="43747"/>
                    <a:pt x="97193" y="43747"/>
                  </a:cubicBezTo>
                  <a:cubicBezTo>
                    <a:pt x="110217" y="43613"/>
                    <a:pt x="123068" y="46714"/>
                    <a:pt x="134581" y="52768"/>
                  </a:cubicBezTo>
                  <a:lnTo>
                    <a:pt x="134581" y="6314"/>
                  </a:lnTo>
                  <a:cubicBezTo>
                    <a:pt x="121434" y="2159"/>
                    <a:pt x="107722" y="30"/>
                    <a:pt x="93926" y="0"/>
                  </a:cubicBezTo>
                  <a:cubicBezTo>
                    <a:pt x="39476" y="0"/>
                    <a:pt x="181" y="38335"/>
                    <a:pt x="181" y="90652"/>
                  </a:cubicBezTo>
                </a:path>
              </a:pathLst>
            </a:custGeom>
            <a:grpFill/>
            <a:ln w="9034" cap="flat">
              <a:noFill/>
              <a:prstDash val="solid"/>
              <a:miter/>
            </a:ln>
          </p:spPr>
          <p:txBody>
            <a:bodyPr rtlCol="0" anchor="ctr"/>
            <a:lstStyle/>
            <a:p>
              <a:pPr marL="0" marR="0" lvl="0" indent="0" algn="l" defTabSz="609559"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dirty="0">
                <a:ln>
                  <a:noFill/>
                </a:ln>
                <a:solidFill>
                  <a:srgbClr val="07182D"/>
                </a:solidFill>
                <a:effectLst/>
                <a:uLnTx/>
                <a:uFillTx/>
                <a:latin typeface="CiscoSansTT" panose="020B0503020201020303"/>
                <a:ea typeface="ＭＳ Ｐゴシック" charset="0"/>
              </a:endParaRPr>
            </a:p>
          </p:txBody>
        </p:sp>
        <p:sp>
          <p:nvSpPr>
            <p:cNvPr id="7" name="Freeform 27">
              <a:extLst>
                <a:ext uri="{FF2B5EF4-FFF2-40B4-BE49-F238E27FC236}">
                  <a16:creationId xmlns:a16="http://schemas.microsoft.com/office/drawing/2014/main" id="{8ABAB402-379C-A6D8-AF39-B22717AC8652}"/>
                </a:ext>
              </a:extLst>
            </p:cNvPr>
            <p:cNvSpPr/>
            <p:nvPr/>
          </p:nvSpPr>
          <p:spPr>
            <a:xfrm>
              <a:off x="7943079" y="3270861"/>
              <a:ext cx="182591" cy="181947"/>
            </a:xfrm>
            <a:custGeom>
              <a:avLst/>
              <a:gdLst>
                <a:gd name="connsiteX0" fmla="*/ 89568 w 182591"/>
                <a:gd name="connsiteY0" fmla="*/ 137224 h 181947"/>
                <a:gd name="connsiteX1" fmla="*/ 42832 w 182591"/>
                <a:gd name="connsiteY1" fmla="*/ 91494 h 181947"/>
                <a:gd name="connsiteX2" fmla="*/ 88842 w 182591"/>
                <a:gd name="connsiteY2" fmla="*/ 45041 h 181947"/>
                <a:gd name="connsiteX3" fmla="*/ 135578 w 182591"/>
                <a:gd name="connsiteY3" fmla="*/ 90772 h 181947"/>
                <a:gd name="connsiteX4" fmla="*/ 135578 w 182591"/>
                <a:gd name="connsiteY4" fmla="*/ 91131 h 181947"/>
                <a:gd name="connsiteX5" fmla="*/ 91220 w 182591"/>
                <a:gd name="connsiteY5" fmla="*/ 137218 h 181947"/>
                <a:gd name="connsiteX6" fmla="*/ 89568 w 182591"/>
                <a:gd name="connsiteY6" fmla="*/ 137224 h 181947"/>
                <a:gd name="connsiteX7" fmla="*/ 89568 w 182591"/>
                <a:gd name="connsiteY7" fmla="*/ 479 h 181947"/>
                <a:gd name="connsiteX8" fmla="*/ 17 w 182591"/>
                <a:gd name="connsiteY8" fmla="*/ 92919 h 181947"/>
                <a:gd name="connsiteX9" fmla="*/ 93017 w 182591"/>
                <a:gd name="connsiteY9" fmla="*/ 181931 h 181947"/>
                <a:gd name="connsiteX10" fmla="*/ 182586 w 182591"/>
                <a:gd name="connsiteY10" fmla="*/ 91131 h 181947"/>
                <a:gd name="connsiteX11" fmla="*/ 92781 w 182591"/>
                <a:gd name="connsiteY11" fmla="*/ 5 h 181947"/>
                <a:gd name="connsiteX12" fmla="*/ 89568 w 182591"/>
                <a:gd name="connsiteY12" fmla="*/ 28 h 1819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82591" h="181947">
                  <a:moveTo>
                    <a:pt x="89568" y="137224"/>
                  </a:moveTo>
                  <a:cubicBezTo>
                    <a:pt x="63959" y="137423"/>
                    <a:pt x="43032" y="116949"/>
                    <a:pt x="42832" y="91494"/>
                  </a:cubicBezTo>
                  <a:cubicBezTo>
                    <a:pt x="42633" y="66038"/>
                    <a:pt x="63233" y="45241"/>
                    <a:pt x="88842" y="45041"/>
                  </a:cubicBezTo>
                  <a:cubicBezTo>
                    <a:pt x="114452" y="44842"/>
                    <a:pt x="135378" y="65317"/>
                    <a:pt x="135578" y="90772"/>
                  </a:cubicBezTo>
                  <a:cubicBezTo>
                    <a:pt x="135578" y="90891"/>
                    <a:pt x="135578" y="91011"/>
                    <a:pt x="135578" y="91131"/>
                  </a:cubicBezTo>
                  <a:cubicBezTo>
                    <a:pt x="136132" y="116033"/>
                    <a:pt x="116267" y="136667"/>
                    <a:pt x="91220" y="137218"/>
                  </a:cubicBezTo>
                  <a:cubicBezTo>
                    <a:pt x="90666" y="137229"/>
                    <a:pt x="90122" y="137232"/>
                    <a:pt x="89568" y="137224"/>
                  </a:cubicBezTo>
                  <a:moveTo>
                    <a:pt x="89568" y="479"/>
                  </a:moveTo>
                  <a:cubicBezTo>
                    <a:pt x="39157" y="1425"/>
                    <a:pt x="-936" y="42812"/>
                    <a:pt x="17" y="92919"/>
                  </a:cubicBezTo>
                  <a:cubicBezTo>
                    <a:pt x="969" y="143026"/>
                    <a:pt x="42605" y="182877"/>
                    <a:pt x="93017" y="181931"/>
                  </a:cubicBezTo>
                  <a:cubicBezTo>
                    <a:pt x="142784" y="180997"/>
                    <a:pt x="182623" y="140607"/>
                    <a:pt x="182586" y="91131"/>
                  </a:cubicBezTo>
                  <a:cubicBezTo>
                    <a:pt x="183104" y="41317"/>
                    <a:pt x="142893" y="519"/>
                    <a:pt x="92781" y="5"/>
                  </a:cubicBezTo>
                  <a:cubicBezTo>
                    <a:pt x="91710" y="-6"/>
                    <a:pt x="90639" y="1"/>
                    <a:pt x="89568" y="28"/>
                  </a:cubicBezTo>
                </a:path>
              </a:pathLst>
            </a:custGeom>
            <a:grpFill/>
            <a:ln w="9034" cap="flat">
              <a:noFill/>
              <a:prstDash val="solid"/>
              <a:miter/>
            </a:ln>
          </p:spPr>
          <p:txBody>
            <a:bodyPr rtlCol="0" anchor="ctr"/>
            <a:lstStyle/>
            <a:p>
              <a:pPr marL="0" marR="0" lvl="0" indent="0" algn="l" defTabSz="609559"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dirty="0">
                <a:ln>
                  <a:noFill/>
                </a:ln>
                <a:solidFill>
                  <a:srgbClr val="07182D"/>
                </a:solidFill>
                <a:effectLst/>
                <a:uLnTx/>
                <a:uFillTx/>
                <a:latin typeface="CiscoSansTT" panose="020B0503020201020303"/>
                <a:ea typeface="ＭＳ Ｐゴシック" charset="0"/>
              </a:endParaRPr>
            </a:p>
          </p:txBody>
        </p:sp>
        <p:sp>
          <p:nvSpPr>
            <p:cNvPr id="8" name="Freeform 28">
              <a:extLst>
                <a:ext uri="{FF2B5EF4-FFF2-40B4-BE49-F238E27FC236}">
                  <a16:creationId xmlns:a16="http://schemas.microsoft.com/office/drawing/2014/main" id="{A0F49F63-D861-23D0-7A32-6898EA38AA9E}"/>
                </a:ext>
              </a:extLst>
            </p:cNvPr>
            <p:cNvSpPr/>
            <p:nvPr/>
          </p:nvSpPr>
          <p:spPr>
            <a:xfrm>
              <a:off x="7593692" y="3270799"/>
              <a:ext cx="121059" cy="181484"/>
            </a:xfrm>
            <a:custGeom>
              <a:avLst/>
              <a:gdLst>
                <a:gd name="connsiteX0" fmla="*/ 79678 w 121059"/>
                <a:gd name="connsiteY0" fmla="*/ 72612 h 181484"/>
                <a:gd name="connsiteX1" fmla="*/ 67427 w 121059"/>
                <a:gd name="connsiteY1" fmla="*/ 68733 h 181484"/>
                <a:gd name="connsiteX2" fmla="*/ 47099 w 121059"/>
                <a:gd name="connsiteY2" fmla="*/ 52046 h 181484"/>
                <a:gd name="connsiteX3" fmla="*/ 74324 w 121059"/>
                <a:gd name="connsiteY3" fmla="*/ 37614 h 181484"/>
                <a:gd name="connsiteX4" fmla="*/ 109081 w 121059"/>
                <a:gd name="connsiteY4" fmla="*/ 43026 h 181484"/>
                <a:gd name="connsiteX5" fmla="*/ 109081 w 121059"/>
                <a:gd name="connsiteY5" fmla="*/ 5592 h 181484"/>
                <a:gd name="connsiteX6" fmla="*/ 65703 w 121059"/>
                <a:gd name="connsiteY6" fmla="*/ 0 h 181484"/>
                <a:gd name="connsiteX7" fmla="*/ 0 w 121059"/>
                <a:gd name="connsiteY7" fmla="*/ 54752 h 181484"/>
                <a:gd name="connsiteX8" fmla="*/ 45375 w 121059"/>
                <a:gd name="connsiteY8" fmla="*/ 105986 h 181484"/>
                <a:gd name="connsiteX9" fmla="*/ 54994 w 121059"/>
                <a:gd name="connsiteY9" fmla="*/ 109143 h 181484"/>
                <a:gd name="connsiteX10" fmla="*/ 74778 w 121059"/>
                <a:gd name="connsiteY10" fmla="*/ 126462 h 181484"/>
                <a:gd name="connsiteX11" fmla="*/ 42471 w 121059"/>
                <a:gd name="connsiteY11" fmla="*/ 142878 h 181484"/>
                <a:gd name="connsiteX12" fmla="*/ 454 w 121059"/>
                <a:gd name="connsiteY12" fmla="*/ 136384 h 181484"/>
                <a:gd name="connsiteX13" fmla="*/ 454 w 121059"/>
                <a:gd name="connsiteY13" fmla="*/ 176704 h 181484"/>
                <a:gd name="connsiteX14" fmla="*/ 48460 w 121059"/>
                <a:gd name="connsiteY14" fmla="*/ 181484 h 181484"/>
                <a:gd name="connsiteX15" fmla="*/ 121060 w 121059"/>
                <a:gd name="connsiteY15" fmla="*/ 122673 h 181484"/>
                <a:gd name="connsiteX16" fmla="*/ 79043 w 121059"/>
                <a:gd name="connsiteY16" fmla="*/ 72612 h 1814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1059" h="181484">
                  <a:moveTo>
                    <a:pt x="79678" y="72612"/>
                  </a:moveTo>
                  <a:lnTo>
                    <a:pt x="67427" y="68733"/>
                  </a:lnTo>
                  <a:cubicBezTo>
                    <a:pt x="60167" y="66388"/>
                    <a:pt x="47099" y="62690"/>
                    <a:pt x="47099" y="52046"/>
                  </a:cubicBezTo>
                  <a:cubicBezTo>
                    <a:pt x="47099" y="43567"/>
                    <a:pt x="56718" y="37614"/>
                    <a:pt x="74324" y="37614"/>
                  </a:cubicBezTo>
                  <a:cubicBezTo>
                    <a:pt x="86085" y="38079"/>
                    <a:pt x="97746" y="39896"/>
                    <a:pt x="109081" y="43026"/>
                  </a:cubicBezTo>
                  <a:lnTo>
                    <a:pt x="109081" y="5592"/>
                  </a:lnTo>
                  <a:cubicBezTo>
                    <a:pt x="94888" y="2071"/>
                    <a:pt x="80331" y="194"/>
                    <a:pt x="65703" y="0"/>
                  </a:cubicBezTo>
                  <a:cubicBezTo>
                    <a:pt x="24684" y="0"/>
                    <a:pt x="0" y="22009"/>
                    <a:pt x="0" y="54752"/>
                  </a:cubicBezTo>
                  <a:cubicBezTo>
                    <a:pt x="0" y="83797"/>
                    <a:pt x="20691" y="98229"/>
                    <a:pt x="45375" y="105986"/>
                  </a:cubicBezTo>
                  <a:cubicBezTo>
                    <a:pt x="48188" y="106888"/>
                    <a:pt x="52272" y="108151"/>
                    <a:pt x="54994" y="109143"/>
                  </a:cubicBezTo>
                  <a:cubicBezTo>
                    <a:pt x="65975" y="112571"/>
                    <a:pt x="74778" y="117622"/>
                    <a:pt x="74778" y="126462"/>
                  </a:cubicBezTo>
                  <a:cubicBezTo>
                    <a:pt x="74778" y="135301"/>
                    <a:pt x="64614" y="142878"/>
                    <a:pt x="42471" y="142878"/>
                  </a:cubicBezTo>
                  <a:cubicBezTo>
                    <a:pt x="28250" y="142457"/>
                    <a:pt x="14130" y="140275"/>
                    <a:pt x="454" y="136384"/>
                  </a:cubicBezTo>
                  <a:lnTo>
                    <a:pt x="454" y="176704"/>
                  </a:lnTo>
                  <a:cubicBezTo>
                    <a:pt x="16281" y="179724"/>
                    <a:pt x="32343" y="181324"/>
                    <a:pt x="48460" y="181484"/>
                  </a:cubicBezTo>
                  <a:cubicBezTo>
                    <a:pt x="82491" y="181484"/>
                    <a:pt x="121060" y="166691"/>
                    <a:pt x="121060" y="122673"/>
                  </a:cubicBezTo>
                  <a:cubicBezTo>
                    <a:pt x="121060" y="101296"/>
                    <a:pt x="107901" y="81632"/>
                    <a:pt x="79043" y="72612"/>
                  </a:cubicBezTo>
                </a:path>
              </a:pathLst>
            </a:custGeom>
            <a:grpFill/>
            <a:ln w="9034" cap="flat">
              <a:noFill/>
              <a:prstDash val="solid"/>
              <a:miter/>
            </a:ln>
          </p:spPr>
          <p:txBody>
            <a:bodyPr rtlCol="0" anchor="ctr"/>
            <a:lstStyle/>
            <a:p>
              <a:pPr marL="0" marR="0" lvl="0" indent="0" algn="l" defTabSz="609559"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dirty="0">
                <a:ln>
                  <a:noFill/>
                </a:ln>
                <a:solidFill>
                  <a:srgbClr val="07182D"/>
                </a:solidFill>
                <a:effectLst/>
                <a:uLnTx/>
                <a:uFillTx/>
                <a:latin typeface="CiscoSansTT" panose="020B0503020201020303"/>
                <a:ea typeface="ＭＳ Ｐゴシック" charset="0"/>
              </a:endParaRPr>
            </a:p>
          </p:txBody>
        </p:sp>
        <p:sp>
          <p:nvSpPr>
            <p:cNvPr id="9" name="Freeform 29">
              <a:extLst>
                <a:ext uri="{FF2B5EF4-FFF2-40B4-BE49-F238E27FC236}">
                  <a16:creationId xmlns:a16="http://schemas.microsoft.com/office/drawing/2014/main" id="{62CA1BBC-594E-0B3B-ACB5-5180E647EB68}"/>
                </a:ext>
              </a:extLst>
            </p:cNvPr>
            <p:cNvSpPr/>
            <p:nvPr/>
          </p:nvSpPr>
          <p:spPr>
            <a:xfrm>
              <a:off x="7202835" y="3063878"/>
              <a:ext cx="44194" cy="88432"/>
            </a:xfrm>
            <a:custGeom>
              <a:avLst/>
              <a:gdLst>
                <a:gd name="connsiteX0" fmla="*/ 22143 w 44194"/>
                <a:gd name="connsiteY0" fmla="*/ 0 h 88432"/>
                <a:gd name="connsiteX1" fmla="*/ 0 w 44194"/>
                <a:gd name="connsiteY1" fmla="*/ 21919 h 88432"/>
                <a:gd name="connsiteX2" fmla="*/ 0 w 44194"/>
                <a:gd name="connsiteY2" fmla="*/ 67831 h 88432"/>
                <a:gd name="connsiteX3" fmla="*/ 23514 w 44194"/>
                <a:gd name="connsiteY3" fmla="*/ 88387 h 88432"/>
                <a:gd name="connsiteX4" fmla="*/ 44195 w 44194"/>
                <a:gd name="connsiteY4" fmla="*/ 67831 h 88432"/>
                <a:gd name="connsiteX5" fmla="*/ 44195 w 44194"/>
                <a:gd name="connsiteY5" fmla="*/ 21919 h 88432"/>
                <a:gd name="connsiteX6" fmla="*/ 22143 w 44194"/>
                <a:gd name="connsiteY6" fmla="*/ 0 h 884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194" h="88432">
                  <a:moveTo>
                    <a:pt x="22143" y="0"/>
                  </a:moveTo>
                  <a:cubicBezTo>
                    <a:pt x="9949" y="0"/>
                    <a:pt x="50" y="9799"/>
                    <a:pt x="0" y="21919"/>
                  </a:cubicBezTo>
                  <a:lnTo>
                    <a:pt x="0" y="67831"/>
                  </a:lnTo>
                  <a:cubicBezTo>
                    <a:pt x="782" y="79961"/>
                    <a:pt x="11310" y="89165"/>
                    <a:pt x="23514" y="88387"/>
                  </a:cubicBezTo>
                  <a:cubicBezTo>
                    <a:pt x="34627" y="87679"/>
                    <a:pt x="43483" y="78877"/>
                    <a:pt x="44195" y="67831"/>
                  </a:cubicBezTo>
                  <a:lnTo>
                    <a:pt x="44195" y="21919"/>
                  </a:lnTo>
                  <a:cubicBezTo>
                    <a:pt x="44195" y="9813"/>
                    <a:pt x="34321" y="0"/>
                    <a:pt x="22143" y="0"/>
                  </a:cubicBezTo>
                </a:path>
              </a:pathLst>
            </a:custGeom>
            <a:grpFill/>
            <a:ln w="9034" cap="flat">
              <a:noFill/>
              <a:prstDash val="solid"/>
              <a:miter/>
            </a:ln>
          </p:spPr>
          <p:txBody>
            <a:bodyPr rtlCol="0" anchor="ctr"/>
            <a:lstStyle/>
            <a:p>
              <a:pPr marL="0" marR="0" lvl="0" indent="0" algn="l" defTabSz="609559"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dirty="0">
                <a:ln>
                  <a:noFill/>
                </a:ln>
                <a:solidFill>
                  <a:srgbClr val="07182D"/>
                </a:solidFill>
                <a:effectLst/>
                <a:uLnTx/>
                <a:uFillTx/>
                <a:latin typeface="CiscoSansTT" panose="020B0503020201020303"/>
                <a:ea typeface="ＭＳ Ｐゴシック" charset="0"/>
              </a:endParaRPr>
            </a:p>
          </p:txBody>
        </p:sp>
        <p:sp>
          <p:nvSpPr>
            <p:cNvPr id="10" name="Freeform 30">
              <a:extLst>
                <a:ext uri="{FF2B5EF4-FFF2-40B4-BE49-F238E27FC236}">
                  <a16:creationId xmlns:a16="http://schemas.microsoft.com/office/drawing/2014/main" id="{51B57147-07A3-179D-3B44-669E31BA0779}"/>
                </a:ext>
              </a:extLst>
            </p:cNvPr>
            <p:cNvSpPr/>
            <p:nvPr/>
          </p:nvSpPr>
          <p:spPr>
            <a:xfrm>
              <a:off x="7324348" y="3003533"/>
              <a:ext cx="44104" cy="150094"/>
            </a:xfrm>
            <a:custGeom>
              <a:avLst/>
              <a:gdLst>
                <a:gd name="connsiteX0" fmla="*/ 22052 w 44104"/>
                <a:gd name="connsiteY0" fmla="*/ 150094 h 150094"/>
                <a:gd name="connsiteX1" fmla="*/ 44104 w 44104"/>
                <a:gd name="connsiteY1" fmla="*/ 128176 h 150094"/>
                <a:gd name="connsiteX2" fmla="*/ 44104 w 44104"/>
                <a:gd name="connsiteY2" fmla="*/ 21919 h 150094"/>
                <a:gd name="connsiteX3" fmla="*/ 22052 w 44104"/>
                <a:gd name="connsiteY3" fmla="*/ 0 h 150094"/>
                <a:gd name="connsiteX4" fmla="*/ 0 w 44104"/>
                <a:gd name="connsiteY4" fmla="*/ 21919 h 150094"/>
                <a:gd name="connsiteX5" fmla="*/ 0 w 44104"/>
                <a:gd name="connsiteY5" fmla="*/ 128176 h 150094"/>
                <a:gd name="connsiteX6" fmla="*/ 22052 w 44104"/>
                <a:gd name="connsiteY6" fmla="*/ 150094 h 150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104" h="150094">
                  <a:moveTo>
                    <a:pt x="22052" y="150094"/>
                  </a:moveTo>
                  <a:cubicBezTo>
                    <a:pt x="34231" y="150094"/>
                    <a:pt x="44104" y="140281"/>
                    <a:pt x="44104" y="128176"/>
                  </a:cubicBezTo>
                  <a:lnTo>
                    <a:pt x="44104" y="21919"/>
                  </a:lnTo>
                  <a:cubicBezTo>
                    <a:pt x="44104" y="9813"/>
                    <a:pt x="34231" y="0"/>
                    <a:pt x="22052" y="0"/>
                  </a:cubicBezTo>
                  <a:cubicBezTo>
                    <a:pt x="9873" y="0"/>
                    <a:pt x="0" y="9813"/>
                    <a:pt x="0" y="21919"/>
                  </a:cubicBezTo>
                  <a:lnTo>
                    <a:pt x="0" y="128176"/>
                  </a:lnTo>
                  <a:cubicBezTo>
                    <a:pt x="0" y="140281"/>
                    <a:pt x="9873" y="150094"/>
                    <a:pt x="22052" y="150094"/>
                  </a:cubicBezTo>
                </a:path>
              </a:pathLst>
            </a:custGeom>
            <a:grpFill/>
            <a:ln w="9034" cap="flat">
              <a:noFill/>
              <a:prstDash val="solid"/>
              <a:miter/>
            </a:ln>
          </p:spPr>
          <p:txBody>
            <a:bodyPr rtlCol="0" anchor="ctr"/>
            <a:lstStyle/>
            <a:p>
              <a:pPr marL="0" marR="0" lvl="0" indent="0" algn="l" defTabSz="609559"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dirty="0">
                <a:ln>
                  <a:noFill/>
                </a:ln>
                <a:solidFill>
                  <a:srgbClr val="07182D"/>
                </a:solidFill>
                <a:effectLst/>
                <a:uLnTx/>
                <a:uFillTx/>
                <a:latin typeface="CiscoSansTT" panose="020B0503020201020303"/>
                <a:ea typeface="ＭＳ Ｐゴシック" charset="0"/>
              </a:endParaRPr>
            </a:p>
          </p:txBody>
        </p:sp>
        <p:sp>
          <p:nvSpPr>
            <p:cNvPr id="11" name="Freeform 31">
              <a:extLst>
                <a:ext uri="{FF2B5EF4-FFF2-40B4-BE49-F238E27FC236}">
                  <a16:creationId xmlns:a16="http://schemas.microsoft.com/office/drawing/2014/main" id="{D2F4977B-6C3A-1749-28D3-74067758D800}"/>
                </a:ext>
              </a:extLst>
            </p:cNvPr>
            <p:cNvSpPr/>
            <p:nvPr/>
          </p:nvSpPr>
          <p:spPr>
            <a:xfrm>
              <a:off x="7445589" y="2921000"/>
              <a:ext cx="44104" cy="276375"/>
            </a:xfrm>
            <a:custGeom>
              <a:avLst/>
              <a:gdLst>
                <a:gd name="connsiteX0" fmla="*/ 22052 w 44104"/>
                <a:gd name="connsiteY0" fmla="*/ 0 h 276375"/>
                <a:gd name="connsiteX1" fmla="*/ 0 w 44104"/>
                <a:gd name="connsiteY1" fmla="*/ 21919 h 276375"/>
                <a:gd name="connsiteX2" fmla="*/ 0 w 44104"/>
                <a:gd name="connsiteY2" fmla="*/ 254457 h 276375"/>
                <a:gd name="connsiteX3" fmla="*/ 22052 w 44104"/>
                <a:gd name="connsiteY3" fmla="*/ 276376 h 276375"/>
                <a:gd name="connsiteX4" fmla="*/ 44104 w 44104"/>
                <a:gd name="connsiteY4" fmla="*/ 254457 h 276375"/>
                <a:gd name="connsiteX5" fmla="*/ 44104 w 44104"/>
                <a:gd name="connsiteY5" fmla="*/ 21919 h 276375"/>
                <a:gd name="connsiteX6" fmla="*/ 22052 w 44104"/>
                <a:gd name="connsiteY6" fmla="*/ 0 h 276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104" h="276375">
                  <a:moveTo>
                    <a:pt x="22052" y="0"/>
                  </a:moveTo>
                  <a:cubicBezTo>
                    <a:pt x="9873" y="0"/>
                    <a:pt x="0" y="9813"/>
                    <a:pt x="0" y="21919"/>
                  </a:cubicBezTo>
                  <a:lnTo>
                    <a:pt x="0" y="254457"/>
                  </a:lnTo>
                  <a:cubicBezTo>
                    <a:pt x="0" y="266563"/>
                    <a:pt x="9873" y="276376"/>
                    <a:pt x="22052" y="276376"/>
                  </a:cubicBezTo>
                  <a:cubicBezTo>
                    <a:pt x="34231" y="276376"/>
                    <a:pt x="44104" y="266563"/>
                    <a:pt x="44104" y="254457"/>
                  </a:cubicBezTo>
                  <a:lnTo>
                    <a:pt x="44104" y="21919"/>
                  </a:lnTo>
                  <a:cubicBezTo>
                    <a:pt x="44104" y="9813"/>
                    <a:pt x="34231" y="0"/>
                    <a:pt x="22052" y="0"/>
                  </a:cubicBezTo>
                </a:path>
              </a:pathLst>
            </a:custGeom>
            <a:grpFill/>
            <a:ln w="9034" cap="flat">
              <a:noFill/>
              <a:prstDash val="solid"/>
              <a:miter/>
            </a:ln>
          </p:spPr>
          <p:txBody>
            <a:bodyPr rtlCol="0" anchor="ctr"/>
            <a:lstStyle/>
            <a:p>
              <a:pPr marL="0" marR="0" lvl="0" indent="0" algn="l" defTabSz="609559"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dirty="0">
                <a:ln>
                  <a:noFill/>
                </a:ln>
                <a:solidFill>
                  <a:srgbClr val="07182D"/>
                </a:solidFill>
                <a:effectLst/>
                <a:uLnTx/>
                <a:uFillTx/>
                <a:latin typeface="CiscoSansTT" panose="020B0503020201020303"/>
                <a:ea typeface="ＭＳ Ｐゴシック" charset="0"/>
              </a:endParaRPr>
            </a:p>
          </p:txBody>
        </p:sp>
        <p:sp>
          <p:nvSpPr>
            <p:cNvPr id="12" name="Freeform 32">
              <a:extLst>
                <a:ext uri="{FF2B5EF4-FFF2-40B4-BE49-F238E27FC236}">
                  <a16:creationId xmlns:a16="http://schemas.microsoft.com/office/drawing/2014/main" id="{7539BE40-6861-0AFB-E72A-25B2630122C7}"/>
                </a:ext>
              </a:extLst>
            </p:cNvPr>
            <p:cNvSpPr/>
            <p:nvPr/>
          </p:nvSpPr>
          <p:spPr>
            <a:xfrm>
              <a:off x="7566921" y="3003533"/>
              <a:ext cx="44104" cy="150094"/>
            </a:xfrm>
            <a:custGeom>
              <a:avLst/>
              <a:gdLst>
                <a:gd name="connsiteX0" fmla="*/ 44104 w 44104"/>
                <a:gd name="connsiteY0" fmla="*/ 128176 h 150094"/>
                <a:gd name="connsiteX1" fmla="*/ 44104 w 44104"/>
                <a:gd name="connsiteY1" fmla="*/ 21919 h 150094"/>
                <a:gd name="connsiteX2" fmla="*/ 22052 w 44104"/>
                <a:gd name="connsiteY2" fmla="*/ 0 h 150094"/>
                <a:gd name="connsiteX3" fmla="*/ 0 w 44104"/>
                <a:gd name="connsiteY3" fmla="*/ 21919 h 150094"/>
                <a:gd name="connsiteX4" fmla="*/ 0 w 44104"/>
                <a:gd name="connsiteY4" fmla="*/ 128176 h 150094"/>
                <a:gd name="connsiteX5" fmla="*/ 22052 w 44104"/>
                <a:gd name="connsiteY5" fmla="*/ 150094 h 150094"/>
                <a:gd name="connsiteX6" fmla="*/ 44104 w 44104"/>
                <a:gd name="connsiteY6" fmla="*/ 128176 h 150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104" h="150094">
                  <a:moveTo>
                    <a:pt x="44104" y="128176"/>
                  </a:moveTo>
                  <a:lnTo>
                    <a:pt x="44104" y="21919"/>
                  </a:lnTo>
                  <a:cubicBezTo>
                    <a:pt x="44104" y="9813"/>
                    <a:pt x="34231" y="0"/>
                    <a:pt x="22052" y="0"/>
                  </a:cubicBezTo>
                  <a:cubicBezTo>
                    <a:pt x="9874" y="0"/>
                    <a:pt x="0" y="9813"/>
                    <a:pt x="0" y="21919"/>
                  </a:cubicBezTo>
                  <a:lnTo>
                    <a:pt x="0" y="128176"/>
                  </a:lnTo>
                  <a:cubicBezTo>
                    <a:pt x="0" y="140281"/>
                    <a:pt x="9874" y="150094"/>
                    <a:pt x="22052" y="150094"/>
                  </a:cubicBezTo>
                  <a:cubicBezTo>
                    <a:pt x="34231" y="150094"/>
                    <a:pt x="44104" y="140281"/>
                    <a:pt x="44104" y="128176"/>
                  </a:cubicBezTo>
                </a:path>
              </a:pathLst>
            </a:custGeom>
            <a:grpFill/>
            <a:ln w="9034" cap="flat">
              <a:noFill/>
              <a:prstDash val="solid"/>
              <a:miter/>
            </a:ln>
          </p:spPr>
          <p:txBody>
            <a:bodyPr rtlCol="0" anchor="ctr"/>
            <a:lstStyle/>
            <a:p>
              <a:pPr marL="0" marR="0" lvl="0" indent="0" algn="l" defTabSz="609559"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dirty="0">
                <a:ln>
                  <a:noFill/>
                </a:ln>
                <a:solidFill>
                  <a:srgbClr val="07182D"/>
                </a:solidFill>
                <a:effectLst/>
                <a:uLnTx/>
                <a:uFillTx/>
                <a:latin typeface="CiscoSansTT" panose="020B0503020201020303"/>
                <a:ea typeface="ＭＳ Ｐゴシック" charset="0"/>
              </a:endParaRPr>
            </a:p>
          </p:txBody>
        </p:sp>
        <p:sp>
          <p:nvSpPr>
            <p:cNvPr id="13" name="Freeform 33">
              <a:extLst>
                <a:ext uri="{FF2B5EF4-FFF2-40B4-BE49-F238E27FC236}">
                  <a16:creationId xmlns:a16="http://schemas.microsoft.com/office/drawing/2014/main" id="{8726BE87-6F3D-1887-CD70-E89DF7FE7BFC}"/>
                </a:ext>
              </a:extLst>
            </p:cNvPr>
            <p:cNvSpPr/>
            <p:nvPr/>
          </p:nvSpPr>
          <p:spPr>
            <a:xfrm>
              <a:off x="7687800" y="3063876"/>
              <a:ext cx="44104" cy="89751"/>
            </a:xfrm>
            <a:custGeom>
              <a:avLst/>
              <a:gdLst>
                <a:gd name="connsiteX0" fmla="*/ 22415 w 44104"/>
                <a:gd name="connsiteY0" fmla="*/ 2 h 89751"/>
                <a:gd name="connsiteX1" fmla="*/ 0 w 44104"/>
                <a:gd name="connsiteY1" fmla="*/ 21738 h 89751"/>
                <a:gd name="connsiteX2" fmla="*/ 0 w 44104"/>
                <a:gd name="connsiteY2" fmla="*/ 21921 h 89751"/>
                <a:gd name="connsiteX3" fmla="*/ 0 w 44104"/>
                <a:gd name="connsiteY3" fmla="*/ 67833 h 89751"/>
                <a:gd name="connsiteX4" fmla="*/ 22052 w 44104"/>
                <a:gd name="connsiteY4" fmla="*/ 89752 h 89751"/>
                <a:gd name="connsiteX5" fmla="*/ 44104 w 44104"/>
                <a:gd name="connsiteY5" fmla="*/ 67833 h 89751"/>
                <a:gd name="connsiteX6" fmla="*/ 44104 w 44104"/>
                <a:gd name="connsiteY6" fmla="*/ 21921 h 89751"/>
                <a:gd name="connsiteX7" fmla="*/ 22143 w 44104"/>
                <a:gd name="connsiteY7" fmla="*/ 2 h 897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4104" h="89751">
                  <a:moveTo>
                    <a:pt x="22415" y="2"/>
                  </a:moveTo>
                  <a:cubicBezTo>
                    <a:pt x="10191" y="-148"/>
                    <a:pt x="154" y="9584"/>
                    <a:pt x="0" y="21738"/>
                  </a:cubicBezTo>
                  <a:cubicBezTo>
                    <a:pt x="0" y="21799"/>
                    <a:pt x="0" y="21860"/>
                    <a:pt x="0" y="21921"/>
                  </a:cubicBezTo>
                  <a:lnTo>
                    <a:pt x="0" y="67833"/>
                  </a:lnTo>
                  <a:cubicBezTo>
                    <a:pt x="0" y="79939"/>
                    <a:pt x="9874" y="89752"/>
                    <a:pt x="22052" y="89752"/>
                  </a:cubicBezTo>
                  <a:cubicBezTo>
                    <a:pt x="34231" y="89752"/>
                    <a:pt x="44104" y="79939"/>
                    <a:pt x="44104" y="67833"/>
                  </a:cubicBezTo>
                  <a:lnTo>
                    <a:pt x="44104" y="21921"/>
                  </a:lnTo>
                  <a:cubicBezTo>
                    <a:pt x="44104" y="9850"/>
                    <a:pt x="34285" y="51"/>
                    <a:pt x="22143" y="2"/>
                  </a:cubicBezTo>
                </a:path>
              </a:pathLst>
            </a:custGeom>
            <a:grpFill/>
            <a:ln w="9034" cap="flat">
              <a:noFill/>
              <a:prstDash val="solid"/>
              <a:miter/>
            </a:ln>
          </p:spPr>
          <p:txBody>
            <a:bodyPr rtlCol="0" anchor="ctr"/>
            <a:lstStyle/>
            <a:p>
              <a:pPr marL="0" marR="0" lvl="0" indent="0" algn="l" defTabSz="609559"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dirty="0">
                <a:ln>
                  <a:noFill/>
                </a:ln>
                <a:solidFill>
                  <a:srgbClr val="07182D"/>
                </a:solidFill>
                <a:effectLst/>
                <a:uLnTx/>
                <a:uFillTx/>
                <a:latin typeface="CiscoSansTT" panose="020B0503020201020303"/>
                <a:ea typeface="ＭＳ Ｐゴシック" charset="0"/>
              </a:endParaRPr>
            </a:p>
          </p:txBody>
        </p:sp>
        <p:sp>
          <p:nvSpPr>
            <p:cNvPr id="14" name="Freeform 34">
              <a:extLst>
                <a:ext uri="{FF2B5EF4-FFF2-40B4-BE49-F238E27FC236}">
                  <a16:creationId xmlns:a16="http://schemas.microsoft.com/office/drawing/2014/main" id="{EB3564BA-B2F9-645B-AD4D-30EC3199A221}"/>
                </a:ext>
              </a:extLst>
            </p:cNvPr>
            <p:cNvSpPr/>
            <p:nvPr/>
          </p:nvSpPr>
          <p:spPr>
            <a:xfrm>
              <a:off x="7809447" y="3002127"/>
              <a:ext cx="44107" cy="151500"/>
            </a:xfrm>
            <a:custGeom>
              <a:avLst/>
              <a:gdLst>
                <a:gd name="connsiteX0" fmla="*/ 22009 w 44107"/>
                <a:gd name="connsiteY0" fmla="*/ 151500 h 151500"/>
                <a:gd name="connsiteX1" fmla="*/ 44061 w 44107"/>
                <a:gd name="connsiteY1" fmla="*/ 129582 h 151500"/>
                <a:gd name="connsiteX2" fmla="*/ 44061 w 44107"/>
                <a:gd name="connsiteY2" fmla="*/ 23325 h 151500"/>
                <a:gd name="connsiteX3" fmla="*/ 23470 w 44107"/>
                <a:gd name="connsiteY3" fmla="*/ 46 h 151500"/>
                <a:gd name="connsiteX4" fmla="*/ 48 w 44107"/>
                <a:gd name="connsiteY4" fmla="*/ 20514 h 151500"/>
                <a:gd name="connsiteX5" fmla="*/ 48 w 44107"/>
                <a:gd name="connsiteY5" fmla="*/ 23325 h 151500"/>
                <a:gd name="connsiteX6" fmla="*/ 48 w 44107"/>
                <a:gd name="connsiteY6" fmla="*/ 129582 h 151500"/>
                <a:gd name="connsiteX7" fmla="*/ 21918 w 44107"/>
                <a:gd name="connsiteY7" fmla="*/ 151500 h 151500"/>
                <a:gd name="connsiteX8" fmla="*/ 22009 w 44107"/>
                <a:gd name="connsiteY8" fmla="*/ 151500 h 151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4107" h="151500">
                  <a:moveTo>
                    <a:pt x="22009" y="151500"/>
                  </a:moveTo>
                  <a:cubicBezTo>
                    <a:pt x="34188" y="151500"/>
                    <a:pt x="44061" y="141688"/>
                    <a:pt x="44061" y="129582"/>
                  </a:cubicBezTo>
                  <a:lnTo>
                    <a:pt x="44061" y="23325"/>
                  </a:lnTo>
                  <a:cubicBezTo>
                    <a:pt x="44841" y="11244"/>
                    <a:pt x="35621" y="822"/>
                    <a:pt x="23470" y="46"/>
                  </a:cubicBezTo>
                  <a:cubicBezTo>
                    <a:pt x="11319" y="-730"/>
                    <a:pt x="828" y="8434"/>
                    <a:pt x="48" y="20514"/>
                  </a:cubicBezTo>
                  <a:cubicBezTo>
                    <a:pt x="-16" y="21451"/>
                    <a:pt x="-16" y="22389"/>
                    <a:pt x="48" y="23325"/>
                  </a:cubicBezTo>
                  <a:lnTo>
                    <a:pt x="48" y="129582"/>
                  </a:lnTo>
                  <a:cubicBezTo>
                    <a:pt x="-7" y="141637"/>
                    <a:pt x="9785" y="151451"/>
                    <a:pt x="21918" y="151500"/>
                  </a:cubicBezTo>
                  <a:cubicBezTo>
                    <a:pt x="21945" y="151500"/>
                    <a:pt x="21982" y="151500"/>
                    <a:pt x="22009" y="151500"/>
                  </a:cubicBezTo>
                </a:path>
              </a:pathLst>
            </a:custGeom>
            <a:grpFill/>
            <a:ln w="9034" cap="flat">
              <a:noFill/>
              <a:prstDash val="solid"/>
              <a:miter/>
            </a:ln>
          </p:spPr>
          <p:txBody>
            <a:bodyPr rtlCol="0" anchor="ctr"/>
            <a:lstStyle/>
            <a:p>
              <a:pPr marL="0" marR="0" lvl="0" indent="0" algn="l" defTabSz="609559"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dirty="0">
                <a:ln>
                  <a:noFill/>
                </a:ln>
                <a:solidFill>
                  <a:srgbClr val="07182D"/>
                </a:solidFill>
                <a:effectLst/>
                <a:uLnTx/>
                <a:uFillTx/>
                <a:latin typeface="CiscoSansTT" panose="020B0503020201020303"/>
                <a:ea typeface="ＭＳ Ｐゴシック" charset="0"/>
              </a:endParaRPr>
            </a:p>
          </p:txBody>
        </p:sp>
        <p:sp>
          <p:nvSpPr>
            <p:cNvPr id="15" name="Freeform 35">
              <a:extLst>
                <a:ext uri="{FF2B5EF4-FFF2-40B4-BE49-F238E27FC236}">
                  <a16:creationId xmlns:a16="http://schemas.microsoft.com/office/drawing/2014/main" id="{0B4EEF7D-1D1F-7611-2AD6-3168E2EE165C}"/>
                </a:ext>
              </a:extLst>
            </p:cNvPr>
            <p:cNvSpPr/>
            <p:nvPr/>
          </p:nvSpPr>
          <p:spPr>
            <a:xfrm>
              <a:off x="7930779" y="2919593"/>
              <a:ext cx="44108" cy="279187"/>
            </a:xfrm>
            <a:custGeom>
              <a:avLst/>
              <a:gdLst>
                <a:gd name="connsiteX0" fmla="*/ 44061 w 44108"/>
                <a:gd name="connsiteY0" fmla="*/ 255863 h 279187"/>
                <a:gd name="connsiteX1" fmla="*/ 44061 w 44108"/>
                <a:gd name="connsiteY1" fmla="*/ 23325 h 279187"/>
                <a:gd name="connsiteX2" fmla="*/ 23470 w 44108"/>
                <a:gd name="connsiteY2" fmla="*/ 46 h 279187"/>
                <a:gd name="connsiteX3" fmla="*/ 48 w 44108"/>
                <a:gd name="connsiteY3" fmla="*/ 20514 h 279187"/>
                <a:gd name="connsiteX4" fmla="*/ 48 w 44108"/>
                <a:gd name="connsiteY4" fmla="*/ 23325 h 279187"/>
                <a:gd name="connsiteX5" fmla="*/ 48 w 44108"/>
                <a:gd name="connsiteY5" fmla="*/ 255863 h 279187"/>
                <a:gd name="connsiteX6" fmla="*/ 20639 w 44108"/>
                <a:gd name="connsiteY6" fmla="*/ 279142 h 279187"/>
                <a:gd name="connsiteX7" fmla="*/ 44061 w 44108"/>
                <a:gd name="connsiteY7" fmla="*/ 258674 h 279187"/>
                <a:gd name="connsiteX8" fmla="*/ 44061 w 44108"/>
                <a:gd name="connsiteY8" fmla="*/ 255863 h 2791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4108" h="279187">
                  <a:moveTo>
                    <a:pt x="44061" y="255863"/>
                  </a:moveTo>
                  <a:lnTo>
                    <a:pt x="44061" y="23325"/>
                  </a:lnTo>
                  <a:cubicBezTo>
                    <a:pt x="44842" y="11244"/>
                    <a:pt x="35621" y="822"/>
                    <a:pt x="23470" y="46"/>
                  </a:cubicBezTo>
                  <a:cubicBezTo>
                    <a:pt x="11319" y="-730"/>
                    <a:pt x="828" y="8434"/>
                    <a:pt x="48" y="20514"/>
                  </a:cubicBezTo>
                  <a:cubicBezTo>
                    <a:pt x="-16" y="21450"/>
                    <a:pt x="-16" y="22389"/>
                    <a:pt x="48" y="23325"/>
                  </a:cubicBezTo>
                  <a:lnTo>
                    <a:pt x="48" y="255863"/>
                  </a:lnTo>
                  <a:cubicBezTo>
                    <a:pt x="-733" y="267944"/>
                    <a:pt x="8487" y="278366"/>
                    <a:pt x="20639" y="279142"/>
                  </a:cubicBezTo>
                  <a:cubicBezTo>
                    <a:pt x="32790" y="279919"/>
                    <a:pt x="43281" y="270754"/>
                    <a:pt x="44061" y="258674"/>
                  </a:cubicBezTo>
                  <a:cubicBezTo>
                    <a:pt x="44125" y="257737"/>
                    <a:pt x="44125" y="256799"/>
                    <a:pt x="44061" y="255863"/>
                  </a:cubicBezTo>
                </a:path>
              </a:pathLst>
            </a:custGeom>
            <a:grpFill/>
            <a:ln w="9034" cap="flat">
              <a:noFill/>
              <a:prstDash val="solid"/>
              <a:miter/>
            </a:ln>
          </p:spPr>
          <p:txBody>
            <a:bodyPr rtlCol="0" anchor="ctr"/>
            <a:lstStyle/>
            <a:p>
              <a:pPr marL="0" marR="0" lvl="0" indent="0" algn="l" defTabSz="609559"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dirty="0">
                <a:ln>
                  <a:noFill/>
                </a:ln>
                <a:solidFill>
                  <a:srgbClr val="07182D"/>
                </a:solidFill>
                <a:effectLst/>
                <a:uLnTx/>
                <a:uFillTx/>
                <a:latin typeface="CiscoSansTT" panose="020B0503020201020303"/>
                <a:ea typeface="ＭＳ Ｐゴシック" charset="0"/>
              </a:endParaRPr>
            </a:p>
          </p:txBody>
        </p:sp>
        <p:sp>
          <p:nvSpPr>
            <p:cNvPr id="16" name="Freeform 36">
              <a:extLst>
                <a:ext uri="{FF2B5EF4-FFF2-40B4-BE49-F238E27FC236}">
                  <a16:creationId xmlns:a16="http://schemas.microsoft.com/office/drawing/2014/main" id="{9A55B643-50C9-ECA1-F047-7AF4A01DADB7}"/>
                </a:ext>
              </a:extLst>
            </p:cNvPr>
            <p:cNvSpPr/>
            <p:nvPr/>
          </p:nvSpPr>
          <p:spPr>
            <a:xfrm>
              <a:off x="8051886" y="3003443"/>
              <a:ext cx="44285" cy="150187"/>
            </a:xfrm>
            <a:custGeom>
              <a:avLst/>
              <a:gdLst>
                <a:gd name="connsiteX0" fmla="*/ 21961 w 44285"/>
                <a:gd name="connsiteY0" fmla="*/ 150185 h 150187"/>
                <a:gd name="connsiteX1" fmla="*/ 44286 w 44285"/>
                <a:gd name="connsiteY1" fmla="*/ 128720 h 150187"/>
                <a:gd name="connsiteX2" fmla="*/ 44286 w 44285"/>
                <a:gd name="connsiteY2" fmla="*/ 128266 h 150187"/>
                <a:gd name="connsiteX3" fmla="*/ 44286 w 44285"/>
                <a:gd name="connsiteY3" fmla="*/ 22009 h 150187"/>
                <a:gd name="connsiteX4" fmla="*/ 22143 w 44285"/>
                <a:gd name="connsiteY4" fmla="*/ 0 h 150187"/>
                <a:gd name="connsiteX5" fmla="*/ 0 w 44285"/>
                <a:gd name="connsiteY5" fmla="*/ 22009 h 150187"/>
                <a:gd name="connsiteX6" fmla="*/ 0 w 44285"/>
                <a:gd name="connsiteY6" fmla="*/ 128266 h 150187"/>
                <a:gd name="connsiteX7" fmla="*/ 22052 w 44285"/>
                <a:gd name="connsiteY7" fmla="*/ 150185 h 1501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4285" h="150187">
                  <a:moveTo>
                    <a:pt x="21961" y="150185"/>
                  </a:moveTo>
                  <a:cubicBezTo>
                    <a:pt x="34086" y="150384"/>
                    <a:pt x="44086" y="140774"/>
                    <a:pt x="44286" y="128720"/>
                  </a:cubicBezTo>
                  <a:cubicBezTo>
                    <a:pt x="44286" y="128569"/>
                    <a:pt x="44286" y="128417"/>
                    <a:pt x="44286" y="128266"/>
                  </a:cubicBezTo>
                  <a:lnTo>
                    <a:pt x="44286" y="22009"/>
                  </a:lnTo>
                  <a:cubicBezTo>
                    <a:pt x="44286" y="9854"/>
                    <a:pt x="34376" y="0"/>
                    <a:pt x="22143" y="0"/>
                  </a:cubicBezTo>
                  <a:cubicBezTo>
                    <a:pt x="9910" y="0"/>
                    <a:pt x="0" y="9854"/>
                    <a:pt x="0" y="22009"/>
                  </a:cubicBezTo>
                  <a:lnTo>
                    <a:pt x="0" y="128266"/>
                  </a:lnTo>
                  <a:cubicBezTo>
                    <a:pt x="0" y="140372"/>
                    <a:pt x="9874" y="150185"/>
                    <a:pt x="22052" y="150185"/>
                  </a:cubicBezTo>
                </a:path>
              </a:pathLst>
            </a:custGeom>
            <a:grpFill/>
            <a:ln w="9034" cap="flat">
              <a:noFill/>
              <a:prstDash val="solid"/>
              <a:miter/>
            </a:ln>
          </p:spPr>
          <p:txBody>
            <a:bodyPr rtlCol="0" anchor="ctr"/>
            <a:lstStyle/>
            <a:p>
              <a:pPr marL="0" marR="0" lvl="0" indent="0" algn="l" defTabSz="609559"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dirty="0">
                <a:ln>
                  <a:noFill/>
                </a:ln>
                <a:solidFill>
                  <a:srgbClr val="07182D"/>
                </a:solidFill>
                <a:effectLst/>
                <a:uLnTx/>
                <a:uFillTx/>
                <a:latin typeface="CiscoSansTT" panose="020B0503020201020303"/>
                <a:ea typeface="ＭＳ Ｐゴシック" charset="0"/>
              </a:endParaRPr>
            </a:p>
          </p:txBody>
        </p:sp>
        <p:sp>
          <p:nvSpPr>
            <p:cNvPr id="17" name="Freeform 37">
              <a:extLst>
                <a:ext uri="{FF2B5EF4-FFF2-40B4-BE49-F238E27FC236}">
                  <a16:creationId xmlns:a16="http://schemas.microsoft.com/office/drawing/2014/main" id="{46A6ACD1-E596-9055-243C-B9CF5CFB813D}"/>
                </a:ext>
              </a:extLst>
            </p:cNvPr>
            <p:cNvSpPr/>
            <p:nvPr/>
          </p:nvSpPr>
          <p:spPr>
            <a:xfrm>
              <a:off x="8173172" y="3063878"/>
              <a:ext cx="44107" cy="91156"/>
            </a:xfrm>
            <a:custGeom>
              <a:avLst/>
              <a:gdLst>
                <a:gd name="connsiteX0" fmla="*/ 22007 w 44107"/>
                <a:gd name="connsiteY0" fmla="*/ 0 h 91156"/>
                <a:gd name="connsiteX1" fmla="*/ 46 w 44107"/>
                <a:gd name="connsiteY1" fmla="*/ 21829 h 91156"/>
                <a:gd name="connsiteX2" fmla="*/ 46 w 44107"/>
                <a:gd name="connsiteY2" fmla="*/ 21919 h 91156"/>
                <a:gd name="connsiteX3" fmla="*/ 46 w 44107"/>
                <a:gd name="connsiteY3" fmla="*/ 67831 h 91156"/>
                <a:gd name="connsiteX4" fmla="*/ 20637 w 44107"/>
                <a:gd name="connsiteY4" fmla="*/ 91110 h 91156"/>
                <a:gd name="connsiteX5" fmla="*/ 44059 w 44107"/>
                <a:gd name="connsiteY5" fmla="*/ 70642 h 91156"/>
                <a:gd name="connsiteX6" fmla="*/ 44059 w 44107"/>
                <a:gd name="connsiteY6" fmla="*/ 67831 h 91156"/>
                <a:gd name="connsiteX7" fmla="*/ 44059 w 44107"/>
                <a:gd name="connsiteY7" fmla="*/ 21919 h 91156"/>
                <a:gd name="connsiteX8" fmla="*/ 22007 w 44107"/>
                <a:gd name="connsiteY8" fmla="*/ 0 h 911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4107" h="91156">
                  <a:moveTo>
                    <a:pt x="22007" y="0"/>
                  </a:moveTo>
                  <a:cubicBezTo>
                    <a:pt x="9874" y="0"/>
                    <a:pt x="46" y="9773"/>
                    <a:pt x="46" y="21829"/>
                  </a:cubicBezTo>
                  <a:cubicBezTo>
                    <a:pt x="46" y="21858"/>
                    <a:pt x="46" y="21889"/>
                    <a:pt x="46" y="21919"/>
                  </a:cubicBezTo>
                  <a:lnTo>
                    <a:pt x="46" y="67831"/>
                  </a:lnTo>
                  <a:cubicBezTo>
                    <a:pt x="-734" y="79912"/>
                    <a:pt x="8486" y="90334"/>
                    <a:pt x="20637" y="91110"/>
                  </a:cubicBezTo>
                  <a:cubicBezTo>
                    <a:pt x="32789" y="91887"/>
                    <a:pt x="43279" y="82722"/>
                    <a:pt x="44059" y="70642"/>
                  </a:cubicBezTo>
                  <a:cubicBezTo>
                    <a:pt x="44123" y="69705"/>
                    <a:pt x="44123" y="68767"/>
                    <a:pt x="44059" y="67831"/>
                  </a:cubicBezTo>
                  <a:lnTo>
                    <a:pt x="44059" y="21919"/>
                  </a:lnTo>
                  <a:cubicBezTo>
                    <a:pt x="44059" y="9813"/>
                    <a:pt x="34186" y="0"/>
                    <a:pt x="22007" y="0"/>
                  </a:cubicBezTo>
                </a:path>
              </a:pathLst>
            </a:custGeom>
            <a:grpFill/>
            <a:ln w="9034" cap="flat">
              <a:noFill/>
              <a:prstDash val="solid"/>
              <a:miter/>
            </a:ln>
          </p:spPr>
          <p:txBody>
            <a:bodyPr rtlCol="0" anchor="ctr"/>
            <a:lstStyle/>
            <a:p>
              <a:pPr marL="0" marR="0" lvl="0" indent="0" algn="l" defTabSz="609559"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dirty="0">
                <a:ln>
                  <a:noFill/>
                </a:ln>
                <a:solidFill>
                  <a:srgbClr val="07182D"/>
                </a:solidFill>
                <a:effectLst/>
                <a:uLnTx/>
                <a:uFillTx/>
                <a:latin typeface="CiscoSansTT" panose="020B0503020201020303"/>
                <a:ea typeface="ＭＳ Ｐゴシック" charset="0"/>
              </a:endParaRPr>
            </a:p>
          </p:txBody>
        </p:sp>
      </p:grpSp>
    </p:spTree>
    <p:extLst>
      <p:ext uri="{BB962C8B-B14F-4D97-AF65-F5344CB8AC3E}">
        <p14:creationId xmlns:p14="http://schemas.microsoft.com/office/powerpoint/2010/main" val="19103425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slideLayout" Target="../slideLayouts/slideLayout45.xml"/><Relationship Id="rId46" Type="http://schemas.openxmlformats.org/officeDocument/2006/relationships/slideLayout" Target="../slideLayouts/slideLayout46.xml"/><Relationship Id="rId47" Type="http://schemas.openxmlformats.org/officeDocument/2006/relationships/slideLayout" Target="../slideLayouts/slideLayout47.xml"/><Relationship Id="rId48" Type="http://schemas.openxmlformats.org/officeDocument/2006/relationships/slideLayout" Target="../slideLayouts/slideLayout48.xml"/><Relationship Id="rId49" Type="http://schemas.openxmlformats.org/officeDocument/2006/relationships/slideLayout" Target="../slideLayouts/slideLayout49.xml"/><Relationship Id="rId50" Type="http://schemas.openxmlformats.org/officeDocument/2006/relationships/slideLayout" Target="../slideLayouts/slideLayout50.xml"/><Relationship Id="rId51" Type="http://schemas.openxmlformats.org/officeDocument/2006/relationships/slideLayout" Target="../slideLayouts/slideLayout51.xml"/><Relationship Id="rId52" Type="http://schemas.openxmlformats.org/officeDocument/2006/relationships/slideLayout" Target="../slideLayouts/slideLayout52.xml"/><Relationship Id="rId53" Type="http://schemas.openxmlformats.org/officeDocument/2006/relationships/slideLayout" Target="../slideLayouts/slideLayout53.xml"/><Relationship Id="rId54" Type="http://schemas.openxmlformats.org/officeDocument/2006/relationships/slideLayout" Target="../slideLayouts/slideLayout54.xml"/><Relationship Id="rId55" Type="http://schemas.openxmlformats.org/officeDocument/2006/relationships/slideLayout" Target="../slideLayouts/slideLayout55.xml"/><Relationship Id="rId56" Type="http://schemas.openxmlformats.org/officeDocument/2006/relationships/slideLayout" Target="../slideLayouts/slideLayout56.xml"/><Relationship Id="rId57" Type="http://schemas.openxmlformats.org/officeDocument/2006/relationships/theme" Target="../theme/theme1.xml"/><Relationship Id="rId58" Type="http://schemas.openxmlformats.org/officeDocument/2006/relationships/image" Target="../media/image1.sv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tx1"/>
        </a:solidFill>
        <a:effectLst/>
      </p:bgPr>
    </p:bg>
    <p:spTree>
      <p:nvGrpSpPr>
        <p:cNvPr id="1" name=""/>
        <p:cNvGrpSpPr/>
        <p:nvPr/>
      </p:nvGrpSpPr>
      <p:grpSpPr>
        <a:xfrm>
          <a:off x="0" y="0"/>
          <a:ext cx="0" cy="0"/>
          <a:chOff x="0" y="0"/>
          <a:chExt cx="0" cy="0"/>
        </a:xfrm>
      </p:grpSpPr>
      <p:sp>
        <p:nvSpPr>
          <p:cNvPr id="3" name="Title Placeholder 1">
            <a:extLst>
              <a:ext uri="{FF2B5EF4-FFF2-40B4-BE49-F238E27FC236}">
                <a16:creationId xmlns:a16="http://schemas.microsoft.com/office/drawing/2014/main" id="{F21F2830-F0A3-2EAC-C709-5C928A8C49EF}"/>
              </a:ext>
            </a:extLst>
          </p:cNvPr>
          <p:cNvSpPr>
            <a:spLocks noGrp="1"/>
          </p:cNvSpPr>
          <p:nvPr>
            <p:ph type="title"/>
          </p:nvPr>
        </p:nvSpPr>
        <p:spPr>
          <a:xfrm>
            <a:off x="323850" y="298146"/>
            <a:ext cx="11544300" cy="492443"/>
          </a:xfrm>
          <a:prstGeom prst="rect">
            <a:avLst/>
          </a:prstGeom>
          <a:noFill/>
        </p:spPr>
        <p:txBody>
          <a:bodyPr vert="horz" lIns="0" tIns="0" rIns="0" bIns="0" rtlCol="0" anchor="t">
            <a:noAutofit/>
          </a:bodyPr>
          <a:lstStyle/>
          <a:p>
            <a:r>
              <a:rPr lang="en-US"/>
              <a:t>Click to edit Master title style</a:t>
            </a:r>
            <a:endParaRPr lang="en-US" dirty="0"/>
          </a:p>
        </p:txBody>
      </p:sp>
      <p:sp>
        <p:nvSpPr>
          <p:cNvPr id="7" name="Text Placeholder 2">
            <a:extLst>
              <a:ext uri="{FF2B5EF4-FFF2-40B4-BE49-F238E27FC236}">
                <a16:creationId xmlns:a16="http://schemas.microsoft.com/office/drawing/2014/main" id="{455BE63C-8C0C-FC75-3DF2-F8F96A3C87BE}"/>
              </a:ext>
            </a:extLst>
          </p:cNvPr>
          <p:cNvSpPr>
            <a:spLocks noGrp="1"/>
          </p:cNvSpPr>
          <p:nvPr>
            <p:ph type="body" idx="1"/>
          </p:nvPr>
        </p:nvSpPr>
        <p:spPr>
          <a:xfrm>
            <a:off x="323754" y="1244599"/>
            <a:ext cx="11544396" cy="4835321"/>
          </a:xfrm>
          <a:prstGeom prst="rect">
            <a:avLst/>
          </a:prstGeom>
          <a:noFill/>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Rectangle 4">
            <a:extLst>
              <a:ext uri="{FF2B5EF4-FFF2-40B4-BE49-F238E27FC236}">
                <a16:creationId xmlns:a16="http://schemas.microsoft.com/office/drawing/2014/main" id="{239B4362-70A2-3ADC-C4AA-ADA6E4E09C94}"/>
              </a:ext>
            </a:extLst>
          </p:cNvPr>
          <p:cNvSpPr>
            <a:spLocks/>
          </p:cNvSpPr>
          <p:nvPr/>
        </p:nvSpPr>
        <p:spPr bwMode="ltGray">
          <a:xfrm>
            <a:off x="323850" y="6448930"/>
            <a:ext cx="3285935" cy="409069"/>
          </a:xfrm>
          <a:prstGeom prst="rect">
            <a:avLst/>
          </a:prstGeom>
          <a:noFill/>
          <a:ln w="9525">
            <a:noFill/>
            <a:miter lim="800000"/>
            <a:headEnd/>
            <a:tailEnd/>
          </a:ln>
          <a:effectLst/>
        </p:spPr>
        <p:txBody>
          <a:bodyPr wrap="square" lIns="0" tIns="0" rIns="0" bIns="0" anchor="t" anchorCtr="0">
            <a:noAutofit/>
          </a:bodyPr>
          <a:lstStyle/>
          <a:p>
            <a:pPr marL="0" marR="0" lvl="0" indent="0" algn="l" defTabSz="814318"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schemeClr val="bg1"/>
                </a:solidFill>
                <a:effectLst/>
                <a:uLnTx/>
                <a:uFillTx/>
                <a:latin typeface="+mn-lt"/>
                <a:ea typeface="ＭＳ Ｐゴシック" charset="0"/>
                <a:cs typeface="CiscoSansTT" panose="020B0503020201020303"/>
              </a:rPr>
              <a:t>© 2026 Cisco and/or its affiliates. All rights reserved.</a:t>
            </a:r>
          </a:p>
        </p:txBody>
      </p:sp>
      <p:sp>
        <p:nvSpPr>
          <p:cNvPr id="6" name="Footer Placeholder 5">
            <a:extLst>
              <a:ext uri="{FF2B5EF4-FFF2-40B4-BE49-F238E27FC236}">
                <a16:creationId xmlns:a16="http://schemas.microsoft.com/office/drawing/2014/main" id="{B042B348-7CFA-9BD7-7FBA-A3E160A67776}"/>
              </a:ext>
            </a:extLst>
          </p:cNvPr>
          <p:cNvSpPr>
            <a:spLocks noGrp="1"/>
          </p:cNvSpPr>
          <p:nvPr>
            <p:ph type="ftr" sz="quarter" idx="3"/>
          </p:nvPr>
        </p:nvSpPr>
        <p:spPr>
          <a:xfrm>
            <a:off x="4230688" y="6445885"/>
            <a:ext cx="3727450" cy="411480"/>
          </a:xfrm>
          <a:prstGeom prst="rect">
            <a:avLst/>
          </a:prstGeom>
        </p:spPr>
        <p:txBody>
          <a:bodyPr vert="horz" lIns="0" tIns="0" rIns="0" bIns="0" rtlCol="0" anchor="t" anchorCtr="0"/>
          <a:lstStyle>
            <a:lvl1pPr algn="ctr">
              <a:defRPr kumimoji="0" lang="en-US" sz="700" b="0" i="0" u="none" strike="noStrike" kern="1200" cap="none" spc="0" normalizeH="0" baseline="0" smtClean="0">
                <a:ln>
                  <a:noFill/>
                </a:ln>
                <a:solidFill>
                  <a:schemeClr val="bg1"/>
                </a:solidFill>
                <a:effectLst/>
                <a:uLnTx/>
                <a:uFillTx/>
                <a:latin typeface="+mn-lt"/>
                <a:ea typeface="ＭＳ Ｐゴシック" charset="0"/>
                <a:cs typeface="CiscoSansTT" panose="020B0503020201020303"/>
              </a:defRPr>
            </a:lvl1pPr>
          </a:lstStyle>
          <a:p>
            <a:pPr defTabSz="814318">
              <a:defRPr/>
            </a:pPr>
            <a:r>
              <a:rPr lang="en-US" dirty="0"/>
              <a:t>Session ID: BRKSEC-XXXX</a:t>
            </a:r>
          </a:p>
        </p:txBody>
      </p:sp>
      <p:sp>
        <p:nvSpPr>
          <p:cNvPr id="2" name="Slide Number Placeholder 1">
            <a:extLst>
              <a:ext uri="{FF2B5EF4-FFF2-40B4-BE49-F238E27FC236}">
                <a16:creationId xmlns:a16="http://schemas.microsoft.com/office/drawing/2014/main" id="{10ECAE8E-F596-3416-3914-B7C065191A87}"/>
              </a:ext>
            </a:extLst>
          </p:cNvPr>
          <p:cNvSpPr>
            <a:spLocks noGrp="1"/>
          </p:cNvSpPr>
          <p:nvPr>
            <p:ph type="sldNum" sz="quarter" idx="4"/>
          </p:nvPr>
        </p:nvSpPr>
        <p:spPr>
          <a:xfrm>
            <a:off x="9115425" y="6448929"/>
            <a:ext cx="1773238" cy="411480"/>
          </a:xfrm>
          <a:prstGeom prst="rect">
            <a:avLst/>
          </a:prstGeom>
        </p:spPr>
        <p:txBody>
          <a:bodyPr vert="horz" lIns="0" tIns="0" rIns="0" bIns="0" rtlCol="0" anchor="t" anchorCtr="0"/>
          <a:lstStyle>
            <a:lvl1pPr algn="r">
              <a:defRPr kumimoji="0" lang="en-US" sz="700" b="0" i="0" u="none" strike="noStrike" kern="1200" cap="none" spc="0" normalizeH="0" baseline="0" smtClean="0">
                <a:ln>
                  <a:noFill/>
                </a:ln>
                <a:solidFill>
                  <a:schemeClr val="bg1"/>
                </a:solidFill>
                <a:effectLst/>
                <a:uLnTx/>
                <a:uFillTx/>
                <a:latin typeface="+mn-lt"/>
                <a:ea typeface="ＭＳ Ｐゴシック" charset="0"/>
                <a:cs typeface="CiscoSansTT" panose="020B0503020201020303"/>
              </a:defRPr>
            </a:lvl1pPr>
          </a:lstStyle>
          <a:p>
            <a:fld id="{C3C42FAE-7A31-41D3-A712-51D9B15D0B10}" type="slidenum">
              <a:rPr lang="en-US" smtClean="0"/>
              <a:pPr/>
              <a:t>‹#›</a:t>
            </a:fld>
            <a:endParaRPr lang="en-US" dirty="0"/>
          </a:p>
        </p:txBody>
      </p:sp>
      <p:pic>
        <p:nvPicPr>
          <p:cNvPr id="4" name="Picture 7" descr="Cisco Logo">
            <a:extLst>
              <a:ext uri="{FF2B5EF4-FFF2-40B4-BE49-F238E27FC236}">
                <a16:creationId xmlns:a16="http://schemas.microsoft.com/office/drawing/2014/main" id="{E912C7E4-465D-A60D-49E8-6866FAAE6559}"/>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58"/>
              </a:ext>
            </a:extLst>
          </a:blip>
          <a:srcRect/>
          <a:stretch/>
        </p:blipFill>
        <p:spPr>
          <a:xfrm>
            <a:off x="11520088" y="6354445"/>
            <a:ext cx="348061" cy="182880"/>
          </a:xfrm>
          <a:prstGeom prst="rect">
            <a:avLst/>
          </a:prstGeom>
        </p:spPr>
      </p:pic>
      <p:sp>
        <p:nvSpPr>
          <p:cNvPr id="8" name="TextBox 7">
            <a:extLst>
              <a:ext uri="{FF2B5EF4-FFF2-40B4-BE49-F238E27FC236}">
                <a16:creationId xmlns:a16="http://schemas.microsoft.com/office/drawing/2014/main" id="{DCAE3397-B7E0-F9B7-D1AC-C859F3CFC5AF}"/>
              </a:ext>
            </a:extLst>
          </p:cNvPr>
          <p:cNvSpPr txBox="1"/>
          <p:nvPr>
            <p:extLst>
              <p:ext uri="{1162E1C5-73C7-4A58-AE30-91384D911F3F}">
                <p184:classification xmlns:p184="http://schemas.microsoft.com/office/powerpoint/2018/4/main" val="ftr"/>
              </p:ext>
            </p:extLst>
          </p:nvPr>
        </p:nvSpPr>
        <p:spPr>
          <a:xfrm>
            <a:off x="11385550" y="6672580"/>
            <a:ext cx="765175" cy="107722"/>
          </a:xfrm>
          <a:prstGeom prst="rect">
            <a:avLst/>
          </a:prstGeom>
        </p:spPr>
        <p:txBody>
          <a:bodyPr horzOverflow="overflow" lIns="0" tIns="0" rIns="0" bIns="0">
            <a:spAutoFit/>
          </a:bodyPr>
          <a:lstStyle/>
          <a:p>
            <a:pPr algn="l"/>
            <a:r>
              <a:rPr lang="en-US" sz="700" dirty="0">
                <a:solidFill>
                  <a:schemeClr val="bg2"/>
                </a:solidFill>
                <a:latin typeface="Calibri" panose="020F0502020204030204" pitchFamily="34" charset="0"/>
                <a:ea typeface="Calibri" panose="020F0502020204030204" pitchFamily="34" charset="0"/>
                <a:cs typeface="Calibri" panose="020F0502020204030204" pitchFamily="34" charset="0"/>
              </a:rPr>
              <a:t>Cisco Confidential</a:t>
            </a:r>
          </a:p>
        </p:txBody>
      </p:sp>
    </p:spTree>
    <p:extLst>
      <p:ext uri="{BB962C8B-B14F-4D97-AF65-F5344CB8AC3E}">
        <p14:creationId xmlns:p14="http://schemas.microsoft.com/office/powerpoint/2010/main" val="1737073348"/>
      </p:ext>
    </p:extLst>
  </p:cSld>
  <p:clrMap bg1="dk1" tx1="lt1" bg2="dk2" tx2="lt2" accent1="accent1" accent2="accent2" accent3="accent3" accent4="accent4" accent5="accent5" accent6="accent6" hlink="hlink" folHlink="folHlink"/>
  <p:sldLayoutIdLst>
    <p:sldLayoutId id="2147483752" r:id="rId1"/>
    <p:sldLayoutId id="2147483748" r:id="rId2"/>
    <p:sldLayoutId id="2147483787" r:id="rId3"/>
    <p:sldLayoutId id="2147483788" r:id="rId4"/>
    <p:sldLayoutId id="2147483773" r:id="rId5"/>
    <p:sldLayoutId id="2147483799" r:id="rId6"/>
    <p:sldLayoutId id="2147483800" r:id="rId7"/>
    <p:sldLayoutId id="2147483801" r:id="rId8"/>
    <p:sldLayoutId id="2147483668" r:id="rId9"/>
    <p:sldLayoutId id="2147483747" r:id="rId10"/>
    <p:sldLayoutId id="2147483754" r:id="rId11"/>
    <p:sldLayoutId id="2147483753" r:id="rId12"/>
    <p:sldLayoutId id="2147483763" r:id="rId13"/>
    <p:sldLayoutId id="2147483764" r:id="rId14"/>
    <p:sldLayoutId id="2147483771" r:id="rId15"/>
    <p:sldLayoutId id="2147483777" r:id="rId16"/>
    <p:sldLayoutId id="2147483804" r:id="rId17"/>
    <p:sldLayoutId id="2147483789" r:id="rId18"/>
    <p:sldLayoutId id="2147483805" r:id="rId19"/>
    <p:sldLayoutId id="2147483812" r:id="rId20"/>
    <p:sldLayoutId id="2147483811" r:id="rId21"/>
    <p:sldLayoutId id="2147483809" r:id="rId22"/>
    <p:sldLayoutId id="2147483808" r:id="rId23"/>
    <p:sldLayoutId id="2147483807" r:id="rId24"/>
    <p:sldLayoutId id="2147483810" r:id="rId25"/>
    <p:sldLayoutId id="2147483796" r:id="rId26"/>
    <p:sldLayoutId id="2147483780" r:id="rId27"/>
    <p:sldLayoutId id="2147483784" r:id="rId28"/>
    <p:sldLayoutId id="2147483778" r:id="rId29"/>
    <p:sldLayoutId id="2147483781" r:id="rId30"/>
    <p:sldLayoutId id="2147483779" r:id="rId31"/>
    <p:sldLayoutId id="2147483774" r:id="rId32"/>
    <p:sldLayoutId id="2147483775" r:id="rId33"/>
    <p:sldLayoutId id="2147483776" r:id="rId34"/>
    <p:sldLayoutId id="2147483783" r:id="rId35"/>
    <p:sldLayoutId id="2147483797" r:id="rId36"/>
    <p:sldLayoutId id="2147483794" r:id="rId37"/>
    <p:sldLayoutId id="2147483806" r:id="rId38"/>
    <p:sldLayoutId id="2147483798" r:id="rId39"/>
    <p:sldLayoutId id="2147483791" r:id="rId40"/>
    <p:sldLayoutId id="2147483793" r:id="rId41"/>
    <p:sldLayoutId id="2147483792" r:id="rId42"/>
    <p:sldLayoutId id="2147483795" r:id="rId43"/>
    <p:sldLayoutId id="2147483762" r:id="rId44"/>
    <p:sldLayoutId id="2147483785" r:id="rId45"/>
    <p:sldLayoutId id="2147483786" r:id="rId46"/>
    <p:sldLayoutId id="2147483790" r:id="rId47"/>
    <p:sldLayoutId id="2147483756" r:id="rId48"/>
    <p:sldLayoutId id="2147483761" r:id="rId49"/>
    <p:sldLayoutId id="2147483758" r:id="rId50"/>
    <p:sldLayoutId id="2147483760" r:id="rId51"/>
    <p:sldLayoutId id="2147483757" r:id="rId52"/>
    <p:sldLayoutId id="2147483802" r:id="rId53"/>
    <p:sldLayoutId id="2147483751" r:id="rId54"/>
    <p:sldLayoutId id="2147483803" r:id="rId55"/>
    <p:sldLayoutId id="2147483749" r:id="rId56"/>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sldNum="0" hdr="0" ftr="0" dt="0"/>
  <p:txStyles>
    <p:titleStyle>
      <a:lvl1pPr marL="0" indent="0" algn="l" defTabSz="912276" rtl="0" eaLnBrk="1" fontAlgn="base" hangingPunct="1">
        <a:lnSpc>
          <a:spcPct val="90000"/>
        </a:lnSpc>
        <a:spcBef>
          <a:spcPct val="0"/>
        </a:spcBef>
        <a:spcAft>
          <a:spcPct val="0"/>
        </a:spcAft>
        <a:buClrTx/>
        <a:buSzPct val="70000"/>
        <a:buFont typeface="Arial" panose="020B0604020202020204" pitchFamily="34" charset="0"/>
        <a:buNone/>
        <a:defRPr lang="en-US" sz="3200" b="0" i="0" u="none" kern="1200" dirty="0">
          <a:solidFill>
            <a:schemeClr val="bg1"/>
          </a:solidFill>
          <a:latin typeface="+mj-lt"/>
          <a:ea typeface="CiscoSansTT Thin" charset="0"/>
          <a:cs typeface="CiscoSansTT Thin" charset="0"/>
        </a:defRPr>
      </a:lvl1pPr>
      <a:lvl2pPr algn="l" defTabSz="912276" rtl="0" eaLnBrk="1" fontAlgn="base" hangingPunct="1">
        <a:lnSpc>
          <a:spcPct val="80000"/>
        </a:lnSpc>
        <a:spcBef>
          <a:spcPct val="0"/>
        </a:spcBef>
        <a:spcAft>
          <a:spcPct val="0"/>
        </a:spcAft>
        <a:defRPr sz="4267">
          <a:solidFill>
            <a:srgbClr val="676767"/>
          </a:solidFill>
          <a:latin typeface="Arial" charset="0"/>
          <a:ea typeface="ＭＳ Ｐゴシック" charset="0"/>
        </a:defRPr>
      </a:lvl2pPr>
      <a:lvl3pPr algn="l" defTabSz="912276" rtl="0" eaLnBrk="1" fontAlgn="base" hangingPunct="1">
        <a:lnSpc>
          <a:spcPct val="80000"/>
        </a:lnSpc>
        <a:spcBef>
          <a:spcPct val="0"/>
        </a:spcBef>
        <a:spcAft>
          <a:spcPct val="0"/>
        </a:spcAft>
        <a:defRPr sz="4267">
          <a:solidFill>
            <a:srgbClr val="676767"/>
          </a:solidFill>
          <a:latin typeface="Arial" charset="0"/>
          <a:ea typeface="ＭＳ Ｐゴシック" charset="0"/>
        </a:defRPr>
      </a:lvl3pPr>
      <a:lvl4pPr algn="l" defTabSz="912276" rtl="0" eaLnBrk="1" fontAlgn="base" hangingPunct="1">
        <a:lnSpc>
          <a:spcPct val="80000"/>
        </a:lnSpc>
        <a:spcBef>
          <a:spcPct val="0"/>
        </a:spcBef>
        <a:spcAft>
          <a:spcPct val="0"/>
        </a:spcAft>
        <a:defRPr sz="4267">
          <a:solidFill>
            <a:srgbClr val="676767"/>
          </a:solidFill>
          <a:latin typeface="Arial" charset="0"/>
          <a:ea typeface="ＭＳ Ｐゴシック" charset="0"/>
        </a:defRPr>
      </a:lvl4pPr>
      <a:lvl5pPr algn="l" defTabSz="912276" rtl="0" eaLnBrk="1" fontAlgn="base" hangingPunct="1">
        <a:lnSpc>
          <a:spcPct val="80000"/>
        </a:lnSpc>
        <a:spcBef>
          <a:spcPct val="0"/>
        </a:spcBef>
        <a:spcAft>
          <a:spcPct val="0"/>
        </a:spcAft>
        <a:defRPr sz="4267">
          <a:solidFill>
            <a:srgbClr val="676767"/>
          </a:solidFill>
          <a:latin typeface="Arial" charset="0"/>
          <a:ea typeface="ＭＳ Ｐゴシック" charset="0"/>
        </a:defRPr>
      </a:lvl5pPr>
      <a:lvl6pPr marL="609595" algn="l" defTabSz="912276" rtl="0" eaLnBrk="1" fontAlgn="base" hangingPunct="1">
        <a:lnSpc>
          <a:spcPct val="80000"/>
        </a:lnSpc>
        <a:spcBef>
          <a:spcPct val="0"/>
        </a:spcBef>
        <a:spcAft>
          <a:spcPct val="0"/>
        </a:spcAft>
        <a:defRPr sz="4267">
          <a:solidFill>
            <a:srgbClr val="676767"/>
          </a:solidFill>
          <a:latin typeface="Arial" charset="0"/>
          <a:ea typeface="ＭＳ Ｐゴシック" charset="0"/>
        </a:defRPr>
      </a:lvl6pPr>
      <a:lvl7pPr marL="1219190" algn="l" defTabSz="912276" rtl="0" eaLnBrk="1" fontAlgn="base" hangingPunct="1">
        <a:lnSpc>
          <a:spcPct val="80000"/>
        </a:lnSpc>
        <a:spcBef>
          <a:spcPct val="0"/>
        </a:spcBef>
        <a:spcAft>
          <a:spcPct val="0"/>
        </a:spcAft>
        <a:defRPr sz="4267">
          <a:solidFill>
            <a:srgbClr val="676767"/>
          </a:solidFill>
          <a:latin typeface="Arial" charset="0"/>
          <a:ea typeface="ＭＳ Ｐゴシック" charset="0"/>
        </a:defRPr>
      </a:lvl7pPr>
      <a:lvl8pPr marL="1828785" algn="l" defTabSz="912276" rtl="0" eaLnBrk="1" fontAlgn="base" hangingPunct="1">
        <a:lnSpc>
          <a:spcPct val="80000"/>
        </a:lnSpc>
        <a:spcBef>
          <a:spcPct val="0"/>
        </a:spcBef>
        <a:spcAft>
          <a:spcPct val="0"/>
        </a:spcAft>
        <a:defRPr sz="4267">
          <a:solidFill>
            <a:srgbClr val="676767"/>
          </a:solidFill>
          <a:latin typeface="Arial" charset="0"/>
          <a:ea typeface="ＭＳ Ｐゴシック" charset="0"/>
        </a:defRPr>
      </a:lvl8pPr>
      <a:lvl9pPr marL="2438379" algn="l" defTabSz="912276" rtl="0" eaLnBrk="1" fontAlgn="base" hangingPunct="1">
        <a:lnSpc>
          <a:spcPct val="80000"/>
        </a:lnSpc>
        <a:spcBef>
          <a:spcPct val="0"/>
        </a:spcBef>
        <a:spcAft>
          <a:spcPct val="0"/>
        </a:spcAft>
        <a:defRPr sz="4267">
          <a:solidFill>
            <a:srgbClr val="676767"/>
          </a:solidFill>
          <a:latin typeface="Arial" charset="0"/>
          <a:ea typeface="ＭＳ Ｐゴシック" charset="0"/>
        </a:defRPr>
      </a:lvl9pPr>
    </p:titleStyle>
    <p:bodyStyle>
      <a:lvl1pPr marL="182880" indent="-182880" algn="l" defTabSz="912276" rtl="0" eaLnBrk="1" fontAlgn="base" hangingPunct="1">
        <a:lnSpc>
          <a:spcPct val="100000"/>
        </a:lnSpc>
        <a:spcBef>
          <a:spcPts val="0"/>
        </a:spcBef>
        <a:spcAft>
          <a:spcPts val="1000"/>
        </a:spcAft>
        <a:buClr>
          <a:schemeClr val="bg1"/>
        </a:buClr>
        <a:buSzPct val="100000"/>
        <a:buFont typeface="Arial" panose="020B0604020202020204" pitchFamily="34" charset="0"/>
        <a:buChar char="•"/>
        <a:defRPr lang="en-US" sz="2000" kern="1200" dirty="0">
          <a:solidFill>
            <a:schemeClr val="bg1"/>
          </a:solidFill>
          <a:latin typeface="+mn-lt"/>
          <a:ea typeface="ＭＳ Ｐゴシック" charset="0"/>
          <a:cs typeface="CiscoSans"/>
        </a:defRPr>
      </a:lvl1pPr>
      <a:lvl2pPr marL="365760" indent="-182880" algn="l" defTabSz="912276" rtl="0" eaLnBrk="1" fontAlgn="base" hangingPunct="1">
        <a:lnSpc>
          <a:spcPct val="100000"/>
        </a:lnSpc>
        <a:spcBef>
          <a:spcPts val="0"/>
        </a:spcBef>
        <a:spcAft>
          <a:spcPts val="1000"/>
        </a:spcAft>
        <a:buClr>
          <a:schemeClr val="bg1"/>
        </a:buClr>
        <a:buSzPct val="100000"/>
        <a:buFont typeface="Arial" panose="020B0604020202020204" pitchFamily="34" charset="0"/>
        <a:buChar char="•"/>
        <a:defRPr lang="en-US" sz="1800" kern="1200" dirty="0">
          <a:solidFill>
            <a:schemeClr val="bg1"/>
          </a:solidFill>
          <a:latin typeface="+mn-lt"/>
          <a:ea typeface="ＭＳ Ｐゴシック" charset="0"/>
          <a:cs typeface="CiscoSans"/>
        </a:defRPr>
      </a:lvl2pPr>
      <a:lvl3pPr marL="548640" indent="-182880" algn="l" defTabSz="912276" rtl="0" eaLnBrk="1" fontAlgn="base" hangingPunct="1">
        <a:lnSpc>
          <a:spcPct val="100000"/>
        </a:lnSpc>
        <a:spcBef>
          <a:spcPts val="0"/>
        </a:spcBef>
        <a:spcAft>
          <a:spcPts val="1000"/>
        </a:spcAft>
        <a:buClr>
          <a:schemeClr val="bg1"/>
        </a:buClr>
        <a:buSzPct val="100000"/>
        <a:buFont typeface="Arial" panose="020B0604020202020204" pitchFamily="34" charset="0"/>
        <a:buChar char="•"/>
        <a:defRPr lang="en-US" sz="1600" kern="1200" dirty="0">
          <a:solidFill>
            <a:schemeClr val="bg1"/>
          </a:solidFill>
          <a:latin typeface="+mn-lt"/>
          <a:ea typeface="ＭＳ Ｐゴシック" charset="0"/>
          <a:cs typeface="CiscoSans"/>
        </a:defRPr>
      </a:lvl3pPr>
      <a:lvl4pPr marL="731520" indent="-182880" algn="l" defTabSz="912276" rtl="0" eaLnBrk="1" fontAlgn="base" hangingPunct="1">
        <a:lnSpc>
          <a:spcPct val="100000"/>
        </a:lnSpc>
        <a:spcBef>
          <a:spcPts val="0"/>
        </a:spcBef>
        <a:spcAft>
          <a:spcPts val="1000"/>
        </a:spcAft>
        <a:buClr>
          <a:schemeClr val="bg1"/>
        </a:buClr>
        <a:buSzPct val="100000"/>
        <a:buFont typeface="Arial" panose="020B0604020202020204" pitchFamily="34" charset="0"/>
        <a:buChar char="•"/>
        <a:defRPr lang="en-US" sz="1400" kern="1200" dirty="0">
          <a:solidFill>
            <a:schemeClr val="bg1"/>
          </a:solidFill>
          <a:latin typeface="+mn-lt"/>
          <a:ea typeface="ＭＳ Ｐゴシック" charset="0"/>
          <a:cs typeface="CiscoSans"/>
        </a:defRPr>
      </a:lvl4pPr>
      <a:lvl5pPr marL="914400" indent="-182880" algn="l" defTabSz="912276" rtl="0" eaLnBrk="1" fontAlgn="base" hangingPunct="1">
        <a:lnSpc>
          <a:spcPct val="100000"/>
        </a:lnSpc>
        <a:spcBef>
          <a:spcPts val="0"/>
        </a:spcBef>
        <a:spcAft>
          <a:spcPts val="1000"/>
        </a:spcAft>
        <a:buClr>
          <a:schemeClr val="bg1"/>
        </a:buClr>
        <a:buSzPct val="100000"/>
        <a:buFont typeface="Arial" panose="020B0604020202020204" pitchFamily="34" charset="0"/>
        <a:buChar char="•"/>
        <a:defRPr lang="en-US" sz="1200" kern="1200" dirty="0">
          <a:solidFill>
            <a:schemeClr val="bg1"/>
          </a:solidFill>
          <a:latin typeface="+mn-lt"/>
          <a:ea typeface="ＭＳ Ｐゴシック" charset="0"/>
          <a:cs typeface="CiscoSans"/>
        </a:defRPr>
      </a:lvl5pPr>
      <a:lvl6pPr marL="1151798" indent="-228592" algn="l" defTabSz="914362" rtl="0" eaLnBrk="1" latinLnBrk="0" hangingPunct="1">
        <a:spcBef>
          <a:spcPts val="800"/>
        </a:spcBef>
        <a:buFont typeface="Arial" pitchFamily="34" charset="0"/>
        <a:buChar char="•"/>
        <a:defRPr sz="1200" kern="1200" baseline="0">
          <a:solidFill>
            <a:schemeClr val="tx1"/>
          </a:solidFill>
          <a:latin typeface="+mn-lt"/>
          <a:ea typeface="+mn-ea"/>
          <a:cs typeface="+mn-cs"/>
        </a:defRPr>
      </a:lvl6pPr>
      <a:lvl7pPr marL="1247781" indent="-228561" algn="l" defTabSz="914362" rtl="0" eaLnBrk="1" latinLnBrk="0" hangingPunct="1">
        <a:spcBef>
          <a:spcPts val="800"/>
        </a:spcBef>
        <a:buFont typeface="Arial" pitchFamily="34" charset="0"/>
        <a:buChar char="•"/>
        <a:defRPr sz="1067" kern="1200" baseline="0">
          <a:solidFill>
            <a:schemeClr val="tx1"/>
          </a:solidFill>
          <a:latin typeface="+mn-lt"/>
          <a:ea typeface="+mn-ea"/>
          <a:cs typeface="+mn-cs"/>
        </a:defRPr>
      </a:lvl7pPr>
      <a:lvl8pPr marL="3200267" indent="0" algn="l" defTabSz="914362" rtl="0" eaLnBrk="1" latinLnBrk="0" hangingPunct="1">
        <a:spcBef>
          <a:spcPct val="20000"/>
        </a:spcBef>
        <a:buFont typeface="Arial" pitchFamily="34" charset="0"/>
        <a:buNone/>
        <a:defRPr sz="2000" kern="1200">
          <a:solidFill>
            <a:schemeClr val="tx1"/>
          </a:solidFill>
          <a:latin typeface="+mn-lt"/>
          <a:ea typeface="+mn-ea"/>
          <a:cs typeface="+mn-cs"/>
        </a:defRPr>
      </a:lvl8pPr>
      <a:lvl9pPr marL="3886038" indent="-228592" algn="l" defTabSz="91436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362" rtl="0" eaLnBrk="1" latinLnBrk="0" hangingPunct="1">
        <a:defRPr sz="1867" kern="1200">
          <a:solidFill>
            <a:schemeClr val="tx1"/>
          </a:solidFill>
          <a:latin typeface="+mn-lt"/>
          <a:ea typeface="+mn-ea"/>
          <a:cs typeface="+mn-cs"/>
        </a:defRPr>
      </a:lvl1pPr>
      <a:lvl2pPr marL="457178" algn="l" defTabSz="914362" rtl="0" eaLnBrk="1" latinLnBrk="0" hangingPunct="1">
        <a:defRPr sz="1867" kern="1200">
          <a:solidFill>
            <a:schemeClr val="tx1"/>
          </a:solidFill>
          <a:latin typeface="+mn-lt"/>
          <a:ea typeface="+mn-ea"/>
          <a:cs typeface="+mn-cs"/>
        </a:defRPr>
      </a:lvl2pPr>
      <a:lvl3pPr marL="914362" algn="l" defTabSz="914362" rtl="0" eaLnBrk="1" latinLnBrk="0" hangingPunct="1">
        <a:defRPr sz="1867" kern="1200">
          <a:solidFill>
            <a:schemeClr val="tx1"/>
          </a:solidFill>
          <a:latin typeface="+mn-lt"/>
          <a:ea typeface="+mn-ea"/>
          <a:cs typeface="+mn-cs"/>
        </a:defRPr>
      </a:lvl3pPr>
      <a:lvl4pPr marL="1371542" algn="l" defTabSz="914362" rtl="0" eaLnBrk="1" latinLnBrk="0" hangingPunct="1">
        <a:defRPr sz="1867" kern="1200">
          <a:solidFill>
            <a:schemeClr val="tx1"/>
          </a:solidFill>
          <a:latin typeface="+mn-lt"/>
          <a:ea typeface="+mn-ea"/>
          <a:cs typeface="+mn-cs"/>
        </a:defRPr>
      </a:lvl4pPr>
      <a:lvl5pPr marL="1828725" algn="l" defTabSz="914362" rtl="0" eaLnBrk="1" latinLnBrk="0" hangingPunct="1">
        <a:defRPr sz="1867" kern="1200">
          <a:solidFill>
            <a:schemeClr val="tx1"/>
          </a:solidFill>
          <a:latin typeface="+mn-lt"/>
          <a:ea typeface="+mn-ea"/>
          <a:cs typeface="+mn-cs"/>
        </a:defRPr>
      </a:lvl5pPr>
      <a:lvl6pPr marL="2285903" algn="l" defTabSz="914362" rtl="0" eaLnBrk="1" latinLnBrk="0" hangingPunct="1">
        <a:defRPr sz="1867" kern="1200">
          <a:solidFill>
            <a:schemeClr val="tx1"/>
          </a:solidFill>
          <a:latin typeface="+mn-lt"/>
          <a:ea typeface="+mn-ea"/>
          <a:cs typeface="+mn-cs"/>
        </a:defRPr>
      </a:lvl6pPr>
      <a:lvl7pPr marL="2743086" algn="l" defTabSz="914362" rtl="0" eaLnBrk="1" latinLnBrk="0" hangingPunct="1">
        <a:defRPr sz="1867" kern="1200">
          <a:solidFill>
            <a:schemeClr val="tx1"/>
          </a:solidFill>
          <a:latin typeface="+mn-lt"/>
          <a:ea typeface="+mn-ea"/>
          <a:cs typeface="+mn-cs"/>
        </a:defRPr>
      </a:lvl7pPr>
      <a:lvl8pPr marL="3200267" algn="l" defTabSz="914362" rtl="0" eaLnBrk="1" latinLnBrk="0" hangingPunct="1">
        <a:defRPr sz="1867" kern="1200">
          <a:solidFill>
            <a:schemeClr val="tx1"/>
          </a:solidFill>
          <a:latin typeface="+mn-lt"/>
          <a:ea typeface="+mn-ea"/>
          <a:cs typeface="+mn-cs"/>
        </a:defRPr>
      </a:lvl8pPr>
      <a:lvl9pPr marL="3657450" algn="l" defTabSz="914362" rtl="0" eaLnBrk="1" latinLnBrk="0" hangingPunct="1">
        <a:defRPr sz="1867" kern="1200">
          <a:solidFill>
            <a:schemeClr val="tx1"/>
          </a:solidFill>
          <a:latin typeface="+mn-lt"/>
          <a:ea typeface="+mn-ea"/>
          <a:cs typeface="+mn-cs"/>
        </a:defRPr>
      </a:lvl9pPr>
    </p:otherStyle>
  </p:txStyles>
  <p:extLst>
    <p:ext uri="{27BBF7A9-308A-43DC-89C8-2F10F3537804}">
      <p15:sldGuideLst xmlns:p15="http://schemas.microsoft.com/office/powerpoint/2012/main">
        <p15:guide id="2" pos="204">
          <p15:clr>
            <a:srgbClr val="F26B43"/>
          </p15:clr>
        </p15:guide>
        <p15:guide id="3" pos="7476">
          <p15:clr>
            <a:srgbClr val="F26B43"/>
          </p15:clr>
        </p15:guide>
        <p15:guide id="6" pos="3840">
          <p15:clr>
            <a:srgbClr val="F26B43"/>
          </p15:clr>
        </p15:guide>
        <p15:guide id="9" orient="horz" pos="3827">
          <p15:clr>
            <a:srgbClr val="9FCC3B"/>
          </p15:clr>
        </p15:guide>
        <p15:guide id="10" orient="horz" pos="202">
          <p15:clr>
            <a:srgbClr val="F26B43"/>
          </p15:clr>
        </p15:guide>
        <p15:guide id="11" orient="horz" pos="2160">
          <p15:clr>
            <a:srgbClr val="F26B43"/>
          </p15:clr>
        </p15:guide>
        <p15:guide id="12" orient="horz" pos="392">
          <p15:clr>
            <a:srgbClr val="A4A3A4"/>
          </p15:clr>
        </p15:guide>
        <p15:guide id="13" orient="horz" pos="2552">
          <p15:clr>
            <a:srgbClr val="A4A3A4"/>
          </p15:clr>
        </p15:guide>
        <p15:guide id="14" orient="horz" pos="600">
          <p15:clr>
            <a:srgbClr val="A4A3A4"/>
          </p15:clr>
        </p15:guide>
        <p15:guide id="15" orient="horz" pos="1766">
          <p15:clr>
            <a:srgbClr val="A4A3A4"/>
          </p15:clr>
        </p15:guide>
        <p15:guide id="16" orient="horz" pos="2355">
          <p15:clr>
            <a:srgbClr val="A4A3A4"/>
          </p15:clr>
        </p15:guide>
        <p15:guide id="18" orient="horz" pos="4118">
          <p15:clr>
            <a:srgbClr val="F26B43"/>
          </p15:clr>
        </p15:guide>
        <p15:guide id="19" orient="horz" pos="1178">
          <p15:clr>
            <a:srgbClr val="A4A3A4"/>
          </p15:clr>
        </p15:guide>
        <p15:guide id="20" orient="horz" pos="1374">
          <p15:clr>
            <a:srgbClr val="A4A3A4"/>
          </p15:clr>
        </p15:guide>
        <p15:guide id="21" orient="horz" pos="1570">
          <p15:clr>
            <a:srgbClr val="A4A3A4"/>
          </p15:clr>
        </p15:guide>
        <p15:guide id="22" pos="703">
          <p15:clr>
            <a:srgbClr val="A4A3A4"/>
          </p15:clr>
        </p15:guide>
        <p15:guide id="23" pos="820">
          <p15:clr>
            <a:srgbClr val="A4A3A4"/>
          </p15:clr>
        </p15:guide>
        <p15:guide id="24" pos="1321">
          <p15:clr>
            <a:srgbClr val="A4A3A4"/>
          </p15:clr>
        </p15:guide>
        <p15:guide id="25" pos="1435">
          <p15:clr>
            <a:srgbClr val="A4A3A4"/>
          </p15:clr>
        </p15:guide>
        <p15:guide id="26" pos="1936">
          <p15:clr>
            <a:srgbClr val="A4A3A4"/>
          </p15:clr>
        </p15:guide>
        <p15:guide id="27" pos="2051">
          <p15:clr>
            <a:srgbClr val="A4A3A4"/>
          </p15:clr>
        </p15:guide>
        <p15:guide id="28" pos="2551">
          <p15:clr>
            <a:srgbClr val="A4A3A4"/>
          </p15:clr>
        </p15:guide>
        <p15:guide id="29" pos="2665">
          <p15:clr>
            <a:srgbClr val="A4A3A4"/>
          </p15:clr>
        </p15:guide>
        <p15:guide id="30" pos="3167">
          <p15:clr>
            <a:srgbClr val="A4A3A4"/>
          </p15:clr>
        </p15:guide>
        <p15:guide id="31" pos="3281">
          <p15:clr>
            <a:srgbClr val="A4A3A4"/>
          </p15:clr>
        </p15:guide>
        <p15:guide id="32" pos="3783">
          <p15:clr>
            <a:srgbClr val="A4A3A4"/>
          </p15:clr>
        </p15:guide>
        <p15:guide id="33" pos="3896">
          <p15:clr>
            <a:srgbClr val="A4A3A4"/>
          </p15:clr>
        </p15:guide>
        <p15:guide id="34" pos="4397">
          <p15:clr>
            <a:srgbClr val="A4A3A4"/>
          </p15:clr>
        </p15:guide>
        <p15:guide id="35" pos="4512">
          <p15:clr>
            <a:srgbClr val="A4A3A4"/>
          </p15:clr>
        </p15:guide>
        <p15:guide id="36" pos="5013">
          <p15:clr>
            <a:srgbClr val="A4A3A4"/>
          </p15:clr>
        </p15:guide>
        <p15:guide id="37" pos="5128">
          <p15:clr>
            <a:srgbClr val="A4A3A4"/>
          </p15:clr>
        </p15:guide>
        <p15:guide id="38" pos="5629">
          <p15:clr>
            <a:srgbClr val="A4A3A4"/>
          </p15:clr>
        </p15:guide>
        <p15:guide id="39" pos="5742">
          <p15:clr>
            <a:srgbClr val="A4A3A4"/>
          </p15:clr>
        </p15:guide>
        <p15:guide id="40" pos="6244">
          <p15:clr>
            <a:srgbClr val="A4A3A4"/>
          </p15:clr>
        </p15:guide>
        <p15:guide id="41" pos="6359">
          <p15:clr>
            <a:srgbClr val="A4A3A4"/>
          </p15:clr>
        </p15:guide>
        <p15:guide id="42" pos="6859">
          <p15:clr>
            <a:srgbClr val="A4A3A4"/>
          </p15:clr>
        </p15:guide>
        <p15:guide id="43" pos="6975">
          <p15:clr>
            <a:srgbClr val="A4A3A4"/>
          </p15:clr>
        </p15:guide>
        <p15:guide id="44" orient="horz" pos="784">
          <p15:clr>
            <a:srgbClr val="A4A3A4"/>
          </p15:clr>
        </p15:guide>
        <p15:guide id="45" orient="horz" pos="980">
          <p15:clr>
            <a:srgbClr val="A4A3A4"/>
          </p15:clr>
        </p15:guide>
        <p15:guide id="46" orient="horz" pos="1962">
          <p15:clr>
            <a:srgbClr val="A4A3A4"/>
          </p15:clr>
        </p15:guide>
        <p15:guide id="47" orient="horz" pos="2747">
          <p15:clr>
            <a:srgbClr val="A4A3A4"/>
          </p15:clr>
        </p15:guide>
        <p15:guide id="48" orient="horz" pos="2945">
          <p15:clr>
            <a:srgbClr val="A4A3A4"/>
          </p15:clr>
        </p15:guide>
        <p15:guide id="49" orient="horz" pos="3141">
          <p15:clr>
            <a:srgbClr val="A4A3A4"/>
          </p15:clr>
        </p15:guide>
        <p15:guide id="50" orient="horz" pos="3337">
          <p15:clr>
            <a:srgbClr val="A4A3A4"/>
          </p15:clr>
        </p15:guide>
        <p15:guide id="51" orient="horz" pos="3535">
          <p15:clr>
            <a:srgbClr val="A4A3A4"/>
          </p15:clr>
        </p15:guide>
        <p15:guide id="52" orient="horz" pos="3730">
          <p15:clr>
            <a:srgbClr val="A4A3A4"/>
          </p15:clr>
        </p15:guide>
        <p15:guide id="53" orient="horz" pos="3936">
          <p15:clr>
            <a:srgbClr val="A4A3A4"/>
          </p15:clr>
        </p15:guide>
        <p15:guide id="54" orient="horz" pos="187">
          <p15:clr>
            <a:srgbClr val="9FCC3B"/>
          </p15:clr>
        </p15:guide>
        <p15:guide id="55" pos="455">
          <p15:clr>
            <a:srgbClr val="9FCC3B"/>
          </p15:clr>
        </p15:guide>
        <p15:guide id="56" pos="1069">
          <p15:clr>
            <a:srgbClr val="9FCC3B"/>
          </p15:clr>
        </p15:guide>
        <p15:guide id="57" pos="1685">
          <p15:clr>
            <a:srgbClr val="9FCC3B"/>
          </p15:clr>
        </p15:guide>
        <p15:guide id="58" pos="2301">
          <p15:clr>
            <a:srgbClr val="9FCC3B"/>
          </p15:clr>
        </p15:guide>
        <p15:guide id="59" pos="2915">
          <p15:clr>
            <a:srgbClr val="9FCC3B"/>
          </p15:clr>
        </p15:guide>
        <p15:guide id="60" pos="3531">
          <p15:clr>
            <a:srgbClr val="9FCC3B"/>
          </p15:clr>
        </p15:guide>
        <p15:guide id="61" pos="4146">
          <p15:clr>
            <a:srgbClr val="9FCC3B"/>
          </p15:clr>
        </p15:guide>
        <p15:guide id="62" pos="4762">
          <p15:clr>
            <a:srgbClr val="9FCC3B"/>
          </p15:clr>
        </p15:guide>
        <p15:guide id="63" pos="5378">
          <p15:clr>
            <a:srgbClr val="9FCC3B"/>
          </p15:clr>
        </p15:guide>
        <p15:guide id="64" pos="5992">
          <p15:clr>
            <a:srgbClr val="9FCC3B"/>
          </p15:clr>
        </p15:guide>
        <p15:guide id="65" pos="6609">
          <p15:clr>
            <a:srgbClr val="9FCC3B"/>
          </p15:clr>
        </p15:guide>
        <p15:guide id="66" pos="7225">
          <p15:clr>
            <a:srgbClr val="9FCC3B"/>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0.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tags" Target="../tags/tag2.xml"/><Relationship Id="rId3" Type="http://schemas.openxmlformats.org/officeDocument/2006/relationships/tags" Target="../tags/tag3.xml"/><Relationship Id="rId4" Type="http://schemas.openxmlformats.org/officeDocument/2006/relationships/tags" Target="../tags/tag4.xml"/><Relationship Id="rId5" Type="http://schemas.openxmlformats.org/officeDocument/2006/relationships/tags" Target="../tags/tag5.xml"/><Relationship Id="rId6" Type="http://schemas.openxmlformats.org/officeDocument/2006/relationships/tags" Target="../tags/tag6.xml"/><Relationship Id="rId7" Type="http://schemas.openxmlformats.org/officeDocument/2006/relationships/tags" Target="../tags/tag7.xml"/><Relationship Id="rId8" Type="http://schemas.openxmlformats.org/officeDocument/2006/relationships/tags" Target="../tags/tag8.xml"/><Relationship Id="rId9" Type="http://schemas.openxmlformats.org/officeDocument/2006/relationships/tags" Target="../tags/tag9.xml"/><Relationship Id="rId10" Type="http://schemas.openxmlformats.org/officeDocument/2006/relationships/tags" Target="../tags/tag10.xml"/><Relationship Id="rId11" Type="http://schemas.openxmlformats.org/officeDocument/2006/relationships/tags" Target="../tags/tag11.xml"/><Relationship Id="rId12" Type="http://schemas.openxmlformats.org/officeDocument/2006/relationships/tags" Target="../tags/tag12.xml"/><Relationship Id="rId13" Type="http://schemas.openxmlformats.org/officeDocument/2006/relationships/tags" Target="../tags/tag13.xml"/><Relationship Id="rId14" Type="http://schemas.openxmlformats.org/officeDocument/2006/relationships/tags" Target="../tags/tag14.xml"/><Relationship Id="rId15" Type="http://schemas.openxmlformats.org/officeDocument/2006/relationships/tags" Target="../tags/tag15.xml"/><Relationship Id="rId16" Type="http://schemas.openxmlformats.org/officeDocument/2006/relationships/slideLayout" Target="../slideLayouts/slideLayout10.xml"/><Relationship Id="rId17" Type="http://schemas.openxmlformats.org/officeDocument/2006/relationships/notesSlide" Target="../notesSlides/notesSlide2.xml"/><Relationship Id="rId18" Type="http://schemas.openxmlformats.org/officeDocument/2006/relationships/image" Target="../media/image8.svg"/><Relationship Id="rId19" Type="http://schemas.openxmlformats.org/officeDocument/2006/relationships/image" Target="../media/image9.svg"/><Relationship Id="rId20" Type="http://schemas.openxmlformats.org/officeDocument/2006/relationships/image" Target="../media/image10.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0.xml"/></Relationships>
</file>

<file path=ppt/slides/_rels/slide9.xml.rels><?xml version='1.0' encoding='UTF-8' standalone='yes'?>
<Relationships xmlns="http://schemas.openxmlformats.org/package/2006/relationships"><Relationship Id="rId1" Type="http://schemas.openxmlformats.org/officeDocument/2006/relationships/tags" Target="../tags/tag16.xml"/><Relationship Id="rId2" Type="http://schemas.openxmlformats.org/officeDocument/2006/relationships/tags" Target="../tags/tag17.xml"/><Relationship Id="rId3" Type="http://schemas.openxmlformats.org/officeDocument/2006/relationships/tags" Target="../tags/tag18.xml"/><Relationship Id="rId4" Type="http://schemas.openxmlformats.org/officeDocument/2006/relationships/tags" Target="../tags/tag19.xml"/><Relationship Id="rId5" Type="http://schemas.openxmlformats.org/officeDocument/2006/relationships/tags" Target="../tags/tag20.xml"/><Relationship Id="rId6" Type="http://schemas.openxmlformats.org/officeDocument/2006/relationships/slideLayout" Target="../slideLayouts/slideLayout10.xml"/><Relationship Id="rId7" Type="http://schemas.openxmlformats.org/officeDocument/2006/relationships/image" Target="../media/image11.svg"/><Relationship Id="rId8" Type="http://schemas.openxmlformats.org/officeDocument/2006/relationships/image" Target="../media/image12.svg"/><Relationship Id="rId9" Type="http://schemas.openxmlformats.org/officeDocument/2006/relationships/image" Target="../media/image13.svg"/><Relationship Id="rId10" Type="http://schemas.openxmlformats.org/officeDocument/2006/relationships/image" Target="../media/image14.svg"/><Relationship Id="rId11" Type="http://schemas.openxmlformats.org/officeDocument/2006/relationships/image" Target="../media/image15.sv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image" Target="../media/image16.svg"/><Relationship Id="rId3" Type="http://schemas.openxmlformats.org/officeDocument/2006/relationships/image" Target="../media/image17.svg"/><Relationship Id="rId4" Type="http://schemas.openxmlformats.org/officeDocument/2006/relationships/image" Target="../media/image18.svg"/><Relationship Id="rId5" Type="http://schemas.openxmlformats.org/officeDocument/2006/relationships/image" Target="../media/image19.sv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image" Target="../media/image19.svg"/><Relationship Id="rId3" Type="http://schemas.openxmlformats.org/officeDocument/2006/relationships/image" Target="../media/image20.svg"/><Relationship Id="rId4" Type="http://schemas.openxmlformats.org/officeDocument/2006/relationships/image" Target="../media/image21.svg"/><Relationship Id="rId5" Type="http://schemas.openxmlformats.org/officeDocument/2006/relationships/image" Target="../media/image18.sv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image" Target="../media/image22.png"/><Relationship Id="rId3" Type="http://schemas.openxmlformats.org/officeDocument/2006/relationships/hyperlink" Target="https://phoenix.cisco.com/web_apps/cisco_marketing_dashboard/campaign_and_segmentation_insights/Technology_and_Campaign_Insights"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image" Target="../media/image23.png"/><Relationship Id="rId3" Type="http://schemas.openxmlformats.org/officeDocument/2006/relationships/hyperlink" Target="https://phoenix.cisco.com/web_apps/cisco_marketing_dashboard/direct_insights/VDC_Executive_Dashboard"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hyperlink" Target="https://phoenix.cisco.com/web_apps/cisco_marketing_dashboard/direct_insights/VDC_Executive_Dashboard" TargetMode="External"/><Relationship Id="rId3" Type="http://schemas.openxmlformats.org/officeDocument/2006/relationships/image" Target="../media/image2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image" Target="../media/image25.png"/><Relationship Id="rId3" Type="http://schemas.openxmlformats.org/officeDocument/2006/relationships/image" Target="../media/image2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0.xml"/></Relationships>
</file>

<file path=ppt/slides/_rels/slide17.xml.rels><?xml version='1.0' encoding='UTF-8' standalone='yes'?>
<Relationships xmlns="http://schemas.openxmlformats.org/package/2006/relationships"><Relationship Id="rId1" Type="http://schemas.openxmlformats.org/officeDocument/2006/relationships/tags" Target="../tags/tag21.xml"/><Relationship Id="rId2" Type="http://schemas.openxmlformats.org/officeDocument/2006/relationships/slideLayout" Target="../slideLayouts/slideLayout10.xml"/><Relationship Id="rId3" Type="http://schemas.openxmlformats.org/officeDocument/2006/relationships/image" Target="../media/image20.svg"/><Relationship Id="rId4" Type="http://schemas.openxmlformats.org/officeDocument/2006/relationships/image" Target="../media/image21.svg"/><Relationship Id="rId5" Type="http://schemas.openxmlformats.org/officeDocument/2006/relationships/image" Target="../media/image18.svg"/><Relationship Id="rId6" Type="http://schemas.openxmlformats.org/officeDocument/2006/relationships/image" Target="../media/image9.svg"/></Relationships>
</file>

<file path=ppt/slides/_rels/slide18.xml.rels><?xml version='1.0' encoding='UTF-8' standalone='yes'?>
<Relationships xmlns="http://schemas.openxmlformats.org/package/2006/relationships"><Relationship Id="rId1" Type="http://schemas.openxmlformats.org/officeDocument/2006/relationships/tags" Target="../tags/tag22.xml"/><Relationship Id="rId2" Type="http://schemas.openxmlformats.org/officeDocument/2006/relationships/slideLayout" Target="../slideLayouts/slideLayout10.xml"/><Relationship Id="rId3" Type="http://schemas.openxmlformats.org/officeDocument/2006/relationships/notesSlide" Target="../notesSlides/notesSlide3.xml"/><Relationship Id="rId4" Type="http://schemas.openxmlformats.org/officeDocument/2006/relationships/image" Target="../media/image27.svg"/><Relationship Id="rId5" Type="http://schemas.openxmlformats.org/officeDocument/2006/relationships/image" Target="../media/image28.svg"/><Relationship Id="rId6" Type="http://schemas.openxmlformats.org/officeDocument/2006/relationships/image" Target="../media/image18.svg"/><Relationship Id="rId7" Type="http://schemas.openxmlformats.org/officeDocument/2006/relationships/image" Target="../media/image10.sv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hyperlink" Target="https://phoenix.cisco.com/web_apps/cisco_marketing_dashboard/pipeline_summary/MSP_Opportunity_Analysis" TargetMode="External"/><Relationship Id="rId3" Type="http://schemas.openxmlformats.org/officeDocument/2006/relationships/image" Target="../media/image2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hyperlink" Target="https://phoenix.cisco.com/web_apps/cisco_marketing_dashboard/campaign_and_segmentation_insights/Vehicle_Demand_Performance" TargetMode="External"/><Relationship Id="rId3" Type="http://schemas.openxmlformats.org/officeDocument/2006/relationships/image" Target="../media/image3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hyperlink" Target="https://phoenix.cisco.com/web_apps/cisco_marketing_dashboard/campaign_and_segmentation_insights/Content_Impact_Dashboard" TargetMode="External"/><Relationship Id="rId3" Type="http://schemas.openxmlformats.org/officeDocument/2006/relationships/image" Target="../media/image3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4.xml"/><Relationship Id="rId3" Type="http://schemas.openxmlformats.org/officeDocument/2006/relationships/image" Target="../media/image32.svg"/><Relationship Id="rId4" Type="http://schemas.openxmlformats.org/officeDocument/2006/relationships/image" Target="../media/image33.svg"/><Relationship Id="rId5" Type="http://schemas.openxmlformats.org/officeDocument/2006/relationships/image" Target="../media/image34.svg"/><Relationship Id="rId6" Type="http://schemas.openxmlformats.org/officeDocument/2006/relationships/image" Target="../media/image35.svg"/><Relationship Id="rId7" Type="http://schemas.openxmlformats.org/officeDocument/2006/relationships/image" Target="../media/image36.svg"/><Relationship Id="rId8" Type="http://schemas.openxmlformats.org/officeDocument/2006/relationships/image" Target="../media/image37.svg"/><Relationship Id="rId9" Type="http://schemas.openxmlformats.org/officeDocument/2006/relationships/image" Target="../media/image38.svg"/><Relationship Id="rId10" Type="http://schemas.openxmlformats.org/officeDocument/2006/relationships/image" Target="../media/image39.png"/><Relationship Id="rId11" Type="http://schemas.openxmlformats.org/officeDocument/2006/relationships/image" Target="../media/image40.png"/><Relationship Id="rId12" Type="http://schemas.openxmlformats.org/officeDocument/2006/relationships/image" Target="../media/image41.png"/><Relationship Id="rId13" Type="http://schemas.openxmlformats.org/officeDocument/2006/relationships/image" Target="../media/image4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6.xml.rels><?xml version='1.0' encoding='UTF-8' standalone='yes'?>
<Relationships xmlns="http://schemas.openxmlformats.org/package/2006/relationships"><Relationship Id="rId1" Type="http://schemas.openxmlformats.org/officeDocument/2006/relationships/tags" Target="../tags/tag23.xml"/><Relationship Id="rId2" Type="http://schemas.openxmlformats.org/officeDocument/2006/relationships/tags" Target="../tags/tag24.xml"/><Relationship Id="rId3" Type="http://schemas.openxmlformats.org/officeDocument/2006/relationships/tags" Target="../tags/tag25.xml"/><Relationship Id="rId4" Type="http://schemas.openxmlformats.org/officeDocument/2006/relationships/tags" Target="../tags/tag26.xml"/><Relationship Id="rId5" Type="http://schemas.openxmlformats.org/officeDocument/2006/relationships/tags" Target="../tags/tag27.xml"/><Relationship Id="rId6" Type="http://schemas.openxmlformats.org/officeDocument/2006/relationships/tags" Target="../tags/tag28.xml"/><Relationship Id="rId7" Type="http://schemas.openxmlformats.org/officeDocument/2006/relationships/tags" Target="../tags/tag29.xml"/><Relationship Id="rId8" Type="http://schemas.openxmlformats.org/officeDocument/2006/relationships/tags" Target="../tags/tag30.xml"/><Relationship Id="rId9" Type="http://schemas.openxmlformats.org/officeDocument/2006/relationships/tags" Target="../tags/tag31.xml"/><Relationship Id="rId10" Type="http://schemas.openxmlformats.org/officeDocument/2006/relationships/tags" Target="../tags/tag32.xml"/><Relationship Id="rId11" Type="http://schemas.openxmlformats.org/officeDocument/2006/relationships/tags" Target="../tags/tag33.xml"/><Relationship Id="rId12" Type="http://schemas.openxmlformats.org/officeDocument/2006/relationships/tags" Target="../tags/tag34.xml"/><Relationship Id="rId13" Type="http://schemas.openxmlformats.org/officeDocument/2006/relationships/tags" Target="../tags/tag35.xml"/><Relationship Id="rId14" Type="http://schemas.openxmlformats.org/officeDocument/2006/relationships/tags" Target="../tags/tag36.xml"/><Relationship Id="rId15" Type="http://schemas.openxmlformats.org/officeDocument/2006/relationships/tags" Target="../tags/tag37.xml"/><Relationship Id="rId16" Type="http://schemas.openxmlformats.org/officeDocument/2006/relationships/tags" Target="../tags/tag38.xml"/><Relationship Id="rId17" Type="http://schemas.openxmlformats.org/officeDocument/2006/relationships/tags" Target="../tags/tag39.xml"/><Relationship Id="rId18" Type="http://schemas.openxmlformats.org/officeDocument/2006/relationships/tags" Target="../tags/tag40.xml"/><Relationship Id="rId19" Type="http://schemas.openxmlformats.org/officeDocument/2006/relationships/tags" Target="../tags/tag41.xml"/><Relationship Id="rId20" Type="http://schemas.openxmlformats.org/officeDocument/2006/relationships/tags" Target="../tags/tag42.xml"/><Relationship Id="rId21" Type="http://schemas.openxmlformats.org/officeDocument/2006/relationships/slideLayout" Target="../slideLayouts/slideLayout10.xml"/><Relationship Id="rId22" Type="http://schemas.openxmlformats.org/officeDocument/2006/relationships/notesSlide" Target="../notesSlides/notesSlide5.xml"/><Relationship Id="rId23" Type="http://schemas.openxmlformats.org/officeDocument/2006/relationships/image" Target="../media/image43.svg"/><Relationship Id="rId24" Type="http://schemas.openxmlformats.org/officeDocument/2006/relationships/image" Target="../media/image44.svg"/><Relationship Id="rId25" Type="http://schemas.openxmlformats.org/officeDocument/2006/relationships/image" Target="../media/image45.svg"/><Relationship Id="rId26" Type="http://schemas.openxmlformats.org/officeDocument/2006/relationships/image" Target="../media/image46.sv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image" Target="../media/image47.png"/><Relationship Id="rId3" Type="http://schemas.openxmlformats.org/officeDocument/2006/relationships/image" Target="../media/image48.png"/><Relationship Id="rId4" Type="http://schemas.openxmlformats.org/officeDocument/2006/relationships/image" Target="../media/image4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hyperlink" Target="https://www.cisco.com/site/us/en/about/why-cisco/ai-ready-data-centers/index.html?ccid=cc010089&amp;dtid=pdixsp001642&amp;utm_id=cc010089&amp;utm_medium=paid-direct&amp;utm_source=businessinsider&amp;utm_creative=%ecid"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6.xml"/></Relationships>
</file>

<file path=ppt/slides/_rels/slide31.xml.rels><?xml version='1.0' encoding='UTF-8' standalone='yes'?>
<Relationships xmlns="http://schemas.openxmlformats.org/package/2006/relationships"><Relationship Id="rId1" Type="http://schemas.openxmlformats.org/officeDocument/2006/relationships/tags" Target="../tags/tag43.xml"/><Relationship Id="rId2" Type="http://schemas.openxmlformats.org/officeDocument/2006/relationships/tags" Target="../tags/tag44.xml"/><Relationship Id="rId3" Type="http://schemas.openxmlformats.org/officeDocument/2006/relationships/tags" Target="../tags/tag45.xml"/><Relationship Id="rId4" Type="http://schemas.openxmlformats.org/officeDocument/2006/relationships/tags" Target="../tags/tag46.xml"/><Relationship Id="rId5" Type="http://schemas.openxmlformats.org/officeDocument/2006/relationships/tags" Target="../tags/tag47.xml"/><Relationship Id="rId6" Type="http://schemas.openxmlformats.org/officeDocument/2006/relationships/tags" Target="../tags/tag48.xml"/><Relationship Id="rId7" Type="http://schemas.openxmlformats.org/officeDocument/2006/relationships/tags" Target="../tags/tag49.xml"/><Relationship Id="rId8" Type="http://schemas.openxmlformats.org/officeDocument/2006/relationships/tags" Target="../tags/tag50.xml"/><Relationship Id="rId9" Type="http://schemas.openxmlformats.org/officeDocument/2006/relationships/tags" Target="../tags/tag51.xml"/><Relationship Id="rId10" Type="http://schemas.openxmlformats.org/officeDocument/2006/relationships/tags" Target="../tags/tag52.xml"/><Relationship Id="rId11" Type="http://schemas.openxmlformats.org/officeDocument/2006/relationships/tags" Target="../tags/tag53.xml"/><Relationship Id="rId12" Type="http://schemas.openxmlformats.org/officeDocument/2006/relationships/tags" Target="../tags/tag54.xml"/><Relationship Id="rId13" Type="http://schemas.openxmlformats.org/officeDocument/2006/relationships/tags" Target="../tags/tag55.xml"/><Relationship Id="rId14" Type="http://schemas.openxmlformats.org/officeDocument/2006/relationships/tags" Target="../tags/tag56.xml"/><Relationship Id="rId15" Type="http://schemas.openxmlformats.org/officeDocument/2006/relationships/tags" Target="../tags/tag57.xml"/><Relationship Id="rId16" Type="http://schemas.openxmlformats.org/officeDocument/2006/relationships/slideLayout" Target="../slideLayouts/slideLayout10.xml"/><Relationship Id="rId17" Type="http://schemas.openxmlformats.org/officeDocument/2006/relationships/notesSlide" Target="../notesSlides/notesSlide7.xml"/><Relationship Id="rId18" Type="http://schemas.openxmlformats.org/officeDocument/2006/relationships/image" Target="../media/image8.svg"/><Relationship Id="rId19" Type="http://schemas.openxmlformats.org/officeDocument/2006/relationships/image" Target="../media/image9.svg"/><Relationship Id="rId20" Type="http://schemas.openxmlformats.org/officeDocument/2006/relationships/image" Target="../media/image10.sv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8.xml"/><Relationship Id="rId3" Type="http://schemas.openxmlformats.org/officeDocument/2006/relationships/image" Target="../media/image16.svg"/><Relationship Id="rId4" Type="http://schemas.openxmlformats.org/officeDocument/2006/relationships/image" Target="../media/image17.svg"/><Relationship Id="rId5" Type="http://schemas.openxmlformats.org/officeDocument/2006/relationships/image" Target="../media/image18.svg"/><Relationship Id="rId6" Type="http://schemas.openxmlformats.org/officeDocument/2006/relationships/image" Target="../media/image50.png"/><Relationship Id="rId7" Type="http://schemas.openxmlformats.org/officeDocument/2006/relationships/image" Target="../media/image51.svg"/><Relationship Id="rId8" Type="http://schemas.openxmlformats.org/officeDocument/2006/relationships/image" Target="../media/image52.svg"/><Relationship Id="rId9" Type="http://schemas.openxmlformats.org/officeDocument/2006/relationships/image" Target="../media/image53.sv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A51D39-382D-6375-3CB6-09CB78137C7E}"/>
              </a:ext>
            </a:extLst>
          </p:cNvPr>
          <p:cNvSpPr>
            <a:spLocks noGrp="1"/>
          </p:cNvSpPr>
          <p:nvPr>
            <p:ph type="title"/>
          </p:nvPr>
        </p:nvSpPr>
        <p:spPr/>
        <p:txBody>
          <a:bodyPr/>
          <a:lstStyle/>
          <a:p>
            <a:r>
              <a:rPr lang="en-US" dirty="0"/>
              <a:t>Tagging &amp; Tracking Overview</a:t>
            </a:r>
            <a:endParaRPr lang="en-GB" dirty="0"/>
          </a:p>
        </p:txBody>
      </p:sp>
      <p:sp>
        <p:nvSpPr>
          <p:cNvPr id="3" name="Text Placeholder 2">
            <a:extLst>
              <a:ext uri="{FF2B5EF4-FFF2-40B4-BE49-F238E27FC236}">
                <a16:creationId xmlns:a16="http://schemas.microsoft.com/office/drawing/2014/main" id="{648F5C80-1130-72E4-70F1-0CC1D470584F}"/>
              </a:ext>
            </a:extLst>
          </p:cNvPr>
          <p:cNvSpPr>
            <a:spLocks noGrp="1"/>
          </p:cNvSpPr>
          <p:nvPr>
            <p:ph type="body" sz="quarter" idx="13"/>
          </p:nvPr>
        </p:nvSpPr>
        <p:spPr/>
        <p:txBody>
          <a:bodyPr/>
          <a:lstStyle/>
          <a:p>
            <a:pPr>
              <a:defRPr sz="1800" b="0">
                <a:solidFill>
                  <a:srgbClr val="5C7080"/>
                </a:solidFill>
              </a:defRPr>
            </a:pPr>
            <a:r>
              <a:t>Which IDs to use, where they go, and why — during the FY27 hybrid transition</a:t>
            </a:r>
            <a:endParaRPr lang="en-GB" dirty="0"/>
          </a:p>
        </p:txBody>
      </p:sp>
      <p:sp>
        <p:nvSpPr>
          <p:cNvPr id="4" name="Text Placeholder 3">
            <a:extLst>
              <a:ext uri="{FF2B5EF4-FFF2-40B4-BE49-F238E27FC236}">
                <a16:creationId xmlns:a16="http://schemas.microsoft.com/office/drawing/2014/main" id="{9B95BFB3-3D3E-ADA6-2793-49E3B882F4A8}"/>
              </a:ext>
            </a:extLst>
          </p:cNvPr>
          <p:cNvSpPr>
            <a:spLocks noGrp="1"/>
          </p:cNvSpPr>
          <p:nvPr>
            <p:ph type="body" sz="quarter" idx="16"/>
          </p:nvPr>
        </p:nvSpPr>
        <p:spPr/>
        <p:txBody>
          <a:bodyPr/>
          <a:lstStyle/>
          <a:p>
            <a:r>
              <a:rPr lang="en-US" dirty="0"/>
              <a:t>GTM Readiness &amp; Performance Teams</a:t>
            </a:r>
            <a:endParaRPr lang="en-GB" dirty="0"/>
          </a:p>
        </p:txBody>
      </p:sp>
      <p:sp>
        <p:nvSpPr>
          <p:cNvPr id="5" name="Text Placeholder 4">
            <a:extLst>
              <a:ext uri="{FF2B5EF4-FFF2-40B4-BE49-F238E27FC236}">
                <a16:creationId xmlns:a16="http://schemas.microsoft.com/office/drawing/2014/main" id="{F51C7C56-EEA8-46FB-D0F8-4ECF8E373C67}"/>
              </a:ext>
            </a:extLst>
          </p:cNvPr>
          <p:cNvSpPr>
            <a:spLocks noGrp="1"/>
          </p:cNvSpPr>
          <p:nvPr>
            <p:ph type="body" sz="quarter" idx="14"/>
          </p:nvPr>
        </p:nvSpPr>
        <p:spPr/>
        <p:txBody>
          <a:bodyPr/>
          <a:lstStyle/>
          <a:p>
            <a:endParaRPr lang="en-GB"/>
          </a:p>
        </p:txBody>
      </p:sp>
      <p:sp>
        <p:nvSpPr>
          <p:cNvPr id="6" name="Text Placeholder 5">
            <a:extLst>
              <a:ext uri="{FF2B5EF4-FFF2-40B4-BE49-F238E27FC236}">
                <a16:creationId xmlns:a16="http://schemas.microsoft.com/office/drawing/2014/main" id="{F29684D5-3F3F-AC27-89B8-4B3AEC74348B}"/>
              </a:ext>
            </a:extLst>
          </p:cNvPr>
          <p:cNvSpPr>
            <a:spLocks noGrp="1"/>
          </p:cNvSpPr>
          <p:nvPr>
            <p:ph type="body" sz="quarter" idx="12"/>
          </p:nvPr>
        </p:nvSpPr>
        <p:spPr/>
        <p:txBody>
          <a:bodyPr/>
          <a:lstStyle/>
          <a:p>
            <a:r>
              <a:rPr lang="en-US" dirty="0"/>
              <a:t>June 2026</a:t>
            </a:r>
            <a:endParaRPr lang="en-GB" dirty="0"/>
          </a:p>
        </p:txBody>
      </p:sp>
    </p:spTree>
    <p:extLst>
      <p:ext uri="{BB962C8B-B14F-4D97-AF65-F5344CB8AC3E}">
        <p14:creationId xmlns:p14="http://schemas.microsoft.com/office/powerpoint/2010/main" val="10382953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5655A1-F2D0-A4E5-037C-DC6C0FBF9EB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354D1B-BC39-F78E-CCD5-0F77B16CDC6B}"/>
              </a:ext>
            </a:extLst>
          </p:cNvPr>
          <p:cNvSpPr>
            <a:spLocks noGrp="1"/>
          </p:cNvSpPr>
          <p:nvPr>
            <p:ph type="title"/>
          </p:nvPr>
        </p:nvSpPr>
        <p:spPr/>
        <p:txBody>
          <a:bodyPr/>
          <a:lstStyle/>
          <a:p>
            <a:r>
              <a:rPr lang="en-US" dirty="0"/>
              <a:t>Module1: Introduction &amp; Overview</a:t>
            </a:r>
            <a:endParaRPr lang="en-GB" dirty="0"/>
          </a:p>
        </p:txBody>
      </p:sp>
    </p:spTree>
    <p:extLst>
      <p:ext uri="{BB962C8B-B14F-4D97-AF65-F5344CB8AC3E}">
        <p14:creationId xmlns:p14="http://schemas.microsoft.com/office/powerpoint/2010/main" val="47929671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5" name="Straight Connector 14">
            <a:extLst>
              <a:ext uri="{FF2B5EF4-FFF2-40B4-BE49-F238E27FC236}">
                <a16:creationId xmlns:a16="http://schemas.microsoft.com/office/drawing/2014/main" id="{05469ABC-8D76-15E6-A25F-4D64C66AF433}"/>
              </a:ext>
            </a:extLst>
          </p:cNvPr>
          <p:cNvCxnSpPr/>
          <p:nvPr/>
        </p:nvCxnSpPr>
        <p:spPr>
          <a:xfrm>
            <a:off x="4223792" y="692696"/>
            <a:ext cx="0" cy="5904656"/>
          </a:xfrm>
          <a:prstGeom prst="line">
            <a:avLst/>
          </a:prstGeom>
          <a:noFill/>
          <a:ln>
            <a:gradFill>
              <a:gsLst>
                <a:gs pos="37000">
                  <a:srgbClr val="02C8FF"/>
                </a:gs>
                <a:gs pos="5000">
                  <a:srgbClr val="0A60FF"/>
                </a:gs>
                <a:gs pos="44000">
                  <a:srgbClr val="02C8FF"/>
                </a:gs>
                <a:gs pos="75000">
                  <a:srgbClr val="FF007F"/>
                </a:gs>
                <a:gs pos="95000">
                  <a:srgbClr val="FF9000"/>
                </a:gs>
              </a:gsLst>
              <a:lin ang="5400000" scaled="1"/>
            </a:gradFill>
            <a:prstDash val="sysDot"/>
          </a:ln>
          <a:effectLst/>
        </p:spPr>
        <p:style>
          <a:lnRef idx="2">
            <a:schemeClr val="accent1">
              <a:shade val="50000"/>
            </a:schemeClr>
          </a:lnRef>
          <a:fillRef idx="1">
            <a:schemeClr val="accent1"/>
          </a:fillRef>
          <a:effectRef idx="0">
            <a:schemeClr val="accent1"/>
          </a:effectRef>
          <a:fontRef idx="minor">
            <a:schemeClr val="lt1"/>
          </a:fontRef>
        </p:style>
      </p:cxnSp>
      <p:sp>
        <p:nvSpPr>
          <p:cNvPr id="16" name="TextBox 15">
            <a:extLst>
              <a:ext uri="{FF2B5EF4-FFF2-40B4-BE49-F238E27FC236}">
                <a16:creationId xmlns:a16="http://schemas.microsoft.com/office/drawing/2014/main" id="{0E796B39-96C1-2B47-A4F0-DD0544499523}"/>
              </a:ext>
            </a:extLst>
          </p:cNvPr>
          <p:cNvSpPr txBox="1"/>
          <p:nvPr/>
        </p:nvSpPr>
        <p:spPr>
          <a:xfrm>
            <a:off x="479376" y="2384884"/>
            <a:ext cx="3240360" cy="2088232"/>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GB" sz="4800">
                <a:solidFill>
                  <a:schemeClr val="bg1"/>
                </a:solidFill>
                <a:ea typeface="ＭＳ Ｐゴシック" charset="0"/>
              </a:rPr>
              <a:t>Document Objectives</a:t>
            </a:r>
            <a:endParaRPr lang="en-GB" sz="4800" kern="1200">
              <a:solidFill>
                <a:schemeClr val="bg1"/>
              </a:solidFill>
              <a:latin typeface="+mn-lt"/>
              <a:ea typeface="ＭＳ Ｐゴシック" charset="0"/>
            </a:endParaRPr>
          </a:p>
        </p:txBody>
      </p:sp>
      <p:grpSp>
        <p:nvGrpSpPr>
          <p:cNvPr id="3" name="Group 2">
            <a:extLst>
              <a:ext uri="{FF2B5EF4-FFF2-40B4-BE49-F238E27FC236}">
                <a16:creationId xmlns:a16="http://schemas.microsoft.com/office/drawing/2014/main" id="{F23BB1C6-C5E4-59A1-B870-3E8CD0087130}"/>
              </a:ext>
            </a:extLst>
          </p:cNvPr>
          <p:cNvGrpSpPr/>
          <p:nvPr/>
        </p:nvGrpSpPr>
        <p:grpSpPr>
          <a:xfrm>
            <a:off x="4763852" y="903747"/>
            <a:ext cx="7236804" cy="1543061"/>
            <a:chOff x="4763852" y="903747"/>
            <a:chExt cx="7236804" cy="1543061"/>
          </a:xfrm>
        </p:grpSpPr>
        <p:sp>
          <p:nvSpPr>
            <p:cNvPr id="18" name="Rectangle: Rounded Corners 17">
              <a:extLst>
                <a:ext uri="{FF2B5EF4-FFF2-40B4-BE49-F238E27FC236}">
                  <a16:creationId xmlns:a16="http://schemas.microsoft.com/office/drawing/2014/main" id="{171867FC-ACBE-DCA3-D15B-F8C221AB5C89}"/>
                </a:ext>
              </a:extLst>
            </p:cNvPr>
            <p:cNvSpPr/>
            <p:nvPr/>
          </p:nvSpPr>
          <p:spPr>
            <a:xfrm>
              <a:off x="4763852" y="1126637"/>
              <a:ext cx="2016224" cy="1097280"/>
            </a:xfrm>
            <a:prstGeom prst="roundRect">
              <a:avLst/>
            </a:prstGeom>
            <a:no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GB" b="1">
                  <a:solidFill>
                    <a:schemeClr val="bg1">
                      <a:lumMod val="50000"/>
                      <a:lumOff val="50000"/>
                    </a:schemeClr>
                  </a:solidFill>
                </a:rPr>
                <a:t>Purpose</a:t>
              </a:r>
            </a:p>
          </p:txBody>
        </p:sp>
        <p:sp>
          <p:nvSpPr>
            <p:cNvPr id="25" name="TextBox 24">
              <a:extLst>
                <a:ext uri="{FF2B5EF4-FFF2-40B4-BE49-F238E27FC236}">
                  <a16:creationId xmlns:a16="http://schemas.microsoft.com/office/drawing/2014/main" id="{EB3B6231-8E62-E4EE-D613-3627CCEAB99D}"/>
                </a:ext>
              </a:extLst>
            </p:cNvPr>
            <p:cNvSpPr txBox="1"/>
            <p:nvPr/>
          </p:nvSpPr>
          <p:spPr>
            <a:xfrm>
              <a:off x="7176120" y="903747"/>
              <a:ext cx="4824536" cy="1543061"/>
            </a:xfrm>
            <a:prstGeom prst="rect">
              <a:avLst/>
            </a:prstGeom>
            <a:noFill/>
          </p:spPr>
          <p:txBody>
            <a:bodyPr wrap="square" lIns="0" tIns="0" rIns="0" bIns="0" rtlCol="0">
              <a:noAutofit/>
            </a:bodyPr>
            <a:lstStyle>
              <a:defPPr>
                <a:defRPr lang="en-US"/>
              </a:defPPr>
              <a:lvl1pPr>
                <a:defRPr sz="1400">
                  <a:solidFill>
                    <a:schemeClr val="bg1">
                      <a:lumMod val="75000"/>
                      <a:lumOff val="25000"/>
                    </a:schemeClr>
                  </a:solidFill>
                </a:defRPr>
              </a:lvl1pPr>
            </a:lstStyle>
            <a:p>
              <a:r>
                <a:rPr lang="en-US" dirty="0"/>
                <a:t>This guide is here to help you make sense of creating tracking URLs without any confusion. You'll learn which tags and UTM codes are needed for your campaigns right now. This training will show you how the data you enter every day affects everything else, helping you keep things organized and avoid mistakes that impact strategic marketing reporting.</a:t>
              </a:r>
              <a:endParaRPr lang="en-GB" sz="1200" dirty="0"/>
            </a:p>
          </p:txBody>
        </p:sp>
      </p:grpSp>
      <p:grpSp>
        <p:nvGrpSpPr>
          <p:cNvPr id="6" name="Group 5">
            <a:extLst>
              <a:ext uri="{FF2B5EF4-FFF2-40B4-BE49-F238E27FC236}">
                <a16:creationId xmlns:a16="http://schemas.microsoft.com/office/drawing/2014/main" id="{AE49E57D-615E-18AB-CD65-DD6CE787F805}"/>
              </a:ext>
            </a:extLst>
          </p:cNvPr>
          <p:cNvGrpSpPr/>
          <p:nvPr/>
        </p:nvGrpSpPr>
        <p:grpSpPr>
          <a:xfrm>
            <a:off x="4763852" y="2949539"/>
            <a:ext cx="7236804" cy="1306278"/>
            <a:chOff x="4763852" y="2929947"/>
            <a:chExt cx="7236804" cy="1306278"/>
          </a:xfrm>
        </p:grpSpPr>
        <p:sp>
          <p:nvSpPr>
            <p:cNvPr id="19" name="Rectangle: Rounded Corners 18">
              <a:extLst>
                <a:ext uri="{FF2B5EF4-FFF2-40B4-BE49-F238E27FC236}">
                  <a16:creationId xmlns:a16="http://schemas.microsoft.com/office/drawing/2014/main" id="{41B4B4EE-1D5A-66B0-4191-97DB15B785A1}"/>
                </a:ext>
              </a:extLst>
            </p:cNvPr>
            <p:cNvSpPr/>
            <p:nvPr/>
          </p:nvSpPr>
          <p:spPr>
            <a:xfrm>
              <a:off x="4763852" y="3034446"/>
              <a:ext cx="2016224" cy="1097280"/>
            </a:xfrm>
            <a:prstGeom prst="roundRect">
              <a:avLst/>
            </a:prstGeom>
            <a:no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GB" b="1">
                  <a:solidFill>
                    <a:schemeClr val="bg1">
                      <a:lumMod val="50000"/>
                      <a:lumOff val="50000"/>
                    </a:schemeClr>
                  </a:solidFill>
                </a:rPr>
                <a:t>Outcome</a:t>
              </a:r>
            </a:p>
          </p:txBody>
        </p:sp>
        <p:sp>
          <p:nvSpPr>
            <p:cNvPr id="29" name="TextBox 28">
              <a:extLst>
                <a:ext uri="{FF2B5EF4-FFF2-40B4-BE49-F238E27FC236}">
                  <a16:creationId xmlns:a16="http://schemas.microsoft.com/office/drawing/2014/main" id="{479E7B1A-E46C-3FD0-5DCC-0C5FA90C4CA4}"/>
                </a:ext>
              </a:extLst>
            </p:cNvPr>
            <p:cNvSpPr txBox="1"/>
            <p:nvPr/>
          </p:nvSpPr>
          <p:spPr>
            <a:xfrm>
              <a:off x="7176120" y="2929947"/>
              <a:ext cx="4824536" cy="1306278"/>
            </a:xfrm>
            <a:prstGeom prst="rect">
              <a:avLst/>
            </a:prstGeom>
            <a:noFill/>
          </p:spPr>
          <p:txBody>
            <a:bodyPr wrap="square" lIns="0" tIns="0" rIns="0" bIns="0" rtlCol="0">
              <a:noAutofit/>
            </a:bodyPr>
            <a:lstStyle>
              <a:defPPr>
                <a:defRPr lang="en-US"/>
              </a:defPPr>
              <a:lvl1pPr>
                <a:defRPr sz="1400">
                  <a:solidFill>
                    <a:schemeClr val="bg1">
                      <a:lumMod val="75000"/>
                      <a:lumOff val="25000"/>
                    </a:schemeClr>
                  </a:solidFill>
                </a:defRPr>
              </a:lvl1pPr>
            </a:lstStyle>
            <a:p>
              <a:r>
                <a:rPr lang="en-GB" sz="1200" dirty="0"/>
                <a:t>You will gain the confidence to independently build, validate, and deploy flawless tracking URLs across all marketing channels without fear of breaking downstream data. Ultimately, your mastery of these rules ensures that every lead you generate is credited correctly, protecting our fractional attribution and directly empowering our sales teams with the accurate customer context they need to win deals.</a:t>
              </a:r>
            </a:p>
          </p:txBody>
        </p:sp>
      </p:grpSp>
      <p:sp>
        <p:nvSpPr>
          <p:cNvPr id="30" name="TextBox 29">
            <a:extLst>
              <a:ext uri="{FF2B5EF4-FFF2-40B4-BE49-F238E27FC236}">
                <a16:creationId xmlns:a16="http://schemas.microsoft.com/office/drawing/2014/main" id="{9AE6AABA-B298-6D35-CCDD-5049140C1A21}"/>
              </a:ext>
            </a:extLst>
          </p:cNvPr>
          <p:cNvSpPr txBox="1"/>
          <p:nvPr/>
        </p:nvSpPr>
        <p:spPr>
          <a:xfrm>
            <a:off x="13296800" y="5157192"/>
            <a:ext cx="914400" cy="914400"/>
          </a:xfrm>
          <a:prstGeom prst="rect">
            <a:avLst/>
          </a:prstGeom>
          <a:noFill/>
        </p:spPr>
        <p:txBody>
          <a:bodyPr wrap="none" lIns="0" tIns="0" rIns="0" bIns="0" rtlCol="0">
            <a:noAutofit/>
          </a:bodyPr>
          <a:lstStyle/>
          <a:p>
            <a:pPr marL="182880" indent="-182880" algn="l" defTabSz="912276" rtl="0" eaLnBrk="1" fontAlgn="base" hangingPunct="1">
              <a:lnSpc>
                <a:spcPct val="100000"/>
              </a:lnSpc>
              <a:spcBef>
                <a:spcPts val="0"/>
              </a:spcBef>
              <a:spcAft>
                <a:spcPts val="1000"/>
              </a:spcAft>
              <a:buClr>
                <a:schemeClr val="bg1"/>
              </a:buClr>
              <a:buSzPct val="100000"/>
              <a:buFont typeface="Arial" panose="020B0604020202020204" pitchFamily="34" charset="0"/>
              <a:buChar char="•"/>
            </a:pPr>
            <a:endParaRPr lang="en-GB" sz="1600" kern="1200" err="1">
              <a:solidFill>
                <a:schemeClr val="bg1"/>
              </a:solidFill>
              <a:latin typeface="+mn-lt"/>
              <a:ea typeface="ＭＳ Ｐゴシック" charset="0"/>
            </a:endParaRPr>
          </a:p>
        </p:txBody>
      </p:sp>
      <p:grpSp>
        <p:nvGrpSpPr>
          <p:cNvPr id="2" name="Group 1">
            <a:extLst>
              <a:ext uri="{FF2B5EF4-FFF2-40B4-BE49-F238E27FC236}">
                <a16:creationId xmlns:a16="http://schemas.microsoft.com/office/drawing/2014/main" id="{CB5DE390-13EF-A4AC-BD0E-A2FE5ABC2F00}"/>
              </a:ext>
            </a:extLst>
          </p:cNvPr>
          <p:cNvGrpSpPr/>
          <p:nvPr/>
        </p:nvGrpSpPr>
        <p:grpSpPr>
          <a:xfrm>
            <a:off x="4763852" y="4758547"/>
            <a:ext cx="7164796" cy="1699009"/>
            <a:chOff x="4763852" y="4758547"/>
            <a:chExt cx="7164796" cy="1699009"/>
          </a:xfrm>
        </p:grpSpPr>
        <p:sp>
          <p:nvSpPr>
            <p:cNvPr id="20" name="Rectangle: Rounded Corners 19">
              <a:extLst>
                <a:ext uri="{FF2B5EF4-FFF2-40B4-BE49-F238E27FC236}">
                  <a16:creationId xmlns:a16="http://schemas.microsoft.com/office/drawing/2014/main" id="{5542667F-169C-2ECD-5DE4-AAD052B7BF34}"/>
                </a:ext>
              </a:extLst>
            </p:cNvPr>
            <p:cNvSpPr/>
            <p:nvPr/>
          </p:nvSpPr>
          <p:spPr>
            <a:xfrm>
              <a:off x="4763852" y="5059411"/>
              <a:ext cx="2016224" cy="1097280"/>
            </a:xfrm>
            <a:prstGeom prst="roundRect">
              <a:avLst/>
            </a:prstGeom>
            <a:no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GB" b="1">
                  <a:solidFill>
                    <a:schemeClr val="bg1">
                      <a:lumMod val="50000"/>
                      <a:lumOff val="50000"/>
                    </a:schemeClr>
                  </a:solidFill>
                </a:rPr>
                <a:t>Plan</a:t>
              </a:r>
            </a:p>
          </p:txBody>
        </p:sp>
        <p:sp>
          <p:nvSpPr>
            <p:cNvPr id="31" name="TextBox 30">
              <a:extLst>
                <a:ext uri="{FF2B5EF4-FFF2-40B4-BE49-F238E27FC236}">
                  <a16:creationId xmlns:a16="http://schemas.microsoft.com/office/drawing/2014/main" id="{666C1903-0B90-C2F4-A302-2259874242B7}"/>
                </a:ext>
              </a:extLst>
            </p:cNvPr>
            <p:cNvSpPr txBox="1"/>
            <p:nvPr/>
          </p:nvSpPr>
          <p:spPr>
            <a:xfrm>
              <a:off x="7104112" y="4758547"/>
              <a:ext cx="4824536" cy="1699009"/>
            </a:xfrm>
            <a:prstGeom prst="rect">
              <a:avLst/>
            </a:prstGeom>
            <a:noFill/>
          </p:spPr>
          <p:txBody>
            <a:bodyPr wrap="square" lIns="0" tIns="0" rIns="0" bIns="0" rtlCol="0">
              <a:noAutofit/>
            </a:bodyPr>
            <a:lstStyle>
              <a:defPPr>
                <a:defRPr lang="en-US"/>
              </a:defPPr>
              <a:lvl1pPr>
                <a:defRPr sz="1200">
                  <a:solidFill>
                    <a:schemeClr val="bg1">
                      <a:lumMod val="75000"/>
                      <a:lumOff val="25000"/>
                    </a:schemeClr>
                  </a:solidFill>
                </a:defRPr>
              </a:lvl1pPr>
            </a:lstStyle>
            <a:p>
              <a:r>
                <a:rPr lang="en-US" altLang="en-US" b="1" dirty="0"/>
                <a:t>Define Core Tracking Rules: </a:t>
              </a:r>
              <a:r>
                <a:rPr lang="en-US" altLang="en-US" dirty="0"/>
                <a:t>Outline the precise criteria for mandatory UTM parameters, defining exact triggers for Workfront automation, </a:t>
              </a:r>
              <a:r>
                <a:rPr lang="en-US" altLang="en-US" dirty="0" err="1"/>
                <a:t>Stensul</a:t>
              </a:r>
              <a:r>
                <a:rPr lang="en-US" altLang="en-US" dirty="0"/>
                <a:t> deployment, and manual overrides.</a:t>
              </a:r>
            </a:p>
            <a:p>
              <a:r>
                <a:rPr lang="en-US" altLang="en-US" b="1" dirty="0"/>
                <a:t>Map Channel Dependencies: </a:t>
              </a:r>
              <a:r>
                <a:rPr lang="en-US" altLang="en-US" dirty="0"/>
                <a:t>Enforce a strict taxonomy matrix detailing standard values for source/medium and identifying the explicit channels where </a:t>
              </a:r>
              <a:r>
                <a:rPr lang="en-US" altLang="en-US" dirty="0" err="1"/>
                <a:t>utm_creative</a:t>
              </a:r>
              <a:r>
                <a:rPr lang="en-US" altLang="en-US" dirty="0"/>
                <a:t> is required.</a:t>
              </a:r>
            </a:p>
            <a:p>
              <a:r>
                <a:rPr lang="en-US" altLang="en-US" b="1" dirty="0"/>
                <a:t>Audit and Educate: </a:t>
              </a:r>
              <a:r>
                <a:rPr lang="en-US" altLang="en-US" dirty="0"/>
                <a:t>Quantify the operational impact of broken tags on downstream reporting, establishing an ongoing validation loop to keep training documentation updated.</a:t>
              </a:r>
            </a:p>
            <a:p>
              <a:endParaRPr lang="en-GB" dirty="0"/>
            </a:p>
          </p:txBody>
        </p:sp>
      </p:grpSp>
    </p:spTree>
    <p:extLst>
      <p:ext uri="{BB962C8B-B14F-4D97-AF65-F5344CB8AC3E}">
        <p14:creationId xmlns:p14="http://schemas.microsoft.com/office/powerpoint/2010/main" val="330044888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14D9D1-8E9B-C24C-A298-5A2D7E34E389}"/>
              </a:ext>
            </a:extLst>
          </p:cNvPr>
          <p:cNvSpPr>
            <a:spLocks noGrp="1"/>
          </p:cNvSpPr>
          <p:nvPr>
            <p:ph type="title"/>
          </p:nvPr>
        </p:nvSpPr>
        <p:spPr/>
        <p:txBody>
          <a:bodyPr/>
          <a:lstStyle/>
          <a:p>
            <a:r>
              <a:rPr lang="en-US" dirty="0"/>
              <a:t>Current State</a:t>
            </a:r>
            <a:endParaRPr lang="en-GB" dirty="0"/>
          </a:p>
        </p:txBody>
      </p:sp>
      <p:sp>
        <p:nvSpPr>
          <p:cNvPr id="3" name="TextBox 2">
            <a:extLst>
              <a:ext uri="{FF2B5EF4-FFF2-40B4-BE49-F238E27FC236}">
                <a16:creationId xmlns:a16="http://schemas.microsoft.com/office/drawing/2014/main" id="{F07B5A6C-0CC8-CB41-03E1-4EC524FA07BB}"/>
              </a:ext>
            </a:extLst>
          </p:cNvPr>
          <p:cNvSpPr txBox="1"/>
          <p:nvPr/>
        </p:nvSpPr>
        <p:spPr>
          <a:xfrm>
            <a:off x="968828" y="684491"/>
            <a:ext cx="10254343" cy="660400"/>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2800" b="1" i="1" kern="1200" dirty="0">
                <a:solidFill>
                  <a:schemeClr val="accent2"/>
                </a:solidFill>
                <a:latin typeface="+mn-lt"/>
                <a:ea typeface="ＭＳ Ｐゴシック" charset="0"/>
              </a:rPr>
              <a:t>We currently HAVE  to work with a Hybrid Tracking model</a:t>
            </a:r>
            <a:endParaRPr lang="en-GB" sz="2800" b="1" i="1" kern="1200" dirty="0" err="1">
              <a:solidFill>
                <a:schemeClr val="accent2"/>
              </a:solidFill>
              <a:latin typeface="+mn-lt"/>
              <a:ea typeface="ＭＳ Ｐゴシック" charset="0"/>
            </a:endParaRPr>
          </a:p>
        </p:txBody>
      </p:sp>
      <p:sp>
        <p:nvSpPr>
          <p:cNvPr id="7" name="TextBox 6">
            <a:extLst>
              <a:ext uri="{FF2B5EF4-FFF2-40B4-BE49-F238E27FC236}">
                <a16:creationId xmlns:a16="http://schemas.microsoft.com/office/drawing/2014/main" id="{0D20D61C-ECC8-BD73-0266-67433759E2C6}"/>
              </a:ext>
            </a:extLst>
          </p:cNvPr>
          <p:cNvSpPr txBox="1"/>
          <p:nvPr/>
        </p:nvSpPr>
        <p:spPr>
          <a:xfrm>
            <a:off x="1095828" y="1306521"/>
            <a:ext cx="3577771" cy="515258"/>
          </a:xfrm>
          <a:prstGeom prst="rect">
            <a:avLst/>
          </a:prstGeom>
          <a:noFill/>
        </p:spPr>
        <p:txBody>
          <a:bodyPr wrap="square" lIns="0" tIns="0" rIns="0" bIns="0" rtlCol="0">
            <a:noAutofit/>
          </a:bodyPr>
          <a:lstStyle/>
          <a:p>
            <a:pPr algn="l" defTabSz="912276" rtl="0" eaLnBrk="1" fontAlgn="base" hangingPunct="1">
              <a:lnSpc>
                <a:spcPct val="100000"/>
              </a:lnSpc>
              <a:spcBef>
                <a:spcPts val="0"/>
              </a:spcBef>
              <a:spcAft>
                <a:spcPts val="1000"/>
              </a:spcAft>
              <a:buClr>
                <a:schemeClr val="bg1"/>
              </a:buClr>
              <a:buSzPct val="100000"/>
            </a:pPr>
            <a:r>
              <a:rPr lang="en-US" sz="2000" b="1" dirty="0">
                <a:solidFill>
                  <a:schemeClr val="bg1"/>
                </a:solidFill>
                <a:ea typeface="ＭＳ Ｐゴシック" charset="0"/>
              </a:rPr>
              <a:t>WE MUST:</a:t>
            </a:r>
            <a:endParaRPr lang="en-GB" sz="2000" b="1" kern="1200" dirty="0" err="1">
              <a:solidFill>
                <a:schemeClr val="bg1"/>
              </a:solidFill>
              <a:latin typeface="+mn-lt"/>
              <a:ea typeface="ＭＳ Ｐゴシック" charset="0"/>
            </a:endParaRPr>
          </a:p>
        </p:txBody>
      </p:sp>
      <p:sp>
        <p:nvSpPr>
          <p:cNvPr id="16" name="TextBox 15">
            <a:extLst>
              <a:ext uri="{FF2B5EF4-FFF2-40B4-BE49-F238E27FC236}">
                <a16:creationId xmlns:a16="http://schemas.microsoft.com/office/drawing/2014/main" id="{415A85A1-B4E7-6936-CCBC-880F93C10EE3}"/>
              </a:ext>
            </a:extLst>
          </p:cNvPr>
          <p:cNvSpPr txBox="1"/>
          <p:nvPr/>
        </p:nvSpPr>
        <p:spPr>
          <a:xfrm>
            <a:off x="1567543" y="5515429"/>
            <a:ext cx="7148286" cy="1117600"/>
          </a:xfrm>
          <a:prstGeom prst="rect">
            <a:avLst/>
          </a:prstGeom>
          <a:noFill/>
        </p:spPr>
        <p:txBody>
          <a:bodyPr wrap="square" lIns="0" tIns="0" rIns="0" bIns="0" rtlCol="0">
            <a:noAutofit/>
          </a:bodyPr>
          <a:lstStyle/>
          <a:p>
            <a:pPr marL="182880" indent="-182880" algn="l" defTabSz="912276" rtl="0" eaLnBrk="1" fontAlgn="base" hangingPunct="1">
              <a:lnSpc>
                <a:spcPct val="100000"/>
              </a:lnSpc>
              <a:spcBef>
                <a:spcPts val="0"/>
              </a:spcBef>
              <a:spcAft>
                <a:spcPts val="1000"/>
              </a:spcAft>
              <a:buClr>
                <a:schemeClr val="bg1"/>
              </a:buClr>
              <a:buSzPct val="100000"/>
              <a:buFont typeface="Arial" panose="020B0604020202020204" pitchFamily="34" charset="0"/>
              <a:buChar char="•"/>
              <a:defRPr sz="1000" b="0">
                <a:solidFill>
                  <a:srgbClr val="1F2937"/>
                </a:solidFill>
              </a:defRPr>
            </a:pPr>
            <a:r>
              <a:t>On every external URL that drives traffic to Cisco.com, you MUST include today:</a:t>
            </a:r>
            <a:br/>
            <a:br/>
            <a:r>
              <a:t>• ccid — Activity ID (campaign / initiative in system of record)</a:t>
            </a:r>
            <a:br/>
            <a:r>
              <a:t>• dtid — Drive To ID (legacy channel + vehicle classification)</a:t>
            </a:r>
            <a:br/>
            <a:r>
              <a:t>• utm_id — must equal ccid today (future: Workfront Channel ID)</a:t>
            </a:r>
            <a:br/>
            <a:r>
              <a:t>• utm_medium — channel classification (highest priority in analytics)</a:t>
            </a:r>
            <a:br/>
            <a:r>
              <a:t>• utm_source — platform or vendor within the channel</a:t>
            </a:r>
            <a:br/>
            <a:r>
              <a:t>• utm_creative=%ecid! — only for Paid Direct, Paid Programmatic, Paid Social</a:t>
            </a:r>
            <a:br/>
            <a:br/>
            <a:r>
              <a:t>Do not drop ccid or dtid until governance announces retirement.</a:t>
            </a:r>
            <a:endParaRPr lang="en-GB" sz="1600" kern="1200" dirty="0" err="1">
              <a:solidFill>
                <a:schemeClr val="bg1"/>
              </a:solidFill>
              <a:latin typeface="+mn-lt"/>
              <a:ea typeface="ＭＳ Ｐゴシック" charset="0"/>
            </a:endParaRPr>
          </a:p>
        </p:txBody>
      </p:sp>
      <p:grpSp>
        <p:nvGrpSpPr>
          <p:cNvPr id="19" name="Group 18">
            <a:extLst>
              <a:ext uri="{FF2B5EF4-FFF2-40B4-BE49-F238E27FC236}">
                <a16:creationId xmlns:a16="http://schemas.microsoft.com/office/drawing/2014/main" id="{699F3975-1D13-78E7-ECF3-4488708B0B11}"/>
              </a:ext>
            </a:extLst>
          </p:cNvPr>
          <p:cNvGrpSpPr/>
          <p:nvPr/>
        </p:nvGrpSpPr>
        <p:grpSpPr>
          <a:xfrm>
            <a:off x="1102903" y="1286840"/>
            <a:ext cx="9986195" cy="5001865"/>
            <a:chOff x="1236975" y="1286840"/>
            <a:chExt cx="9986195" cy="5001865"/>
          </a:xfrm>
        </p:grpSpPr>
        <p:grpSp>
          <p:nvGrpSpPr>
            <p:cNvPr id="13" name="Group 12">
              <a:extLst>
                <a:ext uri="{FF2B5EF4-FFF2-40B4-BE49-F238E27FC236}">
                  <a16:creationId xmlns:a16="http://schemas.microsoft.com/office/drawing/2014/main" id="{35359FB1-100B-1D7E-63E8-B1F290814BDC}"/>
                </a:ext>
              </a:extLst>
            </p:cNvPr>
            <p:cNvGrpSpPr/>
            <p:nvPr/>
          </p:nvGrpSpPr>
          <p:grpSpPr>
            <a:xfrm>
              <a:off x="1236975" y="1286840"/>
              <a:ext cx="9986195" cy="1543061"/>
              <a:chOff x="1236975" y="1620664"/>
              <a:chExt cx="9986195" cy="1543061"/>
            </a:xfrm>
          </p:grpSpPr>
          <p:sp>
            <p:nvSpPr>
              <p:cNvPr id="5" name="Oval 4">
                <a:extLst>
                  <a:ext uri="{FF2B5EF4-FFF2-40B4-BE49-F238E27FC236}">
                    <a16:creationId xmlns:a16="http://schemas.microsoft.com/office/drawing/2014/main" id="{7712DD22-6D63-6D0B-5077-CA0954EA119F}"/>
                  </a:ext>
                </a:extLst>
              </p:cNvPr>
              <p:cNvSpPr/>
              <p:nvPr/>
            </p:nvSpPr>
            <p:spPr>
              <a:xfrm>
                <a:off x="1236975" y="2056551"/>
                <a:ext cx="671286" cy="671286"/>
              </a:xfrm>
              <a:prstGeom prst="ellipse">
                <a:avLst/>
              </a:prstGeom>
              <a:no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GB" sz="4000" b="1" dirty="0">
                    <a:solidFill>
                      <a:schemeClr val="bg1">
                        <a:lumMod val="50000"/>
                        <a:lumOff val="50000"/>
                      </a:schemeClr>
                    </a:solidFill>
                    <a:latin typeface="Impact" panose="020B0806030902050204" pitchFamily="34" charset="0"/>
                  </a:rPr>
                  <a:t>1</a:t>
                </a:r>
                <a:endParaRPr lang="en-GB" b="1" dirty="0">
                  <a:solidFill>
                    <a:schemeClr val="bg1">
                      <a:lumMod val="50000"/>
                      <a:lumOff val="50000"/>
                    </a:schemeClr>
                  </a:solidFill>
                  <a:latin typeface="Impact" panose="020B0806030902050204" pitchFamily="34" charset="0"/>
                </a:endParaRPr>
              </a:p>
            </p:txBody>
          </p:sp>
          <p:sp>
            <p:nvSpPr>
              <p:cNvPr id="6" name="TextBox 5">
                <a:extLst>
                  <a:ext uri="{FF2B5EF4-FFF2-40B4-BE49-F238E27FC236}">
                    <a16:creationId xmlns:a16="http://schemas.microsoft.com/office/drawing/2014/main" id="{C9405374-8159-B604-3175-8A182ABCCA91}"/>
                  </a:ext>
                </a:extLst>
              </p:cNvPr>
              <p:cNvSpPr txBox="1"/>
              <p:nvPr/>
            </p:nvSpPr>
            <p:spPr>
              <a:xfrm>
                <a:off x="2633609" y="1620664"/>
                <a:ext cx="8589561" cy="1543061"/>
              </a:xfrm>
              <a:prstGeom prst="rect">
                <a:avLst/>
              </a:prstGeom>
              <a:noFill/>
            </p:spPr>
            <p:txBody>
              <a:bodyPr wrap="square" lIns="0" tIns="0" rIns="0" bIns="0" rtlCol="0" anchor="ctr">
                <a:noAutofit/>
              </a:bodyPr>
              <a:lstStyle>
                <a:defPPr>
                  <a:defRPr lang="en-US"/>
                </a:defPPr>
                <a:lvl1pPr>
                  <a:defRPr sz="1400">
                    <a:solidFill>
                      <a:schemeClr val="bg1">
                        <a:lumMod val="75000"/>
                        <a:lumOff val="25000"/>
                      </a:schemeClr>
                    </a:solidFill>
                  </a:defRPr>
                </a:lvl1pPr>
              </a:lstStyle>
              <a:p>
                <a:r>
                  <a:rPr lang="en-GB" sz="2400" dirty="0"/>
                  <a:t>Continue capturing legacy IDs because critical operational systems still depend on them.</a:t>
                </a:r>
              </a:p>
            </p:txBody>
          </p:sp>
        </p:grpSp>
        <p:grpSp>
          <p:nvGrpSpPr>
            <p:cNvPr id="14" name="Group 13">
              <a:extLst>
                <a:ext uri="{FF2B5EF4-FFF2-40B4-BE49-F238E27FC236}">
                  <a16:creationId xmlns:a16="http://schemas.microsoft.com/office/drawing/2014/main" id="{05BE22CD-CA75-C054-F81E-7B1D7E2F4782}"/>
                </a:ext>
              </a:extLst>
            </p:cNvPr>
            <p:cNvGrpSpPr/>
            <p:nvPr/>
          </p:nvGrpSpPr>
          <p:grpSpPr>
            <a:xfrm>
              <a:off x="1236975" y="2496004"/>
              <a:ext cx="9986195" cy="1543061"/>
              <a:chOff x="1236975" y="3022990"/>
              <a:chExt cx="9986195" cy="1543061"/>
            </a:xfrm>
          </p:grpSpPr>
          <p:sp>
            <p:nvSpPr>
              <p:cNvPr id="9" name="Oval 8">
                <a:extLst>
                  <a:ext uri="{FF2B5EF4-FFF2-40B4-BE49-F238E27FC236}">
                    <a16:creationId xmlns:a16="http://schemas.microsoft.com/office/drawing/2014/main" id="{2F9F1870-15A0-5ED4-89E1-61045D7757CB}"/>
                  </a:ext>
                </a:extLst>
              </p:cNvPr>
              <p:cNvSpPr/>
              <p:nvPr/>
            </p:nvSpPr>
            <p:spPr>
              <a:xfrm>
                <a:off x="1236975" y="3458877"/>
                <a:ext cx="671286" cy="671286"/>
              </a:xfrm>
              <a:prstGeom prst="ellipse">
                <a:avLst/>
              </a:prstGeom>
              <a:no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GB" sz="4000" b="1" dirty="0">
                    <a:solidFill>
                      <a:schemeClr val="bg1">
                        <a:lumMod val="50000"/>
                        <a:lumOff val="50000"/>
                      </a:schemeClr>
                    </a:solidFill>
                    <a:latin typeface="Impact" panose="020B0806030902050204" pitchFamily="34" charset="0"/>
                  </a:rPr>
                  <a:t>2</a:t>
                </a:r>
                <a:endParaRPr lang="en-GB" b="1" dirty="0">
                  <a:solidFill>
                    <a:schemeClr val="bg1">
                      <a:lumMod val="50000"/>
                      <a:lumOff val="50000"/>
                    </a:schemeClr>
                  </a:solidFill>
                  <a:latin typeface="Impact" panose="020B0806030902050204" pitchFamily="34" charset="0"/>
                </a:endParaRPr>
              </a:p>
            </p:txBody>
          </p:sp>
          <p:sp>
            <p:nvSpPr>
              <p:cNvPr id="10" name="TextBox 9">
                <a:extLst>
                  <a:ext uri="{FF2B5EF4-FFF2-40B4-BE49-F238E27FC236}">
                    <a16:creationId xmlns:a16="http://schemas.microsoft.com/office/drawing/2014/main" id="{42C7E121-5CF8-26C3-4016-94D2EC6156A8}"/>
                  </a:ext>
                </a:extLst>
              </p:cNvPr>
              <p:cNvSpPr txBox="1"/>
              <p:nvPr/>
            </p:nvSpPr>
            <p:spPr>
              <a:xfrm>
                <a:off x="2633609" y="3022990"/>
                <a:ext cx="8589561" cy="1543061"/>
              </a:xfrm>
              <a:prstGeom prst="rect">
                <a:avLst/>
              </a:prstGeom>
              <a:noFill/>
            </p:spPr>
            <p:txBody>
              <a:bodyPr wrap="square" lIns="0" tIns="0" rIns="0" bIns="0" rtlCol="0" anchor="ctr">
                <a:noAutofit/>
              </a:bodyPr>
              <a:lstStyle>
                <a:defPPr>
                  <a:defRPr lang="en-US"/>
                </a:defPPr>
                <a:lvl1pPr>
                  <a:defRPr sz="2400">
                    <a:solidFill>
                      <a:schemeClr val="bg1">
                        <a:lumMod val="75000"/>
                        <a:lumOff val="25000"/>
                      </a:schemeClr>
                    </a:solidFill>
                  </a:defRPr>
                </a:lvl1pPr>
              </a:lstStyle>
              <a:p>
                <a:r>
                  <a:rPr lang="en-GB" dirty="0"/>
                  <a:t>Simultaneously capture Adobe-friendly tracking parameters because they are the foundation of our future attribution model.</a:t>
                </a:r>
              </a:p>
            </p:txBody>
          </p:sp>
        </p:grpSp>
        <p:grpSp>
          <p:nvGrpSpPr>
            <p:cNvPr id="15" name="Group 14">
              <a:extLst>
                <a:ext uri="{FF2B5EF4-FFF2-40B4-BE49-F238E27FC236}">
                  <a16:creationId xmlns:a16="http://schemas.microsoft.com/office/drawing/2014/main" id="{2045D489-EFDA-97D3-6249-68E8199ABB97}"/>
                </a:ext>
              </a:extLst>
            </p:cNvPr>
            <p:cNvGrpSpPr/>
            <p:nvPr/>
          </p:nvGrpSpPr>
          <p:grpSpPr>
            <a:xfrm>
              <a:off x="1236975" y="3705168"/>
              <a:ext cx="9986195" cy="1543061"/>
              <a:chOff x="1236975" y="4300248"/>
              <a:chExt cx="9986195" cy="1543061"/>
            </a:xfrm>
          </p:grpSpPr>
          <p:sp>
            <p:nvSpPr>
              <p:cNvPr id="11" name="Oval 10">
                <a:extLst>
                  <a:ext uri="{FF2B5EF4-FFF2-40B4-BE49-F238E27FC236}">
                    <a16:creationId xmlns:a16="http://schemas.microsoft.com/office/drawing/2014/main" id="{E0E89791-7027-A55D-EE4C-B94771A8322A}"/>
                  </a:ext>
                </a:extLst>
              </p:cNvPr>
              <p:cNvSpPr/>
              <p:nvPr/>
            </p:nvSpPr>
            <p:spPr>
              <a:xfrm>
                <a:off x="1236975" y="4736135"/>
                <a:ext cx="671286" cy="671286"/>
              </a:xfrm>
              <a:prstGeom prst="ellipse">
                <a:avLst/>
              </a:prstGeom>
              <a:no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sz="4000" b="1" dirty="0">
                    <a:solidFill>
                      <a:schemeClr val="bg1">
                        <a:lumMod val="50000"/>
                        <a:lumOff val="50000"/>
                      </a:schemeClr>
                    </a:solidFill>
                    <a:latin typeface="Impact" panose="020B0806030902050204" pitchFamily="34" charset="0"/>
                  </a:rPr>
                  <a:t>3</a:t>
                </a:r>
                <a:endParaRPr lang="en-GB" b="1" dirty="0">
                  <a:solidFill>
                    <a:schemeClr val="bg1">
                      <a:lumMod val="50000"/>
                      <a:lumOff val="50000"/>
                    </a:schemeClr>
                  </a:solidFill>
                  <a:latin typeface="Impact" panose="020B0806030902050204" pitchFamily="34" charset="0"/>
                </a:endParaRPr>
              </a:p>
            </p:txBody>
          </p:sp>
          <p:sp>
            <p:nvSpPr>
              <p:cNvPr id="12" name="TextBox 11">
                <a:extLst>
                  <a:ext uri="{FF2B5EF4-FFF2-40B4-BE49-F238E27FC236}">
                    <a16:creationId xmlns:a16="http://schemas.microsoft.com/office/drawing/2014/main" id="{8F32009F-4E77-2A8D-4E8F-139CEC376616}"/>
                  </a:ext>
                </a:extLst>
              </p:cNvPr>
              <p:cNvSpPr txBox="1"/>
              <p:nvPr/>
            </p:nvSpPr>
            <p:spPr>
              <a:xfrm>
                <a:off x="2633609" y="4300248"/>
                <a:ext cx="8589561" cy="1543061"/>
              </a:xfrm>
              <a:prstGeom prst="rect">
                <a:avLst/>
              </a:prstGeom>
              <a:noFill/>
            </p:spPr>
            <p:txBody>
              <a:bodyPr wrap="square" lIns="0" tIns="0" rIns="0" bIns="0" rtlCol="0" anchor="ctr">
                <a:noAutofit/>
              </a:bodyPr>
              <a:lstStyle>
                <a:defPPr>
                  <a:defRPr lang="en-US"/>
                </a:defPPr>
                <a:lvl1pPr>
                  <a:defRPr sz="2400">
                    <a:solidFill>
                      <a:schemeClr val="bg1">
                        <a:lumMod val="75000"/>
                        <a:lumOff val="25000"/>
                      </a:schemeClr>
                    </a:solidFill>
                  </a:defRPr>
                </a:lvl1pPr>
              </a:lstStyle>
              <a:p>
                <a:r>
                  <a:rPr lang="en-GB" dirty="0"/>
                  <a:t>Use Workfront automation to bridge both worlds and remove manual effort.</a:t>
                </a:r>
              </a:p>
            </p:txBody>
          </p:sp>
        </p:grpSp>
        <p:sp>
          <p:nvSpPr>
            <p:cNvPr id="18" name="TextBox 17">
              <a:extLst>
                <a:ext uri="{FF2B5EF4-FFF2-40B4-BE49-F238E27FC236}">
                  <a16:creationId xmlns:a16="http://schemas.microsoft.com/office/drawing/2014/main" id="{C1717AF7-711E-BA49-61FF-A1EC555C999D}"/>
                </a:ext>
              </a:extLst>
            </p:cNvPr>
            <p:cNvSpPr txBox="1"/>
            <p:nvPr/>
          </p:nvSpPr>
          <p:spPr>
            <a:xfrm>
              <a:off x="1353457" y="5036222"/>
              <a:ext cx="9485086" cy="1252483"/>
            </a:xfrm>
            <a:prstGeom prst="rect">
              <a:avLst/>
            </a:prstGeom>
            <a:noFill/>
          </p:spPr>
          <p:txBody>
            <a:bodyPr wrap="square" lIns="0" tIns="0" rIns="0" bIns="0" rtlCol="0" anchor="ctr">
              <a:noAutofit/>
            </a:bodyPr>
            <a:lstStyle/>
            <a:p>
              <a:pPr algn="ctr" defTabSz="912276" fontAlgn="base">
                <a:spcAft>
                  <a:spcPts val="1000"/>
                </a:spcAft>
                <a:buClr>
                  <a:schemeClr val="bg1"/>
                </a:buClr>
                <a:buSzPct val="100000"/>
              </a:pPr>
              <a:r>
                <a:rPr lang="en-GB" sz="2400" b="1" dirty="0">
                  <a:solidFill>
                    <a:schemeClr val="bg1"/>
                  </a:solidFill>
                </a:rPr>
                <a:t>The goal is not to replace CCID, DTID, and OID today.</a:t>
              </a:r>
              <a:r>
                <a:rPr lang="en-GB" sz="2400" dirty="0">
                  <a:solidFill>
                    <a:schemeClr val="bg1"/>
                  </a:solidFill>
                </a:rPr>
                <a:t> </a:t>
              </a:r>
            </a:p>
            <a:p>
              <a:pPr algn="ctr" defTabSz="912276" fontAlgn="base">
                <a:spcAft>
                  <a:spcPts val="1000"/>
                </a:spcAft>
                <a:buClr>
                  <a:schemeClr val="bg1"/>
                </a:buClr>
                <a:buSzPct val="100000"/>
              </a:pPr>
              <a:r>
                <a:rPr lang="en-GB" sz="2400" dirty="0">
                  <a:solidFill>
                    <a:schemeClr val="bg1"/>
                  </a:solidFill>
                </a:rPr>
                <a:t>The goal is to capture both legacy and modern identifiers until downstream systems are fully migrated.</a:t>
              </a:r>
            </a:p>
          </p:txBody>
        </p:sp>
      </p:grpSp>
    </p:spTree>
    <p:extLst>
      <p:ext uri="{BB962C8B-B14F-4D97-AF65-F5344CB8AC3E}">
        <p14:creationId xmlns:p14="http://schemas.microsoft.com/office/powerpoint/2010/main" val="3917940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466E1A4-8C93-D78B-05FE-FB98B2F3F54F}"/>
              </a:ext>
            </a:extLst>
          </p:cNvPr>
          <p:cNvSpPr>
            <a:spLocks noGrp="1"/>
          </p:cNvSpPr>
          <p:nvPr>
            <p:ph type="title"/>
          </p:nvPr>
        </p:nvSpPr>
        <p:spPr/>
        <p:txBody>
          <a:bodyPr/>
          <a:lstStyle/>
          <a:p>
            <a:r>
              <a:rPr lang="en-US" dirty="0"/>
              <a:t>Strategic Value of Campaign Tagging &amp; Tracking</a:t>
            </a:r>
            <a:endParaRPr lang="en-GB" dirty="0"/>
          </a:p>
        </p:txBody>
      </p:sp>
      <p:sp>
        <p:nvSpPr>
          <p:cNvPr id="4" name="TextBox 3">
            <a:extLst>
              <a:ext uri="{FF2B5EF4-FFF2-40B4-BE49-F238E27FC236}">
                <a16:creationId xmlns:a16="http://schemas.microsoft.com/office/drawing/2014/main" id="{DF26E543-89F3-827D-3480-B326317FEBEE}"/>
              </a:ext>
            </a:extLst>
          </p:cNvPr>
          <p:cNvSpPr txBox="1"/>
          <p:nvPr/>
        </p:nvSpPr>
        <p:spPr>
          <a:xfrm>
            <a:off x="438733" y="1023598"/>
            <a:ext cx="11098635" cy="984375"/>
          </a:xfrm>
          <a:prstGeom prst="rect">
            <a:avLst/>
          </a:prstGeom>
          <a:noFill/>
        </p:spPr>
        <p:txBody>
          <a:bodyPr wrap="square" lIns="0" tIns="0" rIns="0" bIns="0" rtlCol="0" anchor="ctr">
            <a:noAutofit/>
          </a:bodyPr>
          <a:lstStyle/>
          <a:p>
            <a:pPr algn="ctr" defTabSz="912276" fontAlgn="base">
              <a:spcAft>
                <a:spcPts val="1000"/>
              </a:spcAft>
              <a:buClr>
                <a:schemeClr val="bg1"/>
              </a:buClr>
              <a:buSzPct val="100000"/>
            </a:pPr>
            <a:r>
              <a:rPr lang="en-GB" b="1" dirty="0">
                <a:solidFill>
                  <a:schemeClr val="bg1"/>
                </a:solidFill>
              </a:rPr>
              <a:t>Why We Track:</a:t>
            </a:r>
            <a:r>
              <a:rPr lang="en-GB" dirty="0">
                <a:solidFill>
                  <a:schemeClr val="bg1"/>
                </a:solidFill>
              </a:rPr>
              <a:t> Flawless data integrity connects every marketing dollar to real-world sales outcomes—proving ROI, unlocking automated customer journeys, and empowering sellers to win deals.</a:t>
            </a:r>
            <a:endParaRPr lang="en-GB" sz="1600" kern="1200" dirty="0">
              <a:solidFill>
                <a:schemeClr val="bg1"/>
              </a:solidFill>
              <a:latin typeface="+mn-lt"/>
              <a:ea typeface="ＭＳ Ｐゴシック" charset="0"/>
            </a:endParaRPr>
          </a:p>
        </p:txBody>
      </p:sp>
      <p:sp>
        <p:nvSpPr>
          <p:cNvPr id="5" name="TextBox 4">
            <a:extLst>
              <a:ext uri="{FF2B5EF4-FFF2-40B4-BE49-F238E27FC236}">
                <a16:creationId xmlns:a16="http://schemas.microsoft.com/office/drawing/2014/main" id="{6FA12C9B-B95C-2581-4F66-DAEC238FE2C6}"/>
              </a:ext>
            </a:extLst>
          </p:cNvPr>
          <p:cNvSpPr txBox="1"/>
          <p:nvPr/>
        </p:nvSpPr>
        <p:spPr>
          <a:xfrm>
            <a:off x="871650" y="3149964"/>
            <a:ext cx="2556588" cy="2740091"/>
          </a:xfrm>
          <a:prstGeom prst="rect">
            <a:avLst/>
          </a:prstGeom>
          <a:noFill/>
        </p:spPr>
        <p:txBody>
          <a:bodyPr wrap="square" lIns="0" tIns="0" rIns="0" bIns="0" rtlCol="0">
            <a:noAutofit/>
          </a:bodyPr>
          <a:lstStyle/>
          <a:p>
            <a:pPr algn="ctr"/>
            <a:r>
              <a:rPr lang="en-GB" dirty="0">
                <a:solidFill>
                  <a:schemeClr val="bg1"/>
                </a:solidFill>
              </a:rPr>
              <a:t>Pinpoint exactly which campaigns and channels yield actual closed-won pipeline. Shift budgets in real time from low-intent channels to top-performing initiatives.</a:t>
            </a:r>
          </a:p>
          <a:p>
            <a:pPr marL="182880" indent="-182880" algn="ctr" defTabSz="912276" rtl="0" eaLnBrk="1" fontAlgn="base" hangingPunct="1">
              <a:lnSpc>
                <a:spcPct val="100000"/>
              </a:lnSpc>
              <a:spcBef>
                <a:spcPts val="0"/>
              </a:spcBef>
              <a:spcAft>
                <a:spcPts val="1000"/>
              </a:spcAft>
              <a:buClr>
                <a:schemeClr val="bg1"/>
              </a:buClr>
              <a:buSzPct val="100000"/>
              <a:buFont typeface="Arial" panose="020B0604020202020204" pitchFamily="34" charset="0"/>
              <a:buChar char="•"/>
            </a:pPr>
            <a:endParaRPr lang="en-GB" sz="1600" kern="1200" dirty="0" err="1">
              <a:solidFill>
                <a:schemeClr val="bg1"/>
              </a:solidFill>
              <a:latin typeface="+mn-lt"/>
              <a:ea typeface="ＭＳ Ｐゴシック" charset="0"/>
            </a:endParaRPr>
          </a:p>
        </p:txBody>
      </p:sp>
      <p:sp>
        <p:nvSpPr>
          <p:cNvPr id="6" name="TextBox 5">
            <a:extLst>
              <a:ext uri="{FF2B5EF4-FFF2-40B4-BE49-F238E27FC236}">
                <a16:creationId xmlns:a16="http://schemas.microsoft.com/office/drawing/2014/main" id="{247FF8F7-BD52-036D-80BA-57D929B00555}"/>
              </a:ext>
            </a:extLst>
          </p:cNvPr>
          <p:cNvSpPr txBox="1"/>
          <p:nvPr/>
        </p:nvSpPr>
        <p:spPr>
          <a:xfrm>
            <a:off x="4865532" y="3149964"/>
            <a:ext cx="2560320" cy="2743200"/>
          </a:xfrm>
          <a:prstGeom prst="rect">
            <a:avLst/>
          </a:prstGeom>
          <a:noFill/>
        </p:spPr>
        <p:txBody>
          <a:bodyPr wrap="square" lIns="0" tIns="0" rIns="0" bIns="0" rtlCol="0">
            <a:noAutofit/>
          </a:bodyPr>
          <a:lstStyle/>
          <a:p>
            <a:pPr algn="ctr"/>
            <a:r>
              <a:rPr lang="en-GB" dirty="0">
                <a:solidFill>
                  <a:schemeClr val="bg1"/>
                </a:solidFill>
              </a:rPr>
              <a:t>Trigger highly targeted, program-specific "always-on" nurture sequences. Deliver hyper-relevant content to the buyer based on precise digital hand-raisers.</a:t>
            </a:r>
          </a:p>
          <a:p>
            <a:pPr marL="182880" indent="-182880" algn="ctr" defTabSz="912276" rtl="0" eaLnBrk="1" fontAlgn="base" hangingPunct="1">
              <a:lnSpc>
                <a:spcPct val="100000"/>
              </a:lnSpc>
              <a:spcBef>
                <a:spcPts val="0"/>
              </a:spcBef>
              <a:spcAft>
                <a:spcPts val="1000"/>
              </a:spcAft>
              <a:buClr>
                <a:schemeClr val="bg1"/>
              </a:buClr>
              <a:buSzPct val="100000"/>
              <a:buFont typeface="Arial" panose="020B0604020202020204" pitchFamily="34" charset="0"/>
              <a:buChar char="•"/>
            </a:pPr>
            <a:endParaRPr lang="en-GB" sz="1600" kern="1200" dirty="0" err="1">
              <a:solidFill>
                <a:schemeClr val="bg1"/>
              </a:solidFill>
              <a:latin typeface="+mn-lt"/>
              <a:ea typeface="ＭＳ Ｐゴシック" charset="0"/>
            </a:endParaRPr>
          </a:p>
        </p:txBody>
      </p:sp>
      <p:sp>
        <p:nvSpPr>
          <p:cNvPr id="7" name="TextBox 6">
            <a:extLst>
              <a:ext uri="{FF2B5EF4-FFF2-40B4-BE49-F238E27FC236}">
                <a16:creationId xmlns:a16="http://schemas.microsoft.com/office/drawing/2014/main" id="{5B27BD87-FB71-1073-13CA-ABD195D62783}"/>
              </a:ext>
            </a:extLst>
          </p:cNvPr>
          <p:cNvSpPr txBox="1"/>
          <p:nvPr/>
        </p:nvSpPr>
        <p:spPr>
          <a:xfrm>
            <a:off x="8861279" y="3149964"/>
            <a:ext cx="2560320" cy="2743200"/>
          </a:xfrm>
          <a:prstGeom prst="rect">
            <a:avLst/>
          </a:prstGeom>
          <a:noFill/>
        </p:spPr>
        <p:txBody>
          <a:bodyPr wrap="square" lIns="0" tIns="0" rIns="0" bIns="0" rtlCol="0">
            <a:noAutofit/>
          </a:bodyPr>
          <a:lstStyle/>
          <a:p>
            <a:pPr algn="ctr"/>
            <a:r>
              <a:rPr lang="en-GB" dirty="0">
                <a:solidFill>
                  <a:schemeClr val="bg1"/>
                </a:solidFill>
              </a:rPr>
              <a:t>Deliver rich, contextual content consumption details to CRM profiles. Help sales reps bypass dry, cold calls to start highly specific, high-value conversations.</a:t>
            </a:r>
          </a:p>
          <a:p>
            <a:pPr marL="182880" indent="-182880" algn="ctr" defTabSz="912276" rtl="0" eaLnBrk="1" fontAlgn="base" hangingPunct="1">
              <a:lnSpc>
                <a:spcPct val="100000"/>
              </a:lnSpc>
              <a:spcBef>
                <a:spcPts val="0"/>
              </a:spcBef>
              <a:spcAft>
                <a:spcPts val="1000"/>
              </a:spcAft>
              <a:buClr>
                <a:schemeClr val="bg1"/>
              </a:buClr>
              <a:buSzPct val="100000"/>
              <a:buFont typeface="Arial" panose="020B0604020202020204" pitchFamily="34" charset="0"/>
              <a:buChar char="•"/>
            </a:pPr>
            <a:endParaRPr lang="en-GB" sz="1600" kern="1200" dirty="0" err="1">
              <a:solidFill>
                <a:schemeClr val="bg1"/>
              </a:solidFill>
              <a:latin typeface="+mn-lt"/>
              <a:ea typeface="ＭＳ Ｐゴシック" charset="0"/>
            </a:endParaRPr>
          </a:p>
        </p:txBody>
      </p:sp>
      <p:grpSp>
        <p:nvGrpSpPr>
          <p:cNvPr id="15" name="Group 14">
            <a:extLst>
              <a:ext uri="{FF2B5EF4-FFF2-40B4-BE49-F238E27FC236}">
                <a16:creationId xmlns:a16="http://schemas.microsoft.com/office/drawing/2014/main" id="{3B1E1121-69AC-A602-8BCC-73CCC83AC181}"/>
              </a:ext>
            </a:extLst>
          </p:cNvPr>
          <p:cNvGrpSpPr/>
          <p:nvPr/>
        </p:nvGrpSpPr>
        <p:grpSpPr>
          <a:xfrm>
            <a:off x="8414729" y="2384567"/>
            <a:ext cx="3453421" cy="3447138"/>
            <a:chOff x="771331" y="2157451"/>
            <a:chExt cx="2929812" cy="3447138"/>
          </a:xfrm>
        </p:grpSpPr>
        <p:sp>
          <p:nvSpPr>
            <p:cNvPr id="16" name="Freeform: Shape 15">
              <a:extLst>
                <a:ext uri="{FF2B5EF4-FFF2-40B4-BE49-F238E27FC236}">
                  <a16:creationId xmlns:a16="http://schemas.microsoft.com/office/drawing/2014/main" id="{DED9FDD8-DA4D-862D-7AA2-F5E3F65B8EAE}"/>
                </a:ext>
              </a:extLst>
            </p:cNvPr>
            <p:cNvSpPr/>
            <p:nvPr/>
          </p:nvSpPr>
          <p:spPr>
            <a:xfrm>
              <a:off x="771331" y="2388637"/>
              <a:ext cx="2929812" cy="3215952"/>
            </a:xfrm>
            <a:custGeom>
              <a:avLst/>
              <a:gdLst>
                <a:gd name="csX0" fmla="*/ 227060 w 2929812"/>
                <a:gd name="csY0" fmla="*/ 0 h 3215952"/>
                <a:gd name="csX1" fmla="*/ 298579 w 2929812"/>
                <a:gd name="csY1" fmla="*/ 0 h 3215952"/>
                <a:gd name="csX2" fmla="*/ 298579 w 2929812"/>
                <a:gd name="csY2" fmla="*/ 160522 h 3215952"/>
                <a:gd name="csX3" fmla="*/ 380654 w 2929812"/>
                <a:gd name="csY3" fmla="*/ 242597 h 3215952"/>
                <a:gd name="csX4" fmla="*/ 2281679 w 2929812"/>
                <a:gd name="csY4" fmla="*/ 242597 h 3215952"/>
                <a:gd name="csX5" fmla="*/ 2363754 w 2929812"/>
                <a:gd name="csY5" fmla="*/ 160522 h 3215952"/>
                <a:gd name="csX6" fmla="*/ 2363754 w 2929812"/>
                <a:gd name="csY6" fmla="*/ 0 h 3215952"/>
                <a:gd name="csX7" fmla="*/ 2702752 w 2929812"/>
                <a:gd name="csY7" fmla="*/ 0 h 3215952"/>
                <a:gd name="csX8" fmla="*/ 2929812 w 2929812"/>
                <a:gd name="csY8" fmla="*/ 227060 h 3215952"/>
                <a:gd name="csX9" fmla="*/ 2929812 w 2929812"/>
                <a:gd name="csY9" fmla="*/ 2988892 h 3215952"/>
                <a:gd name="csX10" fmla="*/ 2702752 w 2929812"/>
                <a:gd name="csY10" fmla="*/ 3215952 h 3215952"/>
                <a:gd name="csX11" fmla="*/ 227060 w 2929812"/>
                <a:gd name="csY11" fmla="*/ 3215952 h 3215952"/>
                <a:gd name="csX12" fmla="*/ 0 w 2929812"/>
                <a:gd name="csY12" fmla="*/ 2988892 h 3215952"/>
                <a:gd name="csX13" fmla="*/ 0 w 2929812"/>
                <a:gd name="csY13" fmla="*/ 227060 h 3215952"/>
                <a:gd name="csX14" fmla="*/ 227060 w 2929812"/>
                <a:gd name="csY14" fmla="*/ 0 h 32159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929812" h="3215952">
                  <a:moveTo>
                    <a:pt x="227060" y="0"/>
                  </a:moveTo>
                  <a:lnTo>
                    <a:pt x="298579" y="0"/>
                  </a:lnTo>
                  <a:lnTo>
                    <a:pt x="298579" y="160522"/>
                  </a:lnTo>
                  <a:cubicBezTo>
                    <a:pt x="298579" y="205851"/>
                    <a:pt x="335325" y="242597"/>
                    <a:pt x="380654" y="242597"/>
                  </a:cubicBezTo>
                  <a:lnTo>
                    <a:pt x="2281679" y="242597"/>
                  </a:lnTo>
                  <a:cubicBezTo>
                    <a:pt x="2327008" y="242597"/>
                    <a:pt x="2363754" y="205851"/>
                    <a:pt x="2363754" y="160522"/>
                  </a:cubicBezTo>
                  <a:lnTo>
                    <a:pt x="2363754" y="0"/>
                  </a:lnTo>
                  <a:lnTo>
                    <a:pt x="2702752" y="0"/>
                  </a:lnTo>
                  <a:cubicBezTo>
                    <a:pt x="2828154" y="0"/>
                    <a:pt x="2929812" y="101658"/>
                    <a:pt x="2929812" y="227060"/>
                  </a:cubicBezTo>
                  <a:lnTo>
                    <a:pt x="2929812" y="2988892"/>
                  </a:lnTo>
                  <a:cubicBezTo>
                    <a:pt x="2929812" y="3114294"/>
                    <a:pt x="2828154" y="3215952"/>
                    <a:pt x="2702752" y="3215952"/>
                  </a:cubicBezTo>
                  <a:lnTo>
                    <a:pt x="227060" y="3215952"/>
                  </a:lnTo>
                  <a:cubicBezTo>
                    <a:pt x="101658" y="3215952"/>
                    <a:pt x="0" y="3114294"/>
                    <a:pt x="0" y="2988892"/>
                  </a:cubicBezTo>
                  <a:lnTo>
                    <a:pt x="0" y="227060"/>
                  </a:lnTo>
                  <a:cubicBezTo>
                    <a:pt x="0" y="101658"/>
                    <a:pt x="101658" y="0"/>
                    <a:pt x="227060" y="0"/>
                  </a:cubicBezTo>
                  <a:close/>
                </a:path>
              </a:pathLst>
            </a:cu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wrap="square"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7" name="Rectangle: Rounded Corners 16">
              <a:extLst>
                <a:ext uri="{FF2B5EF4-FFF2-40B4-BE49-F238E27FC236}">
                  <a16:creationId xmlns:a16="http://schemas.microsoft.com/office/drawing/2014/main" id="{3F86165F-349A-0E38-DC5B-38FA0B953B4D}"/>
                </a:ext>
              </a:extLst>
            </p:cNvPr>
            <p:cNvSpPr/>
            <p:nvPr/>
          </p:nvSpPr>
          <p:spPr>
            <a:xfrm>
              <a:off x="1069910" y="2157451"/>
              <a:ext cx="2065175" cy="492443"/>
            </a:xfrm>
            <a:prstGeom prst="roundRect">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sz="1600" b="1" dirty="0">
                  <a:solidFill>
                    <a:schemeClr val="bg1"/>
                  </a:solidFill>
                </a:rPr>
                <a:t>Empower Sellers</a:t>
              </a:r>
              <a:endParaRPr lang="en-GB" sz="1600" b="1" dirty="0">
                <a:solidFill>
                  <a:schemeClr val="bg1"/>
                </a:solidFill>
              </a:endParaRPr>
            </a:p>
          </p:txBody>
        </p:sp>
      </p:grpSp>
      <p:grpSp>
        <p:nvGrpSpPr>
          <p:cNvPr id="18" name="Group 17">
            <a:extLst>
              <a:ext uri="{FF2B5EF4-FFF2-40B4-BE49-F238E27FC236}">
                <a16:creationId xmlns:a16="http://schemas.microsoft.com/office/drawing/2014/main" id="{714C1901-2E0A-2A39-EE0A-D93D34B784FD}"/>
              </a:ext>
            </a:extLst>
          </p:cNvPr>
          <p:cNvGrpSpPr/>
          <p:nvPr/>
        </p:nvGrpSpPr>
        <p:grpSpPr>
          <a:xfrm>
            <a:off x="423234" y="2384567"/>
            <a:ext cx="3453421" cy="3447138"/>
            <a:chOff x="771331" y="2157451"/>
            <a:chExt cx="2929812" cy="3447138"/>
          </a:xfrm>
        </p:grpSpPr>
        <p:sp>
          <p:nvSpPr>
            <p:cNvPr id="19" name="Freeform: Shape 18">
              <a:extLst>
                <a:ext uri="{FF2B5EF4-FFF2-40B4-BE49-F238E27FC236}">
                  <a16:creationId xmlns:a16="http://schemas.microsoft.com/office/drawing/2014/main" id="{31C86659-A1B1-A3F1-88A3-7581504DC270}"/>
                </a:ext>
              </a:extLst>
            </p:cNvPr>
            <p:cNvSpPr/>
            <p:nvPr/>
          </p:nvSpPr>
          <p:spPr>
            <a:xfrm>
              <a:off x="771331" y="2388637"/>
              <a:ext cx="2929812" cy="3215952"/>
            </a:xfrm>
            <a:custGeom>
              <a:avLst/>
              <a:gdLst>
                <a:gd name="csX0" fmla="*/ 227060 w 2929812"/>
                <a:gd name="csY0" fmla="*/ 0 h 3215952"/>
                <a:gd name="csX1" fmla="*/ 298579 w 2929812"/>
                <a:gd name="csY1" fmla="*/ 0 h 3215952"/>
                <a:gd name="csX2" fmla="*/ 298579 w 2929812"/>
                <a:gd name="csY2" fmla="*/ 160522 h 3215952"/>
                <a:gd name="csX3" fmla="*/ 380654 w 2929812"/>
                <a:gd name="csY3" fmla="*/ 242597 h 3215952"/>
                <a:gd name="csX4" fmla="*/ 2281679 w 2929812"/>
                <a:gd name="csY4" fmla="*/ 242597 h 3215952"/>
                <a:gd name="csX5" fmla="*/ 2363754 w 2929812"/>
                <a:gd name="csY5" fmla="*/ 160522 h 3215952"/>
                <a:gd name="csX6" fmla="*/ 2363754 w 2929812"/>
                <a:gd name="csY6" fmla="*/ 0 h 3215952"/>
                <a:gd name="csX7" fmla="*/ 2702752 w 2929812"/>
                <a:gd name="csY7" fmla="*/ 0 h 3215952"/>
                <a:gd name="csX8" fmla="*/ 2929812 w 2929812"/>
                <a:gd name="csY8" fmla="*/ 227060 h 3215952"/>
                <a:gd name="csX9" fmla="*/ 2929812 w 2929812"/>
                <a:gd name="csY9" fmla="*/ 2988892 h 3215952"/>
                <a:gd name="csX10" fmla="*/ 2702752 w 2929812"/>
                <a:gd name="csY10" fmla="*/ 3215952 h 3215952"/>
                <a:gd name="csX11" fmla="*/ 227060 w 2929812"/>
                <a:gd name="csY11" fmla="*/ 3215952 h 3215952"/>
                <a:gd name="csX12" fmla="*/ 0 w 2929812"/>
                <a:gd name="csY12" fmla="*/ 2988892 h 3215952"/>
                <a:gd name="csX13" fmla="*/ 0 w 2929812"/>
                <a:gd name="csY13" fmla="*/ 227060 h 3215952"/>
                <a:gd name="csX14" fmla="*/ 227060 w 2929812"/>
                <a:gd name="csY14" fmla="*/ 0 h 32159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929812" h="3215952">
                  <a:moveTo>
                    <a:pt x="227060" y="0"/>
                  </a:moveTo>
                  <a:lnTo>
                    <a:pt x="298579" y="0"/>
                  </a:lnTo>
                  <a:lnTo>
                    <a:pt x="298579" y="160522"/>
                  </a:lnTo>
                  <a:cubicBezTo>
                    <a:pt x="298579" y="205851"/>
                    <a:pt x="335325" y="242597"/>
                    <a:pt x="380654" y="242597"/>
                  </a:cubicBezTo>
                  <a:lnTo>
                    <a:pt x="2281679" y="242597"/>
                  </a:lnTo>
                  <a:cubicBezTo>
                    <a:pt x="2327008" y="242597"/>
                    <a:pt x="2363754" y="205851"/>
                    <a:pt x="2363754" y="160522"/>
                  </a:cubicBezTo>
                  <a:lnTo>
                    <a:pt x="2363754" y="0"/>
                  </a:lnTo>
                  <a:lnTo>
                    <a:pt x="2702752" y="0"/>
                  </a:lnTo>
                  <a:cubicBezTo>
                    <a:pt x="2828154" y="0"/>
                    <a:pt x="2929812" y="101658"/>
                    <a:pt x="2929812" y="227060"/>
                  </a:cubicBezTo>
                  <a:lnTo>
                    <a:pt x="2929812" y="2988892"/>
                  </a:lnTo>
                  <a:cubicBezTo>
                    <a:pt x="2929812" y="3114294"/>
                    <a:pt x="2828154" y="3215952"/>
                    <a:pt x="2702752" y="3215952"/>
                  </a:cubicBezTo>
                  <a:lnTo>
                    <a:pt x="227060" y="3215952"/>
                  </a:lnTo>
                  <a:cubicBezTo>
                    <a:pt x="101658" y="3215952"/>
                    <a:pt x="0" y="3114294"/>
                    <a:pt x="0" y="2988892"/>
                  </a:cubicBezTo>
                  <a:lnTo>
                    <a:pt x="0" y="227060"/>
                  </a:lnTo>
                  <a:cubicBezTo>
                    <a:pt x="0" y="101658"/>
                    <a:pt x="101658" y="0"/>
                    <a:pt x="227060" y="0"/>
                  </a:cubicBezTo>
                  <a:close/>
                </a:path>
              </a:pathLst>
            </a:cu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wrap="square"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20" name="Rectangle: Rounded Corners 19">
              <a:extLst>
                <a:ext uri="{FF2B5EF4-FFF2-40B4-BE49-F238E27FC236}">
                  <a16:creationId xmlns:a16="http://schemas.microsoft.com/office/drawing/2014/main" id="{8C1B7ECC-0941-911B-4B4F-44FCCFFD4783}"/>
                </a:ext>
              </a:extLst>
            </p:cNvPr>
            <p:cNvSpPr/>
            <p:nvPr/>
          </p:nvSpPr>
          <p:spPr>
            <a:xfrm>
              <a:off x="1069910" y="2157451"/>
              <a:ext cx="2065175" cy="492443"/>
            </a:xfrm>
            <a:prstGeom prst="roundRect">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sz="1600" b="1" dirty="0">
                  <a:solidFill>
                    <a:schemeClr val="bg1"/>
                  </a:solidFill>
                </a:rPr>
                <a:t>Optimize Spend</a:t>
              </a:r>
              <a:endParaRPr lang="en-GB" sz="1600" b="1" dirty="0">
                <a:solidFill>
                  <a:schemeClr val="bg1"/>
                </a:solidFill>
              </a:endParaRPr>
            </a:p>
          </p:txBody>
        </p:sp>
      </p:grpSp>
      <p:grpSp>
        <p:nvGrpSpPr>
          <p:cNvPr id="21" name="Group 20">
            <a:extLst>
              <a:ext uri="{FF2B5EF4-FFF2-40B4-BE49-F238E27FC236}">
                <a16:creationId xmlns:a16="http://schemas.microsoft.com/office/drawing/2014/main" id="{FC0A651D-31FF-4392-7FB5-E57C231BC9F6}"/>
              </a:ext>
            </a:extLst>
          </p:cNvPr>
          <p:cNvGrpSpPr/>
          <p:nvPr/>
        </p:nvGrpSpPr>
        <p:grpSpPr>
          <a:xfrm>
            <a:off x="4418982" y="2384567"/>
            <a:ext cx="3453421" cy="3447138"/>
            <a:chOff x="771331" y="2157451"/>
            <a:chExt cx="2929812" cy="3447138"/>
          </a:xfrm>
        </p:grpSpPr>
        <p:sp>
          <p:nvSpPr>
            <p:cNvPr id="22" name="Freeform: Shape 21">
              <a:extLst>
                <a:ext uri="{FF2B5EF4-FFF2-40B4-BE49-F238E27FC236}">
                  <a16:creationId xmlns:a16="http://schemas.microsoft.com/office/drawing/2014/main" id="{109FD1C5-98F4-70D5-5598-77DEFBA7E9D3}"/>
                </a:ext>
              </a:extLst>
            </p:cNvPr>
            <p:cNvSpPr/>
            <p:nvPr/>
          </p:nvSpPr>
          <p:spPr>
            <a:xfrm>
              <a:off x="771331" y="2388637"/>
              <a:ext cx="2929812" cy="3215952"/>
            </a:xfrm>
            <a:custGeom>
              <a:avLst/>
              <a:gdLst>
                <a:gd name="csX0" fmla="*/ 227060 w 2929812"/>
                <a:gd name="csY0" fmla="*/ 0 h 3215952"/>
                <a:gd name="csX1" fmla="*/ 298579 w 2929812"/>
                <a:gd name="csY1" fmla="*/ 0 h 3215952"/>
                <a:gd name="csX2" fmla="*/ 298579 w 2929812"/>
                <a:gd name="csY2" fmla="*/ 160522 h 3215952"/>
                <a:gd name="csX3" fmla="*/ 380654 w 2929812"/>
                <a:gd name="csY3" fmla="*/ 242597 h 3215952"/>
                <a:gd name="csX4" fmla="*/ 2281679 w 2929812"/>
                <a:gd name="csY4" fmla="*/ 242597 h 3215952"/>
                <a:gd name="csX5" fmla="*/ 2363754 w 2929812"/>
                <a:gd name="csY5" fmla="*/ 160522 h 3215952"/>
                <a:gd name="csX6" fmla="*/ 2363754 w 2929812"/>
                <a:gd name="csY6" fmla="*/ 0 h 3215952"/>
                <a:gd name="csX7" fmla="*/ 2702752 w 2929812"/>
                <a:gd name="csY7" fmla="*/ 0 h 3215952"/>
                <a:gd name="csX8" fmla="*/ 2929812 w 2929812"/>
                <a:gd name="csY8" fmla="*/ 227060 h 3215952"/>
                <a:gd name="csX9" fmla="*/ 2929812 w 2929812"/>
                <a:gd name="csY9" fmla="*/ 2988892 h 3215952"/>
                <a:gd name="csX10" fmla="*/ 2702752 w 2929812"/>
                <a:gd name="csY10" fmla="*/ 3215952 h 3215952"/>
                <a:gd name="csX11" fmla="*/ 227060 w 2929812"/>
                <a:gd name="csY11" fmla="*/ 3215952 h 3215952"/>
                <a:gd name="csX12" fmla="*/ 0 w 2929812"/>
                <a:gd name="csY12" fmla="*/ 2988892 h 3215952"/>
                <a:gd name="csX13" fmla="*/ 0 w 2929812"/>
                <a:gd name="csY13" fmla="*/ 227060 h 3215952"/>
                <a:gd name="csX14" fmla="*/ 227060 w 2929812"/>
                <a:gd name="csY14" fmla="*/ 0 h 32159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929812" h="3215952">
                  <a:moveTo>
                    <a:pt x="227060" y="0"/>
                  </a:moveTo>
                  <a:lnTo>
                    <a:pt x="298579" y="0"/>
                  </a:lnTo>
                  <a:lnTo>
                    <a:pt x="298579" y="160522"/>
                  </a:lnTo>
                  <a:cubicBezTo>
                    <a:pt x="298579" y="205851"/>
                    <a:pt x="335325" y="242597"/>
                    <a:pt x="380654" y="242597"/>
                  </a:cubicBezTo>
                  <a:lnTo>
                    <a:pt x="2281679" y="242597"/>
                  </a:lnTo>
                  <a:cubicBezTo>
                    <a:pt x="2327008" y="242597"/>
                    <a:pt x="2363754" y="205851"/>
                    <a:pt x="2363754" y="160522"/>
                  </a:cubicBezTo>
                  <a:lnTo>
                    <a:pt x="2363754" y="0"/>
                  </a:lnTo>
                  <a:lnTo>
                    <a:pt x="2702752" y="0"/>
                  </a:lnTo>
                  <a:cubicBezTo>
                    <a:pt x="2828154" y="0"/>
                    <a:pt x="2929812" y="101658"/>
                    <a:pt x="2929812" y="227060"/>
                  </a:cubicBezTo>
                  <a:lnTo>
                    <a:pt x="2929812" y="2988892"/>
                  </a:lnTo>
                  <a:cubicBezTo>
                    <a:pt x="2929812" y="3114294"/>
                    <a:pt x="2828154" y="3215952"/>
                    <a:pt x="2702752" y="3215952"/>
                  </a:cubicBezTo>
                  <a:lnTo>
                    <a:pt x="227060" y="3215952"/>
                  </a:lnTo>
                  <a:cubicBezTo>
                    <a:pt x="101658" y="3215952"/>
                    <a:pt x="0" y="3114294"/>
                    <a:pt x="0" y="2988892"/>
                  </a:cubicBezTo>
                  <a:lnTo>
                    <a:pt x="0" y="227060"/>
                  </a:lnTo>
                  <a:cubicBezTo>
                    <a:pt x="0" y="101658"/>
                    <a:pt x="101658" y="0"/>
                    <a:pt x="227060" y="0"/>
                  </a:cubicBezTo>
                  <a:close/>
                </a:path>
              </a:pathLst>
            </a:cu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wrap="square"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23" name="Rectangle: Rounded Corners 22">
              <a:extLst>
                <a:ext uri="{FF2B5EF4-FFF2-40B4-BE49-F238E27FC236}">
                  <a16:creationId xmlns:a16="http://schemas.microsoft.com/office/drawing/2014/main" id="{665C5D5B-8439-6CF3-B036-AA3B728ECF31}"/>
                </a:ext>
              </a:extLst>
            </p:cNvPr>
            <p:cNvSpPr/>
            <p:nvPr/>
          </p:nvSpPr>
          <p:spPr>
            <a:xfrm>
              <a:off x="1069910" y="2157451"/>
              <a:ext cx="2065175" cy="492443"/>
            </a:xfrm>
            <a:prstGeom prst="roundRect">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sz="1600" b="1" dirty="0">
                  <a:solidFill>
                    <a:schemeClr val="bg1"/>
                  </a:solidFill>
                </a:rPr>
                <a:t>Personalize Journeys</a:t>
              </a:r>
              <a:endParaRPr lang="en-GB" sz="1600" b="1" dirty="0">
                <a:solidFill>
                  <a:schemeClr val="bg1"/>
                </a:solidFill>
              </a:endParaRPr>
            </a:p>
          </p:txBody>
        </p:sp>
      </p:grpSp>
    </p:spTree>
    <p:extLst>
      <p:ext uri="{BB962C8B-B14F-4D97-AF65-F5344CB8AC3E}">
        <p14:creationId xmlns:p14="http://schemas.microsoft.com/office/powerpoint/2010/main" val="13890499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361CC6-CF13-B86B-CEE0-17CCEC8E4621}"/>
              </a:ext>
            </a:extLst>
          </p:cNvPr>
          <p:cNvSpPr>
            <a:spLocks noGrp="1"/>
          </p:cNvSpPr>
          <p:nvPr>
            <p:ph type="title"/>
          </p:nvPr>
        </p:nvSpPr>
        <p:spPr/>
        <p:txBody>
          <a:bodyPr/>
          <a:lstStyle/>
          <a:p>
            <a:r>
              <a:rPr lang="en-US" dirty="0"/>
              <a:t>Navigating the Hybrid Tracking Landscape</a:t>
            </a:r>
            <a:endParaRPr lang="en-GB" dirty="0"/>
          </a:p>
        </p:txBody>
      </p:sp>
      <p:grpSp>
        <p:nvGrpSpPr>
          <p:cNvPr id="14" name="Group 13">
            <a:extLst>
              <a:ext uri="{FF2B5EF4-FFF2-40B4-BE49-F238E27FC236}">
                <a16:creationId xmlns:a16="http://schemas.microsoft.com/office/drawing/2014/main" id="{DF2240E4-02AF-528A-6BCD-963067C350E5}"/>
              </a:ext>
            </a:extLst>
          </p:cNvPr>
          <p:cNvGrpSpPr/>
          <p:nvPr/>
        </p:nvGrpSpPr>
        <p:grpSpPr>
          <a:xfrm>
            <a:off x="403465" y="1268598"/>
            <a:ext cx="3520966" cy="4691818"/>
            <a:chOff x="403465" y="1268598"/>
            <a:chExt cx="3520966" cy="4691818"/>
          </a:xfrm>
        </p:grpSpPr>
        <p:sp>
          <p:nvSpPr>
            <p:cNvPr id="3" name="Rectangle: Rounded Corners 2">
              <a:extLst>
                <a:ext uri="{FF2B5EF4-FFF2-40B4-BE49-F238E27FC236}">
                  <a16:creationId xmlns:a16="http://schemas.microsoft.com/office/drawing/2014/main" id="{100EF232-EDBC-DDF9-F603-3D188398B384}"/>
                </a:ext>
              </a:extLst>
            </p:cNvPr>
            <p:cNvSpPr/>
            <p:nvPr/>
          </p:nvSpPr>
          <p:spPr>
            <a:xfrm>
              <a:off x="403465" y="1268598"/>
              <a:ext cx="3520966" cy="4691818"/>
            </a:xfrm>
            <a:prstGeom prst="roundRect">
              <a:avLst>
                <a:gd name="adj" fmla="val 6816"/>
              </a:avLst>
            </a:prstGeom>
            <a:noFill/>
            <a:ln w="15875">
              <a:solidFill>
                <a:schemeClr val="tx1">
                  <a:lumMod val="95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cxnSp>
          <p:nvCxnSpPr>
            <p:cNvPr id="6" name="Straight Connector 5">
              <a:extLst>
                <a:ext uri="{FF2B5EF4-FFF2-40B4-BE49-F238E27FC236}">
                  <a16:creationId xmlns:a16="http://schemas.microsoft.com/office/drawing/2014/main" id="{1FB21077-BF65-C317-11C2-AED528C58622}"/>
                </a:ext>
              </a:extLst>
            </p:cNvPr>
            <p:cNvCxnSpPr>
              <a:cxnSpLocks/>
            </p:cNvCxnSpPr>
            <p:nvPr/>
          </p:nvCxnSpPr>
          <p:spPr>
            <a:xfrm>
              <a:off x="403728" y="1942716"/>
              <a:ext cx="3520440" cy="0"/>
            </a:xfrm>
            <a:prstGeom prst="line">
              <a:avLst/>
            </a:prstGeom>
            <a:noFill/>
            <a:ln w="79375">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sp>
          <p:nvSpPr>
            <p:cNvPr id="7" name="TextBox 6">
              <a:extLst>
                <a:ext uri="{FF2B5EF4-FFF2-40B4-BE49-F238E27FC236}">
                  <a16:creationId xmlns:a16="http://schemas.microsoft.com/office/drawing/2014/main" id="{5DD1361B-55DB-1968-1601-208011B5FFDD}"/>
                </a:ext>
              </a:extLst>
            </p:cNvPr>
            <p:cNvSpPr txBox="1"/>
            <p:nvPr/>
          </p:nvSpPr>
          <p:spPr>
            <a:xfrm>
              <a:off x="1110811" y="1365741"/>
              <a:ext cx="2106274" cy="492444"/>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2000" kern="1200" dirty="0">
                  <a:solidFill>
                    <a:schemeClr val="bg1"/>
                  </a:solidFill>
                  <a:latin typeface="+mn-lt"/>
                  <a:ea typeface="ＭＳ Ｐゴシック" charset="0"/>
                </a:rPr>
                <a:t>The Constraint</a:t>
              </a:r>
              <a:endParaRPr lang="en-GB" sz="2000" kern="1200" dirty="0" err="1">
                <a:solidFill>
                  <a:schemeClr val="bg1"/>
                </a:solidFill>
                <a:latin typeface="+mn-lt"/>
                <a:ea typeface="ＭＳ Ｐゴシック" charset="0"/>
              </a:endParaRPr>
            </a:p>
          </p:txBody>
        </p:sp>
        <p:sp>
          <p:nvSpPr>
            <p:cNvPr id="13" name="TextBox 12">
              <a:extLst>
                <a:ext uri="{FF2B5EF4-FFF2-40B4-BE49-F238E27FC236}">
                  <a16:creationId xmlns:a16="http://schemas.microsoft.com/office/drawing/2014/main" id="{623CB324-A659-A135-57C3-B2744F127D6A}"/>
                </a:ext>
              </a:extLst>
            </p:cNvPr>
            <p:cNvSpPr txBox="1"/>
            <p:nvPr/>
          </p:nvSpPr>
          <p:spPr>
            <a:xfrm>
              <a:off x="577937" y="2336194"/>
              <a:ext cx="3172023" cy="2427889"/>
            </a:xfrm>
            <a:prstGeom prst="rect">
              <a:avLst/>
            </a:prstGeom>
            <a:noFill/>
          </p:spPr>
          <p:txBody>
            <a:bodyPr wrap="square" lIns="0" tIns="0" rIns="0" bIns="0" rtlCol="0">
              <a:noAutofit/>
            </a:bodyPr>
            <a:lstStyle/>
            <a:p>
              <a:pPr marL="182880" indent="-182880" defTabSz="912276" fontAlgn="base">
                <a:spcAft>
                  <a:spcPts val="1000"/>
                </a:spcAft>
                <a:buClr>
                  <a:schemeClr val="bg1"/>
                </a:buClr>
                <a:buSzPct val="100000"/>
                <a:buFont typeface="Arial" panose="020B0604020202020204" pitchFamily="34" charset="0"/>
                <a:buChar char="•"/>
              </a:pPr>
              <a:r>
                <a:rPr lang="en-US" sz="1600" dirty="0">
                  <a:solidFill>
                    <a:srgbClr val="333333"/>
                  </a:solidFill>
                </a:rPr>
                <a:t>SFDC lead creation depends on CCID (Activity ID)</a:t>
              </a:r>
            </a:p>
            <a:p>
              <a:pPr marL="182880" indent="-182880" defTabSz="912276" fontAlgn="base">
                <a:spcAft>
                  <a:spcPts val="1000"/>
                </a:spcAft>
                <a:buClr>
                  <a:schemeClr val="bg1"/>
                </a:buClr>
                <a:buSzPct val="100000"/>
                <a:buFont typeface="Arial" panose="020B0604020202020204" pitchFamily="34" charset="0"/>
                <a:buChar char="•"/>
              </a:pPr>
              <a:r>
                <a:rPr lang="en-US" sz="1600" dirty="0">
                  <a:solidFill>
                    <a:srgbClr val="333333"/>
                  </a:solidFill>
                </a:rPr>
                <a:t>Reporting continuity requires: CCID (</a:t>
              </a:r>
              <a:r>
                <a:rPr lang="en-US" sz="1600" dirty="0" err="1">
                  <a:solidFill>
                    <a:srgbClr val="333333"/>
                  </a:solidFill>
                </a:rPr>
                <a:t>Activites</a:t>
              </a:r>
              <a:r>
                <a:rPr lang="en-US" sz="1600" dirty="0">
                  <a:solidFill>
                    <a:srgbClr val="333333"/>
                  </a:solidFill>
                </a:rPr>
                <a:t>), DTID (Channels), OID (Content) </a:t>
              </a:r>
            </a:p>
            <a:p>
              <a:pPr marL="182880" indent="-182880" defTabSz="912276" fontAlgn="base">
                <a:spcAft>
                  <a:spcPts val="1000"/>
                </a:spcAft>
                <a:buClr>
                  <a:schemeClr val="bg1"/>
                </a:buClr>
                <a:buSzPct val="100000"/>
                <a:buFont typeface="Arial" panose="020B0604020202020204" pitchFamily="34" charset="0"/>
                <a:buChar char="•"/>
              </a:pPr>
              <a:r>
                <a:rPr lang="en-US" sz="1600" dirty="0">
                  <a:solidFill>
                    <a:srgbClr val="333333"/>
                  </a:solidFill>
                </a:rPr>
                <a:t>Hybrid capture preserves existing dashboards during transition</a:t>
              </a:r>
              <a:endParaRPr lang="en-GB" sz="1600" kern="1200" dirty="0" err="1">
                <a:solidFill>
                  <a:schemeClr val="bg1"/>
                </a:solidFill>
                <a:latin typeface="+mn-lt"/>
                <a:ea typeface="ＭＳ Ｐゴシック" charset="0"/>
              </a:endParaRPr>
            </a:p>
          </p:txBody>
        </p:sp>
      </p:grpSp>
      <p:grpSp>
        <p:nvGrpSpPr>
          <p:cNvPr id="15" name="Group 14">
            <a:extLst>
              <a:ext uri="{FF2B5EF4-FFF2-40B4-BE49-F238E27FC236}">
                <a16:creationId xmlns:a16="http://schemas.microsoft.com/office/drawing/2014/main" id="{DF4527CA-652F-379F-B791-821CE201590D}"/>
              </a:ext>
            </a:extLst>
          </p:cNvPr>
          <p:cNvGrpSpPr/>
          <p:nvPr/>
        </p:nvGrpSpPr>
        <p:grpSpPr>
          <a:xfrm>
            <a:off x="4402651" y="1268598"/>
            <a:ext cx="3520966" cy="4691818"/>
            <a:chOff x="403465" y="1268598"/>
            <a:chExt cx="3520966" cy="4691818"/>
          </a:xfrm>
        </p:grpSpPr>
        <p:sp>
          <p:nvSpPr>
            <p:cNvPr id="16" name="Rectangle: Rounded Corners 15">
              <a:extLst>
                <a:ext uri="{FF2B5EF4-FFF2-40B4-BE49-F238E27FC236}">
                  <a16:creationId xmlns:a16="http://schemas.microsoft.com/office/drawing/2014/main" id="{203B2E7B-35FF-217E-F128-D606BB65C0BB}"/>
                </a:ext>
              </a:extLst>
            </p:cNvPr>
            <p:cNvSpPr/>
            <p:nvPr/>
          </p:nvSpPr>
          <p:spPr>
            <a:xfrm>
              <a:off x="403465" y="1268598"/>
              <a:ext cx="3520966" cy="4691818"/>
            </a:xfrm>
            <a:prstGeom prst="roundRect">
              <a:avLst>
                <a:gd name="adj" fmla="val 6816"/>
              </a:avLst>
            </a:prstGeom>
            <a:noFill/>
            <a:ln w="15875">
              <a:solidFill>
                <a:schemeClr val="tx1">
                  <a:lumMod val="95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cxnSp>
          <p:nvCxnSpPr>
            <p:cNvPr id="17" name="Straight Connector 16">
              <a:extLst>
                <a:ext uri="{FF2B5EF4-FFF2-40B4-BE49-F238E27FC236}">
                  <a16:creationId xmlns:a16="http://schemas.microsoft.com/office/drawing/2014/main" id="{F2A332C4-FB39-7D67-DB0B-9190BFEA9BAB}"/>
                </a:ext>
              </a:extLst>
            </p:cNvPr>
            <p:cNvCxnSpPr>
              <a:cxnSpLocks/>
            </p:cNvCxnSpPr>
            <p:nvPr/>
          </p:nvCxnSpPr>
          <p:spPr>
            <a:xfrm>
              <a:off x="403728" y="1942716"/>
              <a:ext cx="3520440" cy="0"/>
            </a:xfrm>
            <a:prstGeom prst="line">
              <a:avLst/>
            </a:prstGeom>
            <a:noFill/>
            <a:ln w="79375">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sp>
          <p:nvSpPr>
            <p:cNvPr id="18" name="TextBox 17">
              <a:extLst>
                <a:ext uri="{FF2B5EF4-FFF2-40B4-BE49-F238E27FC236}">
                  <a16:creationId xmlns:a16="http://schemas.microsoft.com/office/drawing/2014/main" id="{9A2FB374-9754-8644-C090-F68D139E57D7}"/>
                </a:ext>
              </a:extLst>
            </p:cNvPr>
            <p:cNvSpPr txBox="1"/>
            <p:nvPr/>
          </p:nvSpPr>
          <p:spPr>
            <a:xfrm>
              <a:off x="1110811" y="1365741"/>
              <a:ext cx="2106274" cy="492444"/>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2000" kern="1200" dirty="0">
                  <a:solidFill>
                    <a:schemeClr val="bg1"/>
                  </a:solidFill>
                  <a:latin typeface="+mn-lt"/>
                  <a:ea typeface="ＭＳ Ｐゴシック" charset="0"/>
                </a:rPr>
                <a:t>The Friction</a:t>
              </a:r>
              <a:endParaRPr lang="en-GB" sz="2000" kern="1200" dirty="0" err="1">
                <a:solidFill>
                  <a:schemeClr val="bg1"/>
                </a:solidFill>
                <a:latin typeface="+mn-lt"/>
                <a:ea typeface="ＭＳ Ｐゴシック" charset="0"/>
              </a:endParaRPr>
            </a:p>
          </p:txBody>
        </p:sp>
        <p:sp>
          <p:nvSpPr>
            <p:cNvPr id="19" name="TextBox 18">
              <a:extLst>
                <a:ext uri="{FF2B5EF4-FFF2-40B4-BE49-F238E27FC236}">
                  <a16:creationId xmlns:a16="http://schemas.microsoft.com/office/drawing/2014/main" id="{2AA5D462-D564-6AE9-CA25-3FBAECA2A508}"/>
                </a:ext>
              </a:extLst>
            </p:cNvPr>
            <p:cNvSpPr txBox="1"/>
            <p:nvPr/>
          </p:nvSpPr>
          <p:spPr>
            <a:xfrm>
              <a:off x="577937" y="2336194"/>
              <a:ext cx="3172023" cy="2897957"/>
            </a:xfrm>
            <a:prstGeom prst="rect">
              <a:avLst/>
            </a:prstGeom>
            <a:noFill/>
          </p:spPr>
          <p:txBody>
            <a:bodyPr wrap="square" lIns="0" tIns="0" rIns="0" bIns="0" rtlCol="0">
              <a:noAutofit/>
            </a:bodyPr>
            <a:lstStyle/>
            <a:p>
              <a:pPr marL="182880" indent="-182880" defTabSz="912276" fontAlgn="base">
                <a:spcAft>
                  <a:spcPts val="1000"/>
                </a:spcAft>
                <a:buClr>
                  <a:schemeClr val="bg1"/>
                </a:buClr>
                <a:buSzPct val="100000"/>
                <a:buFont typeface="Arial" panose="020B0604020202020204" pitchFamily="34" charset="0"/>
                <a:buChar char="•"/>
              </a:pPr>
              <a:r>
                <a:rPr lang="en-US" dirty="0">
                  <a:solidFill>
                    <a:schemeClr val="bg1"/>
                  </a:solidFill>
                </a:rPr>
                <a:t>CCID performs multiple jobs across lead creation and channel activation</a:t>
              </a:r>
              <a:r>
                <a:rPr lang="en-GB" dirty="0">
                  <a:solidFill>
                    <a:schemeClr val="bg1"/>
                  </a:solidFill>
                </a:rPr>
                <a:t>​</a:t>
              </a:r>
            </a:p>
            <a:p>
              <a:pPr marL="182880" indent="-182880" defTabSz="912276" fontAlgn="base">
                <a:spcAft>
                  <a:spcPts val="1000"/>
                </a:spcAft>
                <a:buClr>
                  <a:schemeClr val="bg1"/>
                </a:buClr>
                <a:buSzPct val="100000"/>
                <a:buFont typeface="Arial" panose="020B0604020202020204" pitchFamily="34" charset="0"/>
                <a:buChar char="•"/>
              </a:pPr>
              <a:r>
                <a:rPr lang="en-US" dirty="0">
                  <a:solidFill>
                    <a:schemeClr val="bg1"/>
                  </a:solidFill>
                </a:rPr>
                <a:t>Multi-role IDs distort campaign and touch point reporting</a:t>
              </a:r>
              <a:r>
                <a:rPr lang="en-GB" dirty="0">
                  <a:solidFill>
                    <a:schemeClr val="bg1"/>
                  </a:solidFill>
                </a:rPr>
                <a:t>​ </a:t>
              </a:r>
            </a:p>
            <a:p>
              <a:pPr marL="182880" indent="-182880" defTabSz="912276" fontAlgn="base">
                <a:spcAft>
                  <a:spcPts val="1000"/>
                </a:spcAft>
                <a:buClr>
                  <a:schemeClr val="bg1"/>
                </a:buClr>
                <a:buSzPct val="100000"/>
                <a:buFont typeface="Arial" panose="020B0604020202020204" pitchFamily="34" charset="0"/>
                <a:buChar char="•"/>
              </a:pPr>
              <a:r>
                <a:rPr lang="en-US" dirty="0">
                  <a:solidFill>
                    <a:schemeClr val="bg1"/>
                  </a:solidFill>
                </a:rPr>
                <a:t>Manual URL and ID selection creates errors and analytics gaps</a:t>
              </a:r>
              <a:r>
                <a:rPr lang="en-GB" dirty="0">
                  <a:solidFill>
                    <a:schemeClr val="bg1"/>
                  </a:solidFill>
                </a:rPr>
                <a:t>​</a:t>
              </a:r>
              <a:endParaRPr lang="en-GB" sz="1600" kern="1200" dirty="0">
                <a:solidFill>
                  <a:schemeClr val="bg1"/>
                </a:solidFill>
                <a:latin typeface="+mn-lt"/>
                <a:ea typeface="ＭＳ Ｐゴシック" charset="0"/>
              </a:endParaRPr>
            </a:p>
          </p:txBody>
        </p:sp>
      </p:grpSp>
      <p:grpSp>
        <p:nvGrpSpPr>
          <p:cNvPr id="20" name="Group 19">
            <a:extLst>
              <a:ext uri="{FF2B5EF4-FFF2-40B4-BE49-F238E27FC236}">
                <a16:creationId xmlns:a16="http://schemas.microsoft.com/office/drawing/2014/main" id="{5273DB30-7BD6-1D96-D111-702B45464BA2}"/>
              </a:ext>
            </a:extLst>
          </p:cNvPr>
          <p:cNvGrpSpPr/>
          <p:nvPr/>
        </p:nvGrpSpPr>
        <p:grpSpPr>
          <a:xfrm>
            <a:off x="8401837" y="1268598"/>
            <a:ext cx="3520966" cy="4691818"/>
            <a:chOff x="403465" y="1268598"/>
            <a:chExt cx="3520966" cy="4691818"/>
          </a:xfrm>
        </p:grpSpPr>
        <p:sp>
          <p:nvSpPr>
            <p:cNvPr id="21" name="Rectangle: Rounded Corners 20">
              <a:extLst>
                <a:ext uri="{FF2B5EF4-FFF2-40B4-BE49-F238E27FC236}">
                  <a16:creationId xmlns:a16="http://schemas.microsoft.com/office/drawing/2014/main" id="{67C8D41A-344B-3529-9F50-CDD2B070B0A8}"/>
                </a:ext>
              </a:extLst>
            </p:cNvPr>
            <p:cNvSpPr/>
            <p:nvPr/>
          </p:nvSpPr>
          <p:spPr>
            <a:xfrm>
              <a:off x="403465" y="1268598"/>
              <a:ext cx="3520966" cy="4691818"/>
            </a:xfrm>
            <a:prstGeom prst="roundRect">
              <a:avLst>
                <a:gd name="adj" fmla="val 6816"/>
              </a:avLst>
            </a:prstGeom>
            <a:noFill/>
            <a:ln w="15875">
              <a:solidFill>
                <a:schemeClr val="tx1">
                  <a:lumMod val="95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cxnSp>
          <p:nvCxnSpPr>
            <p:cNvPr id="22" name="Straight Connector 21">
              <a:extLst>
                <a:ext uri="{FF2B5EF4-FFF2-40B4-BE49-F238E27FC236}">
                  <a16:creationId xmlns:a16="http://schemas.microsoft.com/office/drawing/2014/main" id="{C707A0CB-4690-A329-7FC6-B7493BB28315}"/>
                </a:ext>
              </a:extLst>
            </p:cNvPr>
            <p:cNvCxnSpPr>
              <a:cxnSpLocks/>
            </p:cNvCxnSpPr>
            <p:nvPr/>
          </p:nvCxnSpPr>
          <p:spPr>
            <a:xfrm>
              <a:off x="403728" y="1942716"/>
              <a:ext cx="3520440" cy="0"/>
            </a:xfrm>
            <a:prstGeom prst="line">
              <a:avLst/>
            </a:prstGeom>
            <a:noFill/>
            <a:ln w="79375">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sp>
          <p:nvSpPr>
            <p:cNvPr id="23" name="TextBox 22">
              <a:extLst>
                <a:ext uri="{FF2B5EF4-FFF2-40B4-BE49-F238E27FC236}">
                  <a16:creationId xmlns:a16="http://schemas.microsoft.com/office/drawing/2014/main" id="{7FCA3CC7-5FF3-5D62-17C8-CFB701476A7F}"/>
                </a:ext>
              </a:extLst>
            </p:cNvPr>
            <p:cNvSpPr txBox="1"/>
            <p:nvPr/>
          </p:nvSpPr>
          <p:spPr>
            <a:xfrm>
              <a:off x="1110811" y="1365741"/>
              <a:ext cx="2106274" cy="492444"/>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2000" kern="1200" dirty="0">
                  <a:solidFill>
                    <a:schemeClr val="bg1"/>
                  </a:solidFill>
                  <a:latin typeface="+mn-lt"/>
                  <a:ea typeface="ＭＳ Ｐゴシック" charset="0"/>
                </a:rPr>
                <a:t>The Future State</a:t>
              </a:r>
              <a:endParaRPr lang="en-GB" sz="2000" kern="1200" dirty="0" err="1">
                <a:solidFill>
                  <a:schemeClr val="bg1"/>
                </a:solidFill>
                <a:latin typeface="+mn-lt"/>
                <a:ea typeface="ＭＳ Ｐゴシック" charset="0"/>
              </a:endParaRPr>
            </a:p>
          </p:txBody>
        </p:sp>
        <p:sp>
          <p:nvSpPr>
            <p:cNvPr id="24" name="TextBox 23">
              <a:extLst>
                <a:ext uri="{FF2B5EF4-FFF2-40B4-BE49-F238E27FC236}">
                  <a16:creationId xmlns:a16="http://schemas.microsoft.com/office/drawing/2014/main" id="{7F7044BB-DECD-604F-CA0B-64AE58D94B8A}"/>
                </a:ext>
              </a:extLst>
            </p:cNvPr>
            <p:cNvSpPr txBox="1"/>
            <p:nvPr/>
          </p:nvSpPr>
          <p:spPr>
            <a:xfrm>
              <a:off x="577937" y="2336194"/>
              <a:ext cx="3172023" cy="2427889"/>
            </a:xfrm>
            <a:prstGeom prst="rect">
              <a:avLst/>
            </a:prstGeom>
            <a:noFill/>
          </p:spPr>
          <p:txBody>
            <a:bodyPr wrap="square" lIns="0" tIns="0" rIns="0" bIns="0" rtlCol="0">
              <a:noAutofit/>
            </a:bodyPr>
            <a:lstStyle/>
            <a:p>
              <a:pPr marL="182880" indent="-182880" defTabSz="912276" fontAlgn="base">
                <a:spcAft>
                  <a:spcPts val="1000"/>
                </a:spcAft>
                <a:buClr>
                  <a:schemeClr val="bg1"/>
                </a:buClr>
                <a:buSzPct val="100000"/>
                <a:buFont typeface="Arial" panose="020B0604020202020204" pitchFamily="34" charset="0"/>
                <a:buChar char="•"/>
              </a:pPr>
              <a:r>
                <a:rPr lang="en-US" dirty="0">
                  <a:solidFill>
                    <a:schemeClr val="bg1"/>
                  </a:solidFill>
                </a:rPr>
                <a:t> Industry-standard UTMs: </a:t>
              </a:r>
            </a:p>
            <a:p>
              <a:pPr marL="640080" lvl="1" indent="-182880" defTabSz="912276" fontAlgn="base">
                <a:spcAft>
                  <a:spcPts val="1000"/>
                </a:spcAft>
                <a:buClr>
                  <a:schemeClr val="bg1"/>
                </a:buClr>
                <a:buSzPct val="100000"/>
                <a:buFont typeface="Arial" panose="020B0604020202020204" pitchFamily="34" charset="0"/>
                <a:buChar char="•"/>
              </a:pPr>
              <a:r>
                <a:rPr lang="en-US" dirty="0" err="1">
                  <a:solidFill>
                    <a:schemeClr val="bg1"/>
                  </a:solidFill>
                </a:rPr>
                <a:t>utm_id</a:t>
              </a:r>
              <a:endParaRPr lang="en-US" dirty="0">
                <a:solidFill>
                  <a:schemeClr val="bg1"/>
                </a:solidFill>
              </a:endParaRPr>
            </a:p>
            <a:p>
              <a:pPr marL="640080" lvl="1" indent="-182880" defTabSz="912276" fontAlgn="base">
                <a:spcAft>
                  <a:spcPts val="1000"/>
                </a:spcAft>
                <a:buClr>
                  <a:schemeClr val="bg1"/>
                </a:buClr>
                <a:buSzPct val="100000"/>
                <a:buFont typeface="Arial" panose="020B0604020202020204" pitchFamily="34" charset="0"/>
                <a:buChar char="•"/>
              </a:pPr>
              <a:r>
                <a:rPr lang="en-US" dirty="0" err="1">
                  <a:solidFill>
                    <a:schemeClr val="bg1"/>
                  </a:solidFill>
                </a:rPr>
                <a:t>utm_medium</a:t>
              </a:r>
              <a:endParaRPr lang="en-US" dirty="0">
                <a:solidFill>
                  <a:schemeClr val="bg1"/>
                </a:solidFill>
              </a:endParaRPr>
            </a:p>
            <a:p>
              <a:pPr marL="640080" lvl="1" indent="-182880" defTabSz="912276" fontAlgn="base">
                <a:spcAft>
                  <a:spcPts val="1000"/>
                </a:spcAft>
                <a:buClr>
                  <a:schemeClr val="bg1"/>
                </a:buClr>
                <a:buSzPct val="100000"/>
                <a:buFont typeface="Arial" panose="020B0604020202020204" pitchFamily="34" charset="0"/>
                <a:buChar char="•"/>
              </a:pPr>
              <a:r>
                <a:rPr lang="en-US" dirty="0" err="1">
                  <a:solidFill>
                    <a:schemeClr val="bg1"/>
                  </a:solidFill>
                </a:rPr>
                <a:t>utm_source</a:t>
              </a:r>
              <a:r>
                <a:rPr lang="en-GB" dirty="0">
                  <a:solidFill>
                    <a:schemeClr val="bg1"/>
                  </a:solidFill>
                </a:rPr>
                <a:t>​ </a:t>
              </a:r>
            </a:p>
            <a:p>
              <a:pPr marL="182880" indent="-182880" defTabSz="912276" fontAlgn="base">
                <a:spcAft>
                  <a:spcPts val="1000"/>
                </a:spcAft>
                <a:buClr>
                  <a:schemeClr val="bg1"/>
                </a:buClr>
                <a:buSzPct val="100000"/>
                <a:buFont typeface="Arial" panose="020B0604020202020204" pitchFamily="34" charset="0"/>
                <a:buChar char="•"/>
              </a:pPr>
              <a:r>
                <a:rPr lang="en-US" dirty="0">
                  <a:solidFill>
                    <a:schemeClr val="bg1"/>
                  </a:solidFill>
                </a:rPr>
                <a:t>Single-purpose Channel IDs and Content IDs</a:t>
              </a:r>
              <a:r>
                <a:rPr lang="en-GB" dirty="0">
                  <a:solidFill>
                    <a:schemeClr val="bg1"/>
                  </a:solidFill>
                </a:rPr>
                <a:t>​ </a:t>
              </a:r>
            </a:p>
            <a:p>
              <a:pPr marL="182880" indent="-182880" defTabSz="912276" fontAlgn="base">
                <a:spcAft>
                  <a:spcPts val="1000"/>
                </a:spcAft>
                <a:buClr>
                  <a:schemeClr val="bg1"/>
                </a:buClr>
                <a:buSzPct val="100000"/>
                <a:buFont typeface="Arial" panose="020B0604020202020204" pitchFamily="34" charset="0"/>
                <a:buChar char="•"/>
              </a:pPr>
              <a:r>
                <a:rPr lang="en-US" dirty="0">
                  <a:solidFill>
                    <a:schemeClr val="bg1"/>
                  </a:solidFill>
                </a:rPr>
                <a:t> Workfront automates tracking </a:t>
              </a:r>
              <a:r>
                <a:rPr lang="en-US">
                  <a:solidFill>
                    <a:schemeClr val="bg1"/>
                  </a:solidFill>
                </a:rPr>
                <a:t>creation and metadata </a:t>
              </a:r>
              <a:r>
                <a:rPr lang="en-US" dirty="0">
                  <a:solidFill>
                    <a:schemeClr val="bg1"/>
                  </a:solidFill>
                </a:rPr>
                <a:t>application, removing human error</a:t>
              </a:r>
              <a:endParaRPr lang="en-GB" sz="1600" kern="1200" dirty="0" err="1">
                <a:solidFill>
                  <a:schemeClr val="bg1"/>
                </a:solidFill>
                <a:latin typeface="+mn-lt"/>
                <a:ea typeface="ＭＳ Ｐゴシック" charset="0"/>
              </a:endParaRPr>
            </a:p>
          </p:txBody>
        </p:sp>
      </p:grpSp>
    </p:spTree>
    <p:extLst>
      <p:ext uri="{BB962C8B-B14F-4D97-AF65-F5344CB8AC3E}">
        <p14:creationId xmlns:p14="http://schemas.microsoft.com/office/powerpoint/2010/main" val="18019864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26E6D7-58F9-BE56-D9E0-C93D45466DF9}"/>
              </a:ext>
            </a:extLst>
          </p:cNvPr>
          <p:cNvSpPr>
            <a:spLocks noGrp="1"/>
          </p:cNvSpPr>
          <p:nvPr>
            <p:ph type="title"/>
          </p:nvPr>
        </p:nvSpPr>
        <p:spPr/>
        <p:txBody>
          <a:bodyPr/>
          <a:lstStyle/>
          <a:p>
            <a:r>
              <a:rPr lang="en-US" dirty="0"/>
              <a:t>Campaign Tagging &amp; Tracking ID Types</a:t>
            </a:r>
            <a:endParaRPr lang="en-GB" dirty="0"/>
          </a:p>
        </p:txBody>
      </p:sp>
      <p:cxnSp>
        <p:nvCxnSpPr>
          <p:cNvPr id="3" name="Straight Connector 2">
            <a:extLst>
              <a:ext uri="{FF2B5EF4-FFF2-40B4-BE49-F238E27FC236}">
                <a16:creationId xmlns:a16="http://schemas.microsoft.com/office/drawing/2014/main" id="{D152FB28-095C-4138-B9B1-3F4EC735F4C4}"/>
              </a:ext>
            </a:extLst>
          </p:cNvPr>
          <p:cNvCxnSpPr>
            <a:cxnSpLocks/>
          </p:cNvCxnSpPr>
          <p:nvPr/>
        </p:nvCxnSpPr>
        <p:spPr>
          <a:xfrm>
            <a:off x="0" y="1694919"/>
            <a:ext cx="12192000" cy="0"/>
          </a:xfrm>
          <a:prstGeom prst="line">
            <a:avLst/>
          </a:prstGeom>
          <a:noFill/>
          <a:ln>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cxnSp>
        <p:nvCxnSpPr>
          <p:cNvPr id="28" name="Straight Connector 27">
            <a:extLst>
              <a:ext uri="{FF2B5EF4-FFF2-40B4-BE49-F238E27FC236}">
                <a16:creationId xmlns:a16="http://schemas.microsoft.com/office/drawing/2014/main" id="{D42CEC42-B49C-2D13-DE2B-11AFD66B1493}"/>
              </a:ext>
            </a:extLst>
          </p:cNvPr>
          <p:cNvCxnSpPr>
            <a:cxnSpLocks/>
          </p:cNvCxnSpPr>
          <p:nvPr/>
        </p:nvCxnSpPr>
        <p:spPr>
          <a:xfrm>
            <a:off x="1892561" y="3204454"/>
            <a:ext cx="9144000" cy="0"/>
          </a:xfrm>
          <a:prstGeom prst="line">
            <a:avLst/>
          </a:prstGeom>
          <a:noFill/>
          <a:ln>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cxnSp>
        <p:nvCxnSpPr>
          <p:cNvPr id="29" name="Straight Connector 28">
            <a:extLst>
              <a:ext uri="{FF2B5EF4-FFF2-40B4-BE49-F238E27FC236}">
                <a16:creationId xmlns:a16="http://schemas.microsoft.com/office/drawing/2014/main" id="{FC2F0993-D423-B81C-88F4-568327C69033}"/>
              </a:ext>
            </a:extLst>
          </p:cNvPr>
          <p:cNvCxnSpPr>
            <a:cxnSpLocks/>
          </p:cNvCxnSpPr>
          <p:nvPr/>
        </p:nvCxnSpPr>
        <p:spPr>
          <a:xfrm>
            <a:off x="1972775" y="4075376"/>
            <a:ext cx="9144000" cy="0"/>
          </a:xfrm>
          <a:prstGeom prst="line">
            <a:avLst/>
          </a:prstGeom>
          <a:noFill/>
          <a:ln>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sp>
        <p:nvSpPr>
          <p:cNvPr id="30" name="TextBox 29">
            <a:extLst>
              <a:ext uri="{FF2B5EF4-FFF2-40B4-BE49-F238E27FC236}">
                <a16:creationId xmlns:a16="http://schemas.microsoft.com/office/drawing/2014/main" id="{5C9468E8-C408-D2AB-7FA9-709CD5C6FD20}"/>
              </a:ext>
            </a:extLst>
          </p:cNvPr>
          <p:cNvSpPr txBox="1"/>
          <p:nvPr/>
        </p:nvSpPr>
        <p:spPr>
          <a:xfrm>
            <a:off x="323850" y="3488636"/>
            <a:ext cx="1280160" cy="302558"/>
          </a:xfrm>
          <a:prstGeom prst="rect">
            <a:avLst/>
          </a:prstGeom>
          <a:noFill/>
        </p:spPr>
        <p:txBody>
          <a:bodyPr wrap="square" lIns="0" tIns="0" rIns="0" bIns="0" rtlCol="0">
            <a:noAutofit/>
          </a:bodyPr>
          <a:lstStyle/>
          <a:p>
            <a:pPr algn="l"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What it Does</a:t>
            </a:r>
            <a:endParaRPr lang="en-GB" sz="1600" kern="1200" dirty="0" err="1">
              <a:solidFill>
                <a:schemeClr val="bg1"/>
              </a:solidFill>
              <a:latin typeface="+mn-lt"/>
              <a:ea typeface="ＭＳ Ｐゴシック" charset="0"/>
            </a:endParaRPr>
          </a:p>
        </p:txBody>
      </p:sp>
      <p:sp>
        <p:nvSpPr>
          <p:cNvPr id="31" name="TextBox 30">
            <a:extLst>
              <a:ext uri="{FF2B5EF4-FFF2-40B4-BE49-F238E27FC236}">
                <a16:creationId xmlns:a16="http://schemas.microsoft.com/office/drawing/2014/main" id="{7836EA72-DB0C-6AE9-C170-4600BDC66451}"/>
              </a:ext>
            </a:extLst>
          </p:cNvPr>
          <p:cNvSpPr txBox="1"/>
          <p:nvPr/>
        </p:nvSpPr>
        <p:spPr>
          <a:xfrm>
            <a:off x="323850" y="4754620"/>
            <a:ext cx="1280160" cy="301752"/>
          </a:xfrm>
          <a:prstGeom prst="rect">
            <a:avLst/>
          </a:prstGeom>
          <a:noFill/>
        </p:spPr>
        <p:txBody>
          <a:bodyPr wrap="square" lIns="0" tIns="0" rIns="0" bIns="0" rtlCol="0">
            <a:noAutofit/>
          </a:bodyPr>
          <a:lstStyle/>
          <a:p>
            <a:pPr algn="l"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Key Rules</a:t>
            </a:r>
            <a:endParaRPr lang="en-GB" sz="1600" kern="1200" dirty="0" err="1">
              <a:solidFill>
                <a:schemeClr val="bg1"/>
              </a:solidFill>
              <a:latin typeface="+mn-lt"/>
              <a:ea typeface="ＭＳ Ｐゴシック" charset="0"/>
            </a:endParaRPr>
          </a:p>
        </p:txBody>
      </p:sp>
      <p:sp>
        <p:nvSpPr>
          <p:cNvPr id="32" name="TextBox 31">
            <a:extLst>
              <a:ext uri="{FF2B5EF4-FFF2-40B4-BE49-F238E27FC236}">
                <a16:creationId xmlns:a16="http://schemas.microsoft.com/office/drawing/2014/main" id="{C6E39CF5-FAC2-263D-ECFF-5AA6D26D09AB}"/>
              </a:ext>
            </a:extLst>
          </p:cNvPr>
          <p:cNvSpPr txBox="1"/>
          <p:nvPr/>
        </p:nvSpPr>
        <p:spPr>
          <a:xfrm>
            <a:off x="323850" y="5918709"/>
            <a:ext cx="1280160" cy="301752"/>
          </a:xfrm>
          <a:prstGeom prst="rect">
            <a:avLst/>
          </a:prstGeom>
          <a:noFill/>
        </p:spPr>
        <p:txBody>
          <a:bodyPr wrap="square" lIns="0" tIns="0" rIns="0" bIns="0" rtlCol="0">
            <a:noAutofit/>
          </a:bodyPr>
          <a:lstStyle/>
          <a:p>
            <a:pPr algn="l"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Example</a:t>
            </a:r>
            <a:endParaRPr lang="en-GB" sz="1600" kern="1200" dirty="0" err="1">
              <a:solidFill>
                <a:schemeClr val="bg1"/>
              </a:solidFill>
              <a:latin typeface="+mn-lt"/>
              <a:ea typeface="ＭＳ Ｐゴシック" charset="0"/>
            </a:endParaRPr>
          </a:p>
        </p:txBody>
      </p:sp>
      <p:cxnSp>
        <p:nvCxnSpPr>
          <p:cNvPr id="34" name="Straight Connector 33">
            <a:extLst>
              <a:ext uri="{FF2B5EF4-FFF2-40B4-BE49-F238E27FC236}">
                <a16:creationId xmlns:a16="http://schemas.microsoft.com/office/drawing/2014/main" id="{AFB517D5-EC1F-E3B4-8884-FFE4FCDD363C}"/>
              </a:ext>
            </a:extLst>
          </p:cNvPr>
          <p:cNvCxnSpPr>
            <a:cxnSpLocks/>
          </p:cNvCxnSpPr>
          <p:nvPr/>
        </p:nvCxnSpPr>
        <p:spPr>
          <a:xfrm>
            <a:off x="2015542" y="5692106"/>
            <a:ext cx="9144000" cy="0"/>
          </a:xfrm>
          <a:prstGeom prst="line">
            <a:avLst/>
          </a:prstGeom>
          <a:noFill/>
          <a:ln>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grpSp>
        <p:nvGrpSpPr>
          <p:cNvPr id="51" name="Group 50">
            <a:extLst>
              <a:ext uri="{FF2B5EF4-FFF2-40B4-BE49-F238E27FC236}">
                <a16:creationId xmlns:a16="http://schemas.microsoft.com/office/drawing/2014/main" id="{2F72A423-B701-C765-6B46-FBED58EBE774}"/>
              </a:ext>
            </a:extLst>
          </p:cNvPr>
          <p:cNvGrpSpPr/>
          <p:nvPr/>
        </p:nvGrpSpPr>
        <p:grpSpPr>
          <a:xfrm>
            <a:off x="1935708" y="859000"/>
            <a:ext cx="2944368" cy="5518362"/>
            <a:chOff x="1935708" y="859000"/>
            <a:chExt cx="2944368" cy="5518362"/>
          </a:xfrm>
        </p:grpSpPr>
        <p:sp>
          <p:nvSpPr>
            <p:cNvPr id="6" name="TextBox 5">
              <a:extLst>
                <a:ext uri="{FF2B5EF4-FFF2-40B4-BE49-F238E27FC236}">
                  <a16:creationId xmlns:a16="http://schemas.microsoft.com/office/drawing/2014/main" id="{77C7EAC6-B28F-030E-4D1C-1A7F5965F358}"/>
                </a:ext>
              </a:extLst>
            </p:cNvPr>
            <p:cNvSpPr txBox="1"/>
            <p:nvPr>
              <p:custDataLst>
                <p:tags r:id="rId11"/>
              </p:custDataLst>
            </p:nvPr>
          </p:nvSpPr>
          <p:spPr>
            <a:xfrm>
              <a:off x="2137968" y="859000"/>
              <a:ext cx="2539848" cy="494379"/>
            </a:xfrm>
            <a:prstGeom prst="rect">
              <a:avLst/>
            </a:prstGeom>
            <a:noFill/>
          </p:spPr>
          <p:txBody>
            <a:bodyPr vert="horz" wrap="square" lIns="18288" tIns="18288" rIns="18288" bIns="18288" rtlCol="0" anchor="ctr">
              <a:normAutofit/>
            </a:bodyPr>
            <a:lstStyle>
              <a:defPPr>
                <a:defRPr lang="en-US"/>
              </a:defPPr>
              <a:lvl1pPr algn="l" defTabSz="609559" rtl="0" fontAlgn="base">
                <a:spcBef>
                  <a:spcPct val="0"/>
                </a:spcBef>
                <a:spcAft>
                  <a:spcPct val="0"/>
                </a:spcAft>
                <a:defRPr kern="1200">
                  <a:solidFill>
                    <a:schemeClr val="tx1"/>
                  </a:solidFill>
                  <a:latin typeface="Arial"/>
                  <a:ea typeface="ＭＳ Ｐゴシック" charset="0"/>
                  <a:cs typeface="ＭＳ Ｐゴシック" charset="0"/>
                </a:defRPr>
              </a:lvl1pPr>
              <a:lvl2pPr marL="609559" algn="l" defTabSz="609559" rtl="0" fontAlgn="base">
                <a:spcBef>
                  <a:spcPct val="0"/>
                </a:spcBef>
                <a:spcAft>
                  <a:spcPct val="0"/>
                </a:spcAft>
                <a:defRPr kern="1200">
                  <a:solidFill>
                    <a:schemeClr val="tx1"/>
                  </a:solidFill>
                  <a:latin typeface="Arial"/>
                  <a:ea typeface="ＭＳ Ｐゴシック" charset="0"/>
                  <a:cs typeface="ＭＳ Ｐゴシック" charset="0"/>
                </a:defRPr>
              </a:lvl2pPr>
              <a:lvl3pPr marL="1219119" algn="l" defTabSz="609559" rtl="0" fontAlgn="base">
                <a:spcBef>
                  <a:spcPct val="0"/>
                </a:spcBef>
                <a:spcAft>
                  <a:spcPct val="0"/>
                </a:spcAft>
                <a:defRPr kern="1200">
                  <a:solidFill>
                    <a:schemeClr val="tx1"/>
                  </a:solidFill>
                  <a:latin typeface="Arial"/>
                  <a:ea typeface="ＭＳ Ｐゴシック" charset="0"/>
                  <a:cs typeface="ＭＳ Ｐゴシック" charset="0"/>
                </a:defRPr>
              </a:lvl3pPr>
              <a:lvl4pPr marL="1828678" algn="l" defTabSz="609559" rtl="0" fontAlgn="base">
                <a:spcBef>
                  <a:spcPct val="0"/>
                </a:spcBef>
                <a:spcAft>
                  <a:spcPct val="0"/>
                </a:spcAft>
                <a:defRPr kern="1200">
                  <a:solidFill>
                    <a:schemeClr val="tx1"/>
                  </a:solidFill>
                  <a:latin typeface="Arial"/>
                  <a:ea typeface="ＭＳ Ｐゴシック" charset="0"/>
                  <a:cs typeface="ＭＳ Ｐゴシック" charset="0"/>
                </a:defRPr>
              </a:lvl4pPr>
              <a:lvl5pPr marL="2438238" algn="l" defTabSz="609559" rtl="0" fontAlgn="base">
                <a:spcBef>
                  <a:spcPct val="0"/>
                </a:spcBef>
                <a:spcAft>
                  <a:spcPct val="0"/>
                </a:spcAft>
                <a:defRPr kern="1200">
                  <a:solidFill>
                    <a:schemeClr val="tx1"/>
                  </a:solidFill>
                  <a:latin typeface="Arial"/>
                  <a:ea typeface="ＭＳ Ｐゴシック" charset="0"/>
                  <a:cs typeface="ＭＳ Ｐゴシック" charset="0"/>
                </a:defRPr>
              </a:lvl5pPr>
              <a:lvl6pPr marL="3047797" algn="l" defTabSz="609559" rtl="0" eaLnBrk="1" latinLnBrk="0" hangingPunct="1">
                <a:defRPr kern="1200">
                  <a:solidFill>
                    <a:schemeClr val="tx1"/>
                  </a:solidFill>
                  <a:latin typeface="Arial"/>
                  <a:ea typeface="ＭＳ Ｐゴシック" charset="0"/>
                  <a:cs typeface="ＭＳ Ｐゴシック" charset="0"/>
                </a:defRPr>
              </a:lvl6pPr>
              <a:lvl7pPr marL="3657357" algn="l" defTabSz="609559" rtl="0" eaLnBrk="1" latinLnBrk="0" hangingPunct="1">
                <a:defRPr kern="1200">
                  <a:solidFill>
                    <a:schemeClr val="tx1"/>
                  </a:solidFill>
                  <a:latin typeface="Arial"/>
                  <a:ea typeface="ＭＳ Ｐゴシック" charset="0"/>
                  <a:cs typeface="ＭＳ Ｐゴシック" charset="0"/>
                </a:defRPr>
              </a:lvl7pPr>
              <a:lvl8pPr marL="4266915" algn="l" defTabSz="609559" rtl="0" eaLnBrk="1" latinLnBrk="0" hangingPunct="1">
                <a:defRPr kern="1200">
                  <a:solidFill>
                    <a:schemeClr val="tx1"/>
                  </a:solidFill>
                  <a:latin typeface="Arial"/>
                  <a:ea typeface="ＭＳ Ｐゴシック" charset="0"/>
                  <a:cs typeface="ＭＳ Ｐゴシック" charset="0"/>
                </a:defRPr>
              </a:lvl8pPr>
              <a:lvl9pPr marL="4876475" algn="l" defTabSz="609559" rtl="0" eaLnBrk="1" latinLnBrk="0" hangingPunct="1">
                <a:defRPr kern="1200">
                  <a:solidFill>
                    <a:schemeClr val="tx1"/>
                  </a:solidFill>
                  <a:latin typeface="Arial"/>
                  <a:ea typeface="ＭＳ Ｐゴシック" charset="0"/>
                  <a:cs typeface="ＭＳ Ｐゴシック" charset="0"/>
                </a:defRPr>
              </a:lvl9pPr>
            </a:lstStyle>
            <a:p>
              <a:pPr marL="0" marR="0" lvl="0" indent="0" algn="ctr" defTabSz="609559" fontAlgn="base">
                <a:lnSpc>
                  <a:spcPct val="100000"/>
                </a:lnSpc>
                <a:spcBef>
                  <a:spcPct val="0"/>
                </a:spcBef>
                <a:spcAft>
                  <a:spcPct val="0"/>
                </a:spcAft>
                <a:buSzTx/>
                <a:buNone/>
              </a:pPr>
              <a:r>
                <a:rPr kumimoji="0" lang="en-IN" sz="1800" b="1" i="0" u="none" strike="noStrike" kern="1200" cap="none" spc="0" normalizeH="0" baseline="0" noProof="0" dirty="0">
                  <a:solidFill>
                    <a:srgbClr val="07182D"/>
                  </a:solidFill>
                  <a:uLnTx/>
                  <a:uFillTx/>
                  <a:latin typeface="CiscoSansTT" panose="020B0503020201020303" pitchFamily="34" charset="0"/>
                  <a:ea typeface="ＭＳ Ｐゴシック" charset="0"/>
                  <a:cs typeface="CiscoSansTT" panose="020B0503020201020303" pitchFamily="34" charset="0"/>
                  <a:sym typeface="Wingdings"/>
                </a:rPr>
                <a:t>Activity ID</a:t>
              </a:r>
            </a:p>
          </p:txBody>
        </p:sp>
        <p:grpSp>
          <p:nvGrpSpPr>
            <p:cNvPr id="22" name="Group 21">
              <a:extLst>
                <a:ext uri="{FF2B5EF4-FFF2-40B4-BE49-F238E27FC236}">
                  <a16:creationId xmlns:a16="http://schemas.microsoft.com/office/drawing/2014/main" id="{DD7F81BE-04F6-AFAA-AED3-0414ADB924AD}"/>
                </a:ext>
              </a:extLst>
            </p:cNvPr>
            <p:cNvGrpSpPr/>
            <p:nvPr/>
          </p:nvGrpSpPr>
          <p:grpSpPr>
            <a:xfrm>
              <a:off x="3014726" y="1301754"/>
              <a:ext cx="786332" cy="786331"/>
              <a:chOff x="2401016" y="1237421"/>
              <a:chExt cx="786332" cy="786331"/>
            </a:xfrm>
          </p:grpSpPr>
          <p:sp>
            <p:nvSpPr>
              <p:cNvPr id="5" name="Shape1_20250523_195849">
                <a:extLst>
                  <a:ext uri="{FF2B5EF4-FFF2-40B4-BE49-F238E27FC236}">
                    <a16:creationId xmlns:a16="http://schemas.microsoft.com/office/drawing/2014/main" id="{23226C90-692E-903A-C0E5-B201B233B8E6}"/>
                  </a:ext>
                </a:extLst>
              </p:cNvPr>
              <p:cNvSpPr txBox="1">
                <a:spLocks noChangeAspect="1"/>
              </p:cNvSpPr>
              <p:nvPr>
                <p:custDataLst>
                  <p:tags r:id="rId14"/>
                </p:custDataLst>
              </p:nvPr>
            </p:nvSpPr>
            <p:spPr>
              <a:xfrm>
                <a:off x="2401016" y="1237421"/>
                <a:ext cx="786332" cy="786331"/>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en-US"/>
                </a:defPPr>
                <a:lvl1pPr algn="ctr">
                  <a:defRPr>
                    <a:solidFill>
                      <a:schemeClr val="bg1"/>
                    </a:solidFill>
                  </a:defRPr>
                </a:lvl1pPr>
                <a:lvl2pPr>
                  <a:defRPr>
                    <a:solidFill>
                      <a:srgbClr val="414244"/>
                    </a:solidFill>
                    <a:latin typeface="CiscoSansTT Light"/>
                    <a:ea typeface="ＭＳ Ｐゴシック" charset="0"/>
                    <a:cs typeface="ＭＳ Ｐゴシック" charset="0"/>
                  </a:defRPr>
                </a:lvl2pPr>
                <a:lvl3pPr>
                  <a:defRPr>
                    <a:solidFill>
                      <a:srgbClr val="414244"/>
                    </a:solidFill>
                    <a:latin typeface="CiscoSansTT Light"/>
                    <a:ea typeface="ＭＳ Ｐゴシック" charset="0"/>
                    <a:cs typeface="ＭＳ Ｐゴシック" charset="0"/>
                  </a:defRPr>
                </a:lvl3pPr>
                <a:lvl4pPr>
                  <a:defRPr>
                    <a:solidFill>
                      <a:srgbClr val="414244"/>
                    </a:solidFill>
                    <a:latin typeface="CiscoSansTT Light"/>
                    <a:ea typeface="ＭＳ Ｐゴシック" charset="0"/>
                    <a:cs typeface="ＭＳ Ｐゴシック" charset="0"/>
                  </a:defRPr>
                </a:lvl4pPr>
                <a:lvl5pPr>
                  <a:defRPr>
                    <a:solidFill>
                      <a:srgbClr val="414244"/>
                    </a:solidFill>
                    <a:latin typeface="CiscoSansTT Light"/>
                    <a:ea typeface="ＭＳ Ｐゴシック" charset="0"/>
                    <a:cs typeface="ＭＳ Ｐゴシック" charset="0"/>
                  </a:defRPr>
                </a:lvl5pPr>
                <a:lvl6pPr>
                  <a:defRPr>
                    <a:solidFill>
                      <a:srgbClr val="414244"/>
                    </a:solidFill>
                    <a:latin typeface="CiscoSansTT Light"/>
                    <a:ea typeface="ＭＳ Ｐゴシック" charset="0"/>
                    <a:cs typeface="ＭＳ Ｐゴシック" charset="0"/>
                  </a:defRPr>
                </a:lvl6pPr>
                <a:lvl7pPr>
                  <a:defRPr>
                    <a:solidFill>
                      <a:srgbClr val="414244"/>
                    </a:solidFill>
                    <a:latin typeface="CiscoSansTT Light"/>
                    <a:ea typeface="ＭＳ Ｐゴシック" charset="0"/>
                    <a:cs typeface="ＭＳ Ｐゴシック" charset="0"/>
                  </a:defRPr>
                </a:lvl7pPr>
                <a:lvl8pPr>
                  <a:defRPr>
                    <a:solidFill>
                      <a:srgbClr val="414244"/>
                    </a:solidFill>
                    <a:latin typeface="CiscoSansTT Light"/>
                    <a:ea typeface="ＭＳ Ｐゴシック" charset="0"/>
                    <a:cs typeface="ＭＳ Ｐゴシック" charset="0"/>
                  </a:defRPr>
                </a:lvl8pPr>
                <a:lvl9pPr>
                  <a:defRPr>
                    <a:solidFill>
                      <a:srgbClr val="414244"/>
                    </a:solidFill>
                    <a:latin typeface="CiscoSansTT Light"/>
                    <a:ea typeface="ＭＳ Ｐゴシック" charset="0"/>
                    <a:cs typeface="ＭＳ Ｐゴシック" charset="0"/>
                  </a:defRPr>
                </a:lvl9pPr>
              </a:lstStyle>
              <a:p>
                <a:r>
                  <a:rPr lang="en-IN" dirty="0">
                    <a:sym typeface="Arial"/>
                  </a:rPr>
                  <a:t> </a:t>
                </a:r>
                <a:endParaRPr dirty="0">
                  <a:sym typeface="Arial"/>
                </a:endParaRPr>
              </a:p>
            </p:txBody>
          </p:sp>
          <p:pic>
            <p:nvPicPr>
              <p:cNvPr id="8" name="dark1" descr="Mandala with solid fill">
                <a:extLst>
                  <a:ext uri="{FF2B5EF4-FFF2-40B4-BE49-F238E27FC236}">
                    <a16:creationId xmlns:a16="http://schemas.microsoft.com/office/drawing/2014/main" id="{71B791A4-A4E3-6376-C283-232F6844BFCE}"/>
                  </a:ext>
                </a:extLst>
              </p:cNvPr>
              <p:cNvPicPr>
                <a:picLocks noChangeAspect="1"/>
              </p:cNvPicPr>
              <p:nvPr>
                <p:custDataLst>
                  <p:tags r:id="rId15"/>
                </p:custDataLst>
              </p:nvPr>
            </p:nvPicPr>
            <p:blipFill>
              <a:blip>
                <a:extLst>
                  <a:ext uri="{96DAC541-7B7A-43D3-8B79-37D633B846F1}">
                    <asvg:svgBlip xmlns:asvg="http://schemas.microsoft.com/office/drawing/2016/SVG/main" r:embed="rId18"/>
                  </a:ext>
                </a:extLst>
              </a:blip>
              <a:srcRect/>
              <a:stretch/>
            </p:blipFill>
            <p:spPr>
              <a:xfrm>
                <a:off x="2517484" y="1353888"/>
                <a:ext cx="553396" cy="553396"/>
              </a:xfrm>
              <a:prstGeom prst="rect">
                <a:avLst/>
              </a:prstGeom>
            </p:spPr>
          </p:pic>
        </p:grpSp>
        <p:sp>
          <p:nvSpPr>
            <p:cNvPr id="7" name="TextBox 6">
              <a:extLst>
                <a:ext uri="{FF2B5EF4-FFF2-40B4-BE49-F238E27FC236}">
                  <a16:creationId xmlns:a16="http://schemas.microsoft.com/office/drawing/2014/main" id="{C0528976-02CC-EE72-2174-76E6047FE8D5}"/>
                </a:ext>
              </a:extLst>
            </p:cNvPr>
            <p:cNvSpPr txBox="1"/>
            <p:nvPr>
              <p:custDataLst>
                <p:tags r:id="rId12"/>
              </p:custDataLst>
            </p:nvPr>
          </p:nvSpPr>
          <p:spPr>
            <a:xfrm>
              <a:off x="1935708" y="2164436"/>
              <a:ext cx="2944368" cy="970317"/>
            </a:xfrm>
            <a:prstGeom prst="rect">
              <a:avLst/>
            </a:prstGeom>
            <a:noFill/>
          </p:spPr>
          <p:txBody>
            <a:bodyPr vert="horz" wrap="square" lIns="18288" tIns="18288" rIns="18288" bIns="18288" rtlCol="0" anchor="t">
              <a:noAutofit/>
            </a:bodyPr>
            <a:lstStyle>
              <a:defPPr>
                <a:defRPr lang="en-US"/>
              </a:defPPr>
              <a:lvl1pPr algn="l" defTabSz="609559" rtl="0" fontAlgn="base">
                <a:spcBef>
                  <a:spcPct val="0"/>
                </a:spcBef>
                <a:spcAft>
                  <a:spcPct val="0"/>
                </a:spcAft>
                <a:defRPr kern="1200">
                  <a:solidFill>
                    <a:schemeClr val="tx1"/>
                  </a:solidFill>
                  <a:latin typeface="Arial"/>
                  <a:ea typeface="ＭＳ Ｐゴシック" charset="0"/>
                  <a:cs typeface="ＭＳ Ｐゴシック" charset="0"/>
                </a:defRPr>
              </a:lvl1pPr>
              <a:lvl2pPr marL="609559" algn="l" defTabSz="609559" rtl="0" fontAlgn="base">
                <a:spcBef>
                  <a:spcPct val="0"/>
                </a:spcBef>
                <a:spcAft>
                  <a:spcPct val="0"/>
                </a:spcAft>
                <a:defRPr kern="1200">
                  <a:solidFill>
                    <a:schemeClr val="tx1"/>
                  </a:solidFill>
                  <a:latin typeface="Arial"/>
                  <a:ea typeface="ＭＳ Ｐゴシック" charset="0"/>
                  <a:cs typeface="ＭＳ Ｐゴシック" charset="0"/>
                </a:defRPr>
              </a:lvl2pPr>
              <a:lvl3pPr marL="1219119" algn="l" defTabSz="609559" rtl="0" fontAlgn="base">
                <a:spcBef>
                  <a:spcPct val="0"/>
                </a:spcBef>
                <a:spcAft>
                  <a:spcPct val="0"/>
                </a:spcAft>
                <a:defRPr kern="1200">
                  <a:solidFill>
                    <a:schemeClr val="tx1"/>
                  </a:solidFill>
                  <a:latin typeface="Arial"/>
                  <a:ea typeface="ＭＳ Ｐゴシック" charset="0"/>
                  <a:cs typeface="ＭＳ Ｐゴシック" charset="0"/>
                </a:defRPr>
              </a:lvl3pPr>
              <a:lvl4pPr marL="1828678" algn="l" defTabSz="609559" rtl="0" fontAlgn="base">
                <a:spcBef>
                  <a:spcPct val="0"/>
                </a:spcBef>
                <a:spcAft>
                  <a:spcPct val="0"/>
                </a:spcAft>
                <a:defRPr kern="1200">
                  <a:solidFill>
                    <a:schemeClr val="tx1"/>
                  </a:solidFill>
                  <a:latin typeface="Arial"/>
                  <a:ea typeface="ＭＳ Ｐゴシック" charset="0"/>
                  <a:cs typeface="ＭＳ Ｐゴシック" charset="0"/>
                </a:defRPr>
              </a:lvl4pPr>
              <a:lvl5pPr marL="2438238" algn="l" defTabSz="609559" rtl="0" fontAlgn="base">
                <a:spcBef>
                  <a:spcPct val="0"/>
                </a:spcBef>
                <a:spcAft>
                  <a:spcPct val="0"/>
                </a:spcAft>
                <a:defRPr kern="1200">
                  <a:solidFill>
                    <a:schemeClr val="tx1"/>
                  </a:solidFill>
                  <a:latin typeface="Arial"/>
                  <a:ea typeface="ＭＳ Ｐゴシック" charset="0"/>
                  <a:cs typeface="ＭＳ Ｐゴシック" charset="0"/>
                </a:defRPr>
              </a:lvl5pPr>
              <a:lvl6pPr marL="3047797" algn="l" defTabSz="609559" rtl="0" eaLnBrk="1" latinLnBrk="0" hangingPunct="1">
                <a:defRPr kern="1200">
                  <a:solidFill>
                    <a:schemeClr val="tx1"/>
                  </a:solidFill>
                  <a:latin typeface="Arial"/>
                  <a:ea typeface="ＭＳ Ｐゴシック" charset="0"/>
                  <a:cs typeface="ＭＳ Ｐゴシック" charset="0"/>
                </a:defRPr>
              </a:lvl6pPr>
              <a:lvl7pPr marL="3657357" algn="l" defTabSz="609559" rtl="0" eaLnBrk="1" latinLnBrk="0" hangingPunct="1">
                <a:defRPr kern="1200">
                  <a:solidFill>
                    <a:schemeClr val="tx1"/>
                  </a:solidFill>
                  <a:latin typeface="Arial"/>
                  <a:ea typeface="ＭＳ Ｐゴシック" charset="0"/>
                  <a:cs typeface="ＭＳ Ｐゴシック" charset="0"/>
                </a:defRPr>
              </a:lvl7pPr>
              <a:lvl8pPr marL="4266915" algn="l" defTabSz="609559" rtl="0" eaLnBrk="1" latinLnBrk="0" hangingPunct="1">
                <a:defRPr kern="1200">
                  <a:solidFill>
                    <a:schemeClr val="tx1"/>
                  </a:solidFill>
                  <a:latin typeface="Arial"/>
                  <a:ea typeface="ＭＳ Ｐゴシック" charset="0"/>
                  <a:cs typeface="ＭＳ Ｐゴシック" charset="0"/>
                </a:defRPr>
              </a:lvl8pPr>
              <a:lvl9pPr marL="4876475" algn="l" defTabSz="609559" rtl="0" eaLnBrk="1" latinLnBrk="0" hangingPunct="1">
                <a:defRPr kern="1200">
                  <a:solidFill>
                    <a:schemeClr val="tx1"/>
                  </a:solidFill>
                  <a:latin typeface="Arial"/>
                  <a:ea typeface="ＭＳ Ｐゴシック" charset="0"/>
                  <a:cs typeface="ＭＳ Ｐゴシック" charset="0"/>
                </a:defRPr>
              </a:lvl9pPr>
            </a:lstStyle>
            <a:p>
              <a:pPr lvl="0" algn="ctr"/>
              <a:r>
                <a:rPr lang="en-GB" sz="1200" dirty="0">
                  <a:solidFill>
                    <a:schemeClr val="bg1"/>
                  </a:solidFill>
                  <a:latin typeface="+mn-lt"/>
                </a:rPr>
                <a:t>The </a:t>
              </a:r>
              <a:r>
                <a:rPr lang="en-GB" sz="1200" b="1" dirty="0">
                  <a:solidFill>
                    <a:schemeClr val="bg1"/>
                  </a:solidFill>
                  <a:latin typeface="+mn-lt"/>
                </a:rPr>
                <a:t>Activity ID</a:t>
              </a:r>
              <a:r>
                <a:rPr lang="en-GB" sz="1200" dirty="0">
                  <a:solidFill>
                    <a:schemeClr val="bg1"/>
                  </a:solidFill>
                  <a:latin typeface="+mn-lt"/>
                </a:rPr>
                <a:t> is the foundational umbrella identifier used to track specific marketing initiatives that generate customer activity in support of global campaigns and programs.</a:t>
              </a:r>
              <a:endParaRPr kumimoji="0" lang="en-IN" sz="1200" b="0" i="0" u="none" strike="noStrike" kern="1200" cap="none" spc="0" normalizeH="0" baseline="0" noProof="0" dirty="0">
                <a:solidFill>
                  <a:schemeClr val="bg1"/>
                </a:solidFill>
                <a:uLnTx/>
                <a:uFillTx/>
                <a:latin typeface="+mn-lt"/>
                <a:ea typeface="ＭＳ Ｐゴシック" charset="0"/>
                <a:cs typeface="CiscoSansTT Light" panose="020B0503020201020303" pitchFamily="34" charset="0"/>
                <a:sym typeface="Wingdings"/>
              </a:endParaRPr>
            </a:p>
          </p:txBody>
        </p:sp>
        <p:sp>
          <p:nvSpPr>
            <p:cNvPr id="19" name="TextBox 18">
              <a:extLst>
                <a:ext uri="{FF2B5EF4-FFF2-40B4-BE49-F238E27FC236}">
                  <a16:creationId xmlns:a16="http://schemas.microsoft.com/office/drawing/2014/main" id="{DC744436-9A59-01CA-167B-D417824192CD}"/>
                </a:ext>
              </a:extLst>
            </p:cNvPr>
            <p:cNvSpPr txBox="1"/>
            <p:nvPr>
              <p:custDataLst>
                <p:tags r:id="rId13"/>
              </p:custDataLst>
            </p:nvPr>
          </p:nvSpPr>
          <p:spPr>
            <a:xfrm>
              <a:off x="1935708" y="3274155"/>
              <a:ext cx="2944368" cy="731520"/>
            </a:xfrm>
            <a:prstGeom prst="rect">
              <a:avLst/>
            </a:prstGeom>
            <a:noFill/>
          </p:spPr>
          <p:txBody>
            <a:bodyPr vert="horz" wrap="square" lIns="18288" tIns="18288" rIns="18288" bIns="18288" rtlCol="0" anchor="ctr">
              <a:normAutofit/>
            </a:bodyPr>
            <a:lstStyle>
              <a:defPPr>
                <a:defRPr lang="en-US"/>
              </a:defPPr>
              <a:lvl1pPr lvl="0" algn="ctr" defTabSz="609559" fontAlgn="base">
                <a:spcBef>
                  <a:spcPct val="0"/>
                </a:spcBef>
                <a:spcAft>
                  <a:spcPct val="0"/>
                </a:spcAft>
                <a:defRPr sz="1200">
                  <a:solidFill>
                    <a:schemeClr val="bg1"/>
                  </a:solidFill>
                  <a:ea typeface="ＭＳ Ｐゴシック" charset="0"/>
                  <a:cs typeface="ＭＳ Ｐゴシック" charset="0"/>
                </a:defRPr>
              </a:lvl1pPr>
              <a:lvl2pPr marL="609559" defTabSz="609559" fontAlgn="base">
                <a:spcBef>
                  <a:spcPct val="0"/>
                </a:spcBef>
                <a:spcAft>
                  <a:spcPct val="0"/>
                </a:spcAft>
                <a:defRPr>
                  <a:latin typeface="Arial"/>
                  <a:ea typeface="ＭＳ Ｐゴシック" charset="0"/>
                  <a:cs typeface="ＭＳ Ｐゴシック" charset="0"/>
                </a:defRPr>
              </a:lvl2pPr>
              <a:lvl3pPr marL="1219119" defTabSz="609559" fontAlgn="base">
                <a:spcBef>
                  <a:spcPct val="0"/>
                </a:spcBef>
                <a:spcAft>
                  <a:spcPct val="0"/>
                </a:spcAft>
                <a:defRPr>
                  <a:latin typeface="Arial"/>
                  <a:ea typeface="ＭＳ Ｐゴシック" charset="0"/>
                  <a:cs typeface="ＭＳ Ｐゴシック" charset="0"/>
                </a:defRPr>
              </a:lvl3pPr>
              <a:lvl4pPr marL="1828678" defTabSz="609559" fontAlgn="base">
                <a:spcBef>
                  <a:spcPct val="0"/>
                </a:spcBef>
                <a:spcAft>
                  <a:spcPct val="0"/>
                </a:spcAft>
                <a:defRPr>
                  <a:latin typeface="Arial"/>
                  <a:ea typeface="ＭＳ Ｐゴシック" charset="0"/>
                  <a:cs typeface="ＭＳ Ｐゴシック" charset="0"/>
                </a:defRPr>
              </a:lvl4pPr>
              <a:lvl5pPr marL="2438238" defTabSz="609559" fontAlgn="base">
                <a:spcBef>
                  <a:spcPct val="0"/>
                </a:spcBef>
                <a:spcAft>
                  <a:spcPct val="0"/>
                </a:spcAft>
                <a:defRPr>
                  <a:latin typeface="Arial"/>
                  <a:ea typeface="ＭＳ Ｐゴシック" charset="0"/>
                  <a:cs typeface="ＭＳ Ｐゴシック" charset="0"/>
                </a:defRPr>
              </a:lvl5pPr>
              <a:lvl6pPr marL="3047797" defTabSz="609559">
                <a:defRPr>
                  <a:latin typeface="Arial"/>
                  <a:ea typeface="ＭＳ Ｐゴシック" charset="0"/>
                  <a:cs typeface="ＭＳ Ｐゴシック" charset="0"/>
                </a:defRPr>
              </a:lvl6pPr>
              <a:lvl7pPr marL="3657357" defTabSz="609559">
                <a:defRPr>
                  <a:latin typeface="Arial"/>
                  <a:ea typeface="ＭＳ Ｐゴシック" charset="0"/>
                  <a:cs typeface="ＭＳ Ｐゴシック" charset="0"/>
                </a:defRPr>
              </a:lvl7pPr>
              <a:lvl8pPr marL="4266915" defTabSz="609559">
                <a:defRPr>
                  <a:latin typeface="Arial"/>
                  <a:ea typeface="ＭＳ Ｐゴシック" charset="0"/>
                  <a:cs typeface="ＭＳ Ｐゴシック" charset="0"/>
                </a:defRPr>
              </a:lvl8pPr>
              <a:lvl9pPr marL="4876475" defTabSz="609559">
                <a:defRPr>
                  <a:latin typeface="Arial"/>
                  <a:ea typeface="ＭＳ Ｐゴシック" charset="0"/>
                  <a:cs typeface="ＭＳ Ｐゴシック" charset="0"/>
                </a:defRPr>
              </a:lvl9pPr>
            </a:lstStyle>
            <a:p>
              <a:r>
                <a:rPr lang="en-GB" sz="1000" dirty="0"/>
                <a:t>Acts as the mandatory trigger for lead generation, entering the scoring program, and adding prospects to nurture journeys.</a:t>
              </a:r>
              <a:endParaRPr lang="en-IN" sz="1000" dirty="0">
                <a:sym typeface="Wingdings"/>
              </a:endParaRPr>
            </a:p>
          </p:txBody>
        </p:sp>
        <p:sp>
          <p:nvSpPr>
            <p:cNvPr id="39" name="Rectangle 3">
              <a:extLst>
                <a:ext uri="{FF2B5EF4-FFF2-40B4-BE49-F238E27FC236}">
                  <a16:creationId xmlns:a16="http://schemas.microsoft.com/office/drawing/2014/main" id="{EA4495F9-0935-F2DB-B623-22C3163E1090}"/>
                </a:ext>
              </a:extLst>
            </p:cNvPr>
            <p:cNvSpPr>
              <a:spLocks noChangeArrowheads="1"/>
            </p:cNvSpPr>
            <p:nvPr/>
          </p:nvSpPr>
          <p:spPr bwMode="auto">
            <a:xfrm>
              <a:off x="1935708" y="4222022"/>
              <a:ext cx="2944368"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tabLst/>
              </a:pPr>
              <a:r>
                <a:rPr kumimoji="0" lang="en-US" altLang="en-US" sz="1000" b="1" i="0" u="none" strike="noStrike" cap="none" normalizeH="0" baseline="0" dirty="0">
                  <a:ln>
                    <a:noFill/>
                  </a:ln>
                  <a:solidFill>
                    <a:schemeClr val="bg1"/>
                  </a:solidFill>
                  <a:effectLst/>
                </a:rPr>
                <a:t>Financial Alignment:</a:t>
              </a:r>
              <a:r>
                <a:rPr kumimoji="0" lang="en-US" altLang="en-US" sz="1000" b="0" i="0" u="none" strike="noStrike" cap="none" normalizeH="0" baseline="0" dirty="0">
                  <a:ln>
                    <a:noFill/>
                  </a:ln>
                  <a:solidFill>
                    <a:schemeClr val="bg1"/>
                  </a:solidFill>
                  <a:effectLst/>
                </a:rPr>
                <a:t> Every Activity ID </a:t>
              </a:r>
              <a:r>
                <a:rPr kumimoji="0" lang="en-US" altLang="en-US" sz="1000" b="1" i="0" u="none" strike="noStrike" cap="none" normalizeH="0" baseline="0" dirty="0">
                  <a:ln>
                    <a:noFill/>
                  </a:ln>
                  <a:solidFill>
                    <a:schemeClr val="bg1"/>
                  </a:solidFill>
                  <a:effectLst/>
                </a:rPr>
                <a:t>must</a:t>
              </a:r>
              <a:r>
                <a:rPr kumimoji="0" lang="en-US" altLang="en-US" sz="1000" b="0" i="0" u="none" strike="noStrike" cap="none" normalizeH="0" baseline="0" dirty="0">
                  <a:ln>
                    <a:noFill/>
                  </a:ln>
                  <a:solidFill>
                    <a:schemeClr val="bg1"/>
                  </a:solidFill>
                  <a:effectLst/>
                </a:rPr>
                <a:t> align with a specific cost value in marketing (e.g., an Allocadia budget line item, formal sales requests, or a specific series of events/webinars).</a:t>
              </a:r>
            </a:p>
            <a:p>
              <a:pPr marL="0" marR="0" lvl="0" indent="0" algn="l" defTabSz="914400" rtl="0" eaLnBrk="0" fontAlgn="base" latinLnBrk="0" hangingPunct="0">
                <a:lnSpc>
                  <a:spcPct val="100000"/>
                </a:lnSpc>
                <a:spcBef>
                  <a:spcPct val="0"/>
                </a:spcBef>
                <a:spcAft>
                  <a:spcPct val="0"/>
                </a:spcAft>
                <a:buClrTx/>
                <a:buSzTx/>
                <a:tabLst/>
              </a:pPr>
              <a:r>
                <a:rPr kumimoji="0" lang="en-US" altLang="en-US" sz="1000" b="1" i="0" u="none" strike="noStrike" cap="none" normalizeH="0" baseline="0" dirty="0">
                  <a:ln>
                    <a:noFill/>
                  </a:ln>
                  <a:solidFill>
                    <a:schemeClr val="bg1"/>
                  </a:solidFill>
                  <a:effectLst/>
                </a:rPr>
                <a:t>Naming Convention:</a:t>
              </a:r>
              <a:r>
                <a:rPr kumimoji="0" lang="en-US" altLang="en-US" sz="1000" b="0" i="0" u="none" strike="noStrike" cap="none" normalizeH="0" baseline="0" dirty="0">
                  <a:ln>
                    <a:noFill/>
                  </a:ln>
                  <a:solidFill>
                    <a:schemeClr val="bg1"/>
                  </a:solidFill>
                  <a:effectLst/>
                </a:rPr>
                <a:t> Names must reflect the specific marketing initiative, including its objective and target audience.</a:t>
              </a:r>
            </a:p>
          </p:txBody>
        </p:sp>
        <p:sp>
          <p:nvSpPr>
            <p:cNvPr id="44" name="TextBox 43">
              <a:extLst>
                <a:ext uri="{FF2B5EF4-FFF2-40B4-BE49-F238E27FC236}">
                  <a16:creationId xmlns:a16="http://schemas.microsoft.com/office/drawing/2014/main" id="{5C772AEB-0401-9798-95D0-282CE5AD06CC}"/>
                </a:ext>
              </a:extLst>
            </p:cNvPr>
            <p:cNvSpPr txBox="1"/>
            <p:nvPr/>
          </p:nvSpPr>
          <p:spPr>
            <a:xfrm>
              <a:off x="1935708" y="5761809"/>
              <a:ext cx="2944368" cy="615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defPPr>
                <a:defRPr lang="en-US"/>
              </a:defPPr>
              <a:lvl1pPr eaLnBrk="0" fontAlgn="base" hangingPunct="0">
                <a:spcBef>
                  <a:spcPct val="0"/>
                </a:spcBef>
                <a:spcAft>
                  <a:spcPct val="0"/>
                </a:spcAft>
                <a:defRPr sz="1000" b="1">
                  <a:solidFill>
                    <a:schemeClr val="bg1"/>
                  </a:solidFill>
                </a:defRPr>
              </a:lvl1pPr>
            </a:lstStyle>
            <a:p>
              <a:r>
                <a:rPr lang="en-GB" dirty="0">
                  <a:solidFill>
                    <a:schemeClr val="accent2"/>
                  </a:solidFill>
                </a:rPr>
                <a:t>cc0013423</a:t>
              </a:r>
            </a:p>
            <a:p>
              <a:r>
                <a:rPr lang="en-GB" sz="800" dirty="0">
                  <a:solidFill>
                    <a:schemeClr val="accent2"/>
                  </a:solidFill>
                </a:rPr>
                <a:t>EMEA Band A Digital Marketing - ABX Cross-sell Cloud management solution to Manufacturing Catalyst customers</a:t>
              </a:r>
            </a:p>
          </p:txBody>
        </p:sp>
      </p:grpSp>
      <p:grpSp>
        <p:nvGrpSpPr>
          <p:cNvPr id="52" name="Group 51">
            <a:extLst>
              <a:ext uri="{FF2B5EF4-FFF2-40B4-BE49-F238E27FC236}">
                <a16:creationId xmlns:a16="http://schemas.microsoft.com/office/drawing/2014/main" id="{C1B9F61A-EFCD-F04D-7B98-4C108F25F6C8}"/>
              </a:ext>
            </a:extLst>
          </p:cNvPr>
          <p:cNvGrpSpPr/>
          <p:nvPr/>
        </p:nvGrpSpPr>
        <p:grpSpPr>
          <a:xfrm>
            <a:off x="5176266" y="859000"/>
            <a:ext cx="2944368" cy="5272141"/>
            <a:chOff x="4998238" y="859000"/>
            <a:chExt cx="2944368" cy="5272141"/>
          </a:xfrm>
        </p:grpSpPr>
        <p:sp>
          <p:nvSpPr>
            <p:cNvPr id="11" name="TextBox 10">
              <a:extLst>
                <a:ext uri="{FF2B5EF4-FFF2-40B4-BE49-F238E27FC236}">
                  <a16:creationId xmlns:a16="http://schemas.microsoft.com/office/drawing/2014/main" id="{5E1B3A82-9CE6-5B6D-53CB-C26897A774FE}"/>
                </a:ext>
              </a:extLst>
            </p:cNvPr>
            <p:cNvSpPr txBox="1"/>
            <p:nvPr>
              <p:custDataLst>
                <p:tags r:id="rId6"/>
              </p:custDataLst>
            </p:nvPr>
          </p:nvSpPr>
          <p:spPr>
            <a:xfrm>
              <a:off x="5200498" y="859000"/>
              <a:ext cx="2539848" cy="494379"/>
            </a:xfrm>
            <a:prstGeom prst="rect">
              <a:avLst/>
            </a:prstGeom>
            <a:noFill/>
          </p:spPr>
          <p:txBody>
            <a:bodyPr vert="horz" wrap="square" lIns="18288" tIns="18288" rIns="18288" bIns="18288" rtlCol="0" anchor="ctr">
              <a:normAutofit/>
            </a:bodyPr>
            <a:lstStyle>
              <a:defPPr>
                <a:defRPr lang="en-US"/>
              </a:defPPr>
              <a:lvl1pPr algn="l" defTabSz="609559" rtl="0" fontAlgn="base">
                <a:spcBef>
                  <a:spcPct val="0"/>
                </a:spcBef>
                <a:spcAft>
                  <a:spcPct val="0"/>
                </a:spcAft>
                <a:defRPr kern="1200">
                  <a:solidFill>
                    <a:schemeClr val="tx1"/>
                  </a:solidFill>
                  <a:latin typeface="Arial"/>
                  <a:ea typeface="ＭＳ Ｐゴシック" charset="0"/>
                  <a:cs typeface="ＭＳ Ｐゴシック" charset="0"/>
                </a:defRPr>
              </a:lvl1pPr>
              <a:lvl2pPr marL="609559" algn="l" defTabSz="609559" rtl="0" fontAlgn="base">
                <a:spcBef>
                  <a:spcPct val="0"/>
                </a:spcBef>
                <a:spcAft>
                  <a:spcPct val="0"/>
                </a:spcAft>
                <a:defRPr kern="1200">
                  <a:solidFill>
                    <a:schemeClr val="tx1"/>
                  </a:solidFill>
                  <a:latin typeface="Arial"/>
                  <a:ea typeface="ＭＳ Ｐゴシック" charset="0"/>
                  <a:cs typeface="ＭＳ Ｐゴシック" charset="0"/>
                </a:defRPr>
              </a:lvl2pPr>
              <a:lvl3pPr marL="1219119" algn="l" defTabSz="609559" rtl="0" fontAlgn="base">
                <a:spcBef>
                  <a:spcPct val="0"/>
                </a:spcBef>
                <a:spcAft>
                  <a:spcPct val="0"/>
                </a:spcAft>
                <a:defRPr kern="1200">
                  <a:solidFill>
                    <a:schemeClr val="tx1"/>
                  </a:solidFill>
                  <a:latin typeface="Arial"/>
                  <a:ea typeface="ＭＳ Ｐゴシック" charset="0"/>
                  <a:cs typeface="ＭＳ Ｐゴシック" charset="0"/>
                </a:defRPr>
              </a:lvl3pPr>
              <a:lvl4pPr marL="1828678" algn="l" defTabSz="609559" rtl="0" fontAlgn="base">
                <a:spcBef>
                  <a:spcPct val="0"/>
                </a:spcBef>
                <a:spcAft>
                  <a:spcPct val="0"/>
                </a:spcAft>
                <a:defRPr kern="1200">
                  <a:solidFill>
                    <a:schemeClr val="tx1"/>
                  </a:solidFill>
                  <a:latin typeface="Arial"/>
                  <a:ea typeface="ＭＳ Ｐゴシック" charset="0"/>
                  <a:cs typeface="ＭＳ Ｐゴシック" charset="0"/>
                </a:defRPr>
              </a:lvl4pPr>
              <a:lvl5pPr marL="2438238" algn="l" defTabSz="609559" rtl="0" fontAlgn="base">
                <a:spcBef>
                  <a:spcPct val="0"/>
                </a:spcBef>
                <a:spcAft>
                  <a:spcPct val="0"/>
                </a:spcAft>
                <a:defRPr kern="1200">
                  <a:solidFill>
                    <a:schemeClr val="tx1"/>
                  </a:solidFill>
                  <a:latin typeface="Arial"/>
                  <a:ea typeface="ＭＳ Ｐゴシック" charset="0"/>
                  <a:cs typeface="ＭＳ Ｐゴシック" charset="0"/>
                </a:defRPr>
              </a:lvl5pPr>
              <a:lvl6pPr marL="3047797" algn="l" defTabSz="609559" rtl="0" eaLnBrk="1" latinLnBrk="0" hangingPunct="1">
                <a:defRPr kern="1200">
                  <a:solidFill>
                    <a:schemeClr val="tx1"/>
                  </a:solidFill>
                  <a:latin typeface="Arial"/>
                  <a:ea typeface="ＭＳ Ｐゴシック" charset="0"/>
                  <a:cs typeface="ＭＳ Ｐゴシック" charset="0"/>
                </a:defRPr>
              </a:lvl6pPr>
              <a:lvl7pPr marL="3657357" algn="l" defTabSz="609559" rtl="0" eaLnBrk="1" latinLnBrk="0" hangingPunct="1">
                <a:defRPr kern="1200">
                  <a:solidFill>
                    <a:schemeClr val="tx1"/>
                  </a:solidFill>
                  <a:latin typeface="Arial"/>
                  <a:ea typeface="ＭＳ Ｐゴシック" charset="0"/>
                  <a:cs typeface="ＭＳ Ｐゴシック" charset="0"/>
                </a:defRPr>
              </a:lvl7pPr>
              <a:lvl8pPr marL="4266915" algn="l" defTabSz="609559" rtl="0" eaLnBrk="1" latinLnBrk="0" hangingPunct="1">
                <a:defRPr kern="1200">
                  <a:solidFill>
                    <a:schemeClr val="tx1"/>
                  </a:solidFill>
                  <a:latin typeface="Arial"/>
                  <a:ea typeface="ＭＳ Ｐゴシック" charset="0"/>
                  <a:cs typeface="ＭＳ Ｐゴシック" charset="0"/>
                </a:defRPr>
              </a:lvl8pPr>
              <a:lvl9pPr marL="4876475" algn="l" defTabSz="609559" rtl="0" eaLnBrk="1" latinLnBrk="0" hangingPunct="1">
                <a:defRPr kern="1200">
                  <a:solidFill>
                    <a:schemeClr val="tx1"/>
                  </a:solidFill>
                  <a:latin typeface="Arial"/>
                  <a:ea typeface="ＭＳ Ｐゴシック" charset="0"/>
                  <a:cs typeface="ＭＳ Ｐゴシック" charset="0"/>
                </a:defRPr>
              </a:lvl9pPr>
            </a:lstStyle>
            <a:p>
              <a:pPr marL="0" marR="0" lvl="0" indent="0" algn="ctr" defTabSz="609559" fontAlgn="base">
                <a:lnSpc>
                  <a:spcPct val="100000"/>
                </a:lnSpc>
                <a:spcBef>
                  <a:spcPct val="0"/>
                </a:spcBef>
                <a:spcAft>
                  <a:spcPct val="0"/>
                </a:spcAft>
                <a:buSzTx/>
                <a:buNone/>
              </a:pPr>
              <a:r>
                <a:rPr kumimoji="0" lang="en-IN" sz="1800" b="1" i="0" u="none" strike="noStrike" kern="1200" cap="none" spc="0" normalizeH="0" baseline="0" noProof="0" dirty="0">
                  <a:solidFill>
                    <a:srgbClr val="07182D"/>
                  </a:solidFill>
                  <a:uLnTx/>
                  <a:uFillTx/>
                  <a:latin typeface="CiscoSansTT" panose="020B0503020201020303" pitchFamily="34" charset="0"/>
                  <a:ea typeface="ＭＳ Ｐゴシック" charset="0"/>
                  <a:cs typeface="CiscoSansTT" panose="020B0503020201020303" pitchFamily="34" charset="0"/>
                  <a:sym typeface="Wingdings"/>
                </a:rPr>
                <a:t>Drive To ID</a:t>
              </a:r>
            </a:p>
          </p:txBody>
        </p:sp>
        <p:grpSp>
          <p:nvGrpSpPr>
            <p:cNvPr id="23" name="Group 22">
              <a:extLst>
                <a:ext uri="{FF2B5EF4-FFF2-40B4-BE49-F238E27FC236}">
                  <a16:creationId xmlns:a16="http://schemas.microsoft.com/office/drawing/2014/main" id="{F5FFC877-AD7E-41A8-426F-93B2A87F9ECF}"/>
                </a:ext>
              </a:extLst>
            </p:cNvPr>
            <p:cNvGrpSpPr/>
            <p:nvPr/>
          </p:nvGrpSpPr>
          <p:grpSpPr>
            <a:xfrm>
              <a:off x="6077256" y="1301754"/>
              <a:ext cx="786332" cy="786331"/>
              <a:chOff x="4981422" y="1366087"/>
              <a:chExt cx="786332" cy="786331"/>
            </a:xfrm>
          </p:grpSpPr>
          <p:sp>
            <p:nvSpPr>
              <p:cNvPr id="10" name="Shape2_20250523_195849">
                <a:extLst>
                  <a:ext uri="{FF2B5EF4-FFF2-40B4-BE49-F238E27FC236}">
                    <a16:creationId xmlns:a16="http://schemas.microsoft.com/office/drawing/2014/main" id="{C7C037AF-2E26-463F-6B96-AB83A1C3A42C}"/>
                  </a:ext>
                </a:extLst>
              </p:cNvPr>
              <p:cNvSpPr txBox="1">
                <a:spLocks noChangeAspect="1"/>
              </p:cNvSpPr>
              <p:nvPr>
                <p:custDataLst>
                  <p:tags r:id="rId9"/>
                </p:custDataLst>
              </p:nvPr>
            </p:nvSpPr>
            <p:spPr>
              <a:xfrm>
                <a:off x="4981422" y="1366087"/>
                <a:ext cx="786332" cy="786331"/>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en-US"/>
                </a:defPPr>
                <a:lvl1pPr algn="ctr">
                  <a:defRPr>
                    <a:solidFill>
                      <a:schemeClr val="bg1"/>
                    </a:solidFill>
                  </a:defRPr>
                </a:lvl1pPr>
                <a:lvl2pPr>
                  <a:defRPr>
                    <a:solidFill>
                      <a:srgbClr val="414244"/>
                    </a:solidFill>
                    <a:latin typeface="CiscoSansTT Light"/>
                    <a:ea typeface="ＭＳ Ｐゴシック" charset="0"/>
                    <a:cs typeface="ＭＳ Ｐゴシック" charset="0"/>
                  </a:defRPr>
                </a:lvl2pPr>
                <a:lvl3pPr>
                  <a:defRPr>
                    <a:solidFill>
                      <a:srgbClr val="414244"/>
                    </a:solidFill>
                    <a:latin typeface="CiscoSansTT Light"/>
                    <a:ea typeface="ＭＳ Ｐゴシック" charset="0"/>
                    <a:cs typeface="ＭＳ Ｐゴシック" charset="0"/>
                  </a:defRPr>
                </a:lvl3pPr>
                <a:lvl4pPr>
                  <a:defRPr>
                    <a:solidFill>
                      <a:srgbClr val="414244"/>
                    </a:solidFill>
                    <a:latin typeface="CiscoSansTT Light"/>
                    <a:ea typeface="ＭＳ Ｐゴシック" charset="0"/>
                    <a:cs typeface="ＭＳ Ｐゴシック" charset="0"/>
                  </a:defRPr>
                </a:lvl4pPr>
                <a:lvl5pPr>
                  <a:defRPr>
                    <a:solidFill>
                      <a:srgbClr val="414244"/>
                    </a:solidFill>
                    <a:latin typeface="CiscoSansTT Light"/>
                    <a:ea typeface="ＭＳ Ｐゴシック" charset="0"/>
                    <a:cs typeface="ＭＳ Ｐゴシック" charset="0"/>
                  </a:defRPr>
                </a:lvl5pPr>
                <a:lvl6pPr>
                  <a:defRPr>
                    <a:solidFill>
                      <a:srgbClr val="414244"/>
                    </a:solidFill>
                    <a:latin typeface="CiscoSansTT Light"/>
                    <a:ea typeface="ＭＳ Ｐゴシック" charset="0"/>
                    <a:cs typeface="ＭＳ Ｐゴシック" charset="0"/>
                  </a:defRPr>
                </a:lvl6pPr>
                <a:lvl7pPr>
                  <a:defRPr>
                    <a:solidFill>
                      <a:srgbClr val="414244"/>
                    </a:solidFill>
                    <a:latin typeface="CiscoSansTT Light"/>
                    <a:ea typeface="ＭＳ Ｐゴシック" charset="0"/>
                    <a:cs typeface="ＭＳ Ｐゴシック" charset="0"/>
                  </a:defRPr>
                </a:lvl7pPr>
                <a:lvl8pPr>
                  <a:defRPr>
                    <a:solidFill>
                      <a:srgbClr val="414244"/>
                    </a:solidFill>
                    <a:latin typeface="CiscoSansTT Light"/>
                    <a:ea typeface="ＭＳ Ｐゴシック" charset="0"/>
                    <a:cs typeface="ＭＳ Ｐゴシック" charset="0"/>
                  </a:defRPr>
                </a:lvl8pPr>
                <a:lvl9pPr>
                  <a:defRPr>
                    <a:solidFill>
                      <a:srgbClr val="414244"/>
                    </a:solidFill>
                    <a:latin typeface="CiscoSansTT Light"/>
                    <a:ea typeface="ＭＳ Ｐゴシック" charset="0"/>
                    <a:cs typeface="ＭＳ Ｐゴシック" charset="0"/>
                  </a:defRPr>
                </a:lvl9pPr>
              </a:lstStyle>
              <a:p>
                <a:r>
                  <a:rPr lang="en-IN">
                    <a:sym typeface="Arial"/>
                  </a:rPr>
                  <a:t> </a:t>
                </a:r>
                <a:endParaRPr>
                  <a:sym typeface="Arial"/>
                </a:endParaRPr>
              </a:p>
            </p:txBody>
          </p:sp>
          <p:pic>
            <p:nvPicPr>
              <p:cNvPr id="13" name="dark2" descr="Steering Wheel with solid fill">
                <a:extLst>
                  <a:ext uri="{FF2B5EF4-FFF2-40B4-BE49-F238E27FC236}">
                    <a16:creationId xmlns:a16="http://schemas.microsoft.com/office/drawing/2014/main" id="{DCB98C5D-DEEC-BF2F-833D-48640A23F757}"/>
                  </a:ext>
                </a:extLst>
              </p:cNvPr>
              <p:cNvPicPr>
                <a:picLocks noChangeAspect="1"/>
              </p:cNvPicPr>
              <p:nvPr>
                <p:custDataLst>
                  <p:tags r:id="rId10"/>
                </p:custDataLst>
              </p:nvPr>
            </p:nvPicPr>
            <p:blipFill>
              <a:blip>
                <a:extLst>
                  <a:ext uri="{96DAC541-7B7A-43D3-8B79-37D633B846F1}">
                    <asvg:svgBlip xmlns:asvg="http://schemas.microsoft.com/office/drawing/2016/SVG/main" r:embed="rId19"/>
                  </a:ext>
                </a:extLst>
              </a:blip>
              <a:srcRect/>
              <a:stretch/>
            </p:blipFill>
            <p:spPr>
              <a:xfrm>
                <a:off x="5102911" y="1487575"/>
                <a:ext cx="543355" cy="543355"/>
              </a:xfrm>
              <a:prstGeom prst="rect">
                <a:avLst/>
              </a:prstGeom>
            </p:spPr>
          </p:pic>
        </p:grpSp>
        <p:sp>
          <p:nvSpPr>
            <p:cNvPr id="12" name="TextBox 11">
              <a:extLst>
                <a:ext uri="{FF2B5EF4-FFF2-40B4-BE49-F238E27FC236}">
                  <a16:creationId xmlns:a16="http://schemas.microsoft.com/office/drawing/2014/main" id="{79591D38-232F-C703-F1F7-248E81F24772}"/>
                </a:ext>
              </a:extLst>
            </p:cNvPr>
            <p:cNvSpPr txBox="1"/>
            <p:nvPr>
              <p:custDataLst>
                <p:tags r:id="rId7"/>
              </p:custDataLst>
            </p:nvPr>
          </p:nvSpPr>
          <p:spPr>
            <a:xfrm>
              <a:off x="4998238" y="2164436"/>
              <a:ext cx="2944368" cy="970317"/>
            </a:xfrm>
            <a:prstGeom prst="rect">
              <a:avLst/>
            </a:prstGeom>
            <a:noFill/>
          </p:spPr>
          <p:txBody>
            <a:bodyPr vert="horz" wrap="square" lIns="18288" tIns="18288" rIns="18288" bIns="18288" rtlCol="0" anchor="t">
              <a:noAutofit/>
            </a:bodyPr>
            <a:lstStyle>
              <a:defPPr>
                <a:defRPr lang="en-US"/>
              </a:defPPr>
              <a:lvl1pPr lvl="0" algn="ctr" defTabSz="609559" fontAlgn="base">
                <a:spcBef>
                  <a:spcPct val="0"/>
                </a:spcBef>
                <a:spcAft>
                  <a:spcPct val="0"/>
                </a:spcAft>
                <a:defRPr sz="1200">
                  <a:solidFill>
                    <a:schemeClr val="bg1"/>
                  </a:solidFill>
                  <a:ea typeface="ＭＳ Ｐゴシック" charset="0"/>
                  <a:cs typeface="ＭＳ Ｐゴシック" charset="0"/>
                </a:defRPr>
              </a:lvl1pPr>
              <a:lvl2pPr marL="609559" defTabSz="609559" fontAlgn="base">
                <a:spcBef>
                  <a:spcPct val="0"/>
                </a:spcBef>
                <a:spcAft>
                  <a:spcPct val="0"/>
                </a:spcAft>
                <a:defRPr>
                  <a:latin typeface="Arial"/>
                  <a:ea typeface="ＭＳ Ｐゴシック" charset="0"/>
                  <a:cs typeface="ＭＳ Ｐゴシック" charset="0"/>
                </a:defRPr>
              </a:lvl2pPr>
              <a:lvl3pPr marL="1219119" defTabSz="609559" fontAlgn="base">
                <a:spcBef>
                  <a:spcPct val="0"/>
                </a:spcBef>
                <a:spcAft>
                  <a:spcPct val="0"/>
                </a:spcAft>
                <a:defRPr>
                  <a:latin typeface="Arial"/>
                  <a:ea typeface="ＭＳ Ｐゴシック" charset="0"/>
                  <a:cs typeface="ＭＳ Ｐゴシック" charset="0"/>
                </a:defRPr>
              </a:lvl3pPr>
              <a:lvl4pPr marL="1828678" defTabSz="609559" fontAlgn="base">
                <a:spcBef>
                  <a:spcPct val="0"/>
                </a:spcBef>
                <a:spcAft>
                  <a:spcPct val="0"/>
                </a:spcAft>
                <a:defRPr>
                  <a:latin typeface="Arial"/>
                  <a:ea typeface="ＭＳ Ｐゴシック" charset="0"/>
                  <a:cs typeface="ＭＳ Ｐゴシック" charset="0"/>
                </a:defRPr>
              </a:lvl4pPr>
              <a:lvl5pPr marL="2438238" defTabSz="609559" fontAlgn="base">
                <a:spcBef>
                  <a:spcPct val="0"/>
                </a:spcBef>
                <a:spcAft>
                  <a:spcPct val="0"/>
                </a:spcAft>
                <a:defRPr>
                  <a:latin typeface="Arial"/>
                  <a:ea typeface="ＭＳ Ｐゴシック" charset="0"/>
                  <a:cs typeface="ＭＳ Ｐゴシック" charset="0"/>
                </a:defRPr>
              </a:lvl5pPr>
              <a:lvl6pPr marL="3047797" defTabSz="609559">
                <a:defRPr>
                  <a:latin typeface="Arial"/>
                  <a:ea typeface="ＭＳ Ｐゴシック" charset="0"/>
                  <a:cs typeface="ＭＳ Ｐゴシック" charset="0"/>
                </a:defRPr>
              </a:lvl6pPr>
              <a:lvl7pPr marL="3657357" defTabSz="609559">
                <a:defRPr>
                  <a:latin typeface="Arial"/>
                  <a:ea typeface="ＭＳ Ｐゴシック" charset="0"/>
                  <a:cs typeface="ＭＳ Ｐゴシック" charset="0"/>
                </a:defRPr>
              </a:lvl7pPr>
              <a:lvl8pPr marL="4266915" defTabSz="609559">
                <a:defRPr>
                  <a:latin typeface="Arial"/>
                  <a:ea typeface="ＭＳ Ｐゴシック" charset="0"/>
                  <a:cs typeface="ＭＳ Ｐゴシック" charset="0"/>
                </a:defRPr>
              </a:lvl8pPr>
              <a:lvl9pPr marL="4876475" defTabSz="609559">
                <a:defRPr>
                  <a:latin typeface="Arial"/>
                  <a:ea typeface="ＭＳ Ｐゴシック" charset="0"/>
                  <a:cs typeface="ＭＳ Ｐゴシック" charset="0"/>
                </a:defRPr>
              </a:lvl9pPr>
            </a:lstStyle>
            <a:p>
              <a:r>
                <a:rPr lang="en-GB" dirty="0"/>
                <a:t>The </a:t>
              </a:r>
              <a:r>
                <a:rPr lang="en-GB" b="1" dirty="0"/>
                <a:t>Drive To ID </a:t>
              </a:r>
              <a:r>
                <a:rPr lang="en-GB" dirty="0"/>
                <a:t>denotes the specific marketing channel or vehicle being used to direct customers to our digital destinations (such as Cisco.com).</a:t>
              </a:r>
              <a:endParaRPr lang="en-IN" dirty="0">
                <a:sym typeface="Wingdings"/>
              </a:endParaRPr>
            </a:p>
          </p:txBody>
        </p:sp>
        <p:sp>
          <p:nvSpPr>
            <p:cNvPr id="20" name="TextBox 19">
              <a:extLst>
                <a:ext uri="{FF2B5EF4-FFF2-40B4-BE49-F238E27FC236}">
                  <a16:creationId xmlns:a16="http://schemas.microsoft.com/office/drawing/2014/main" id="{468069DE-1119-4C29-EDE9-ECA2D2422C40}"/>
                </a:ext>
              </a:extLst>
            </p:cNvPr>
            <p:cNvSpPr txBox="1"/>
            <p:nvPr>
              <p:custDataLst>
                <p:tags r:id="rId8"/>
              </p:custDataLst>
            </p:nvPr>
          </p:nvSpPr>
          <p:spPr>
            <a:xfrm>
              <a:off x="4998238" y="3274155"/>
              <a:ext cx="2944368" cy="731520"/>
            </a:xfrm>
            <a:prstGeom prst="rect">
              <a:avLst/>
            </a:prstGeom>
            <a:noFill/>
          </p:spPr>
          <p:txBody>
            <a:bodyPr vert="horz" wrap="square" lIns="18288" tIns="18288" rIns="18288" bIns="18288" rtlCol="0" anchor="ctr">
              <a:normAutofit/>
            </a:bodyPr>
            <a:lstStyle>
              <a:defPPr>
                <a:defRPr lang="en-US"/>
              </a:defPPr>
              <a:lvl1pPr lvl="0" algn="ctr" defTabSz="609559" fontAlgn="base">
                <a:spcBef>
                  <a:spcPct val="0"/>
                </a:spcBef>
                <a:spcAft>
                  <a:spcPct val="0"/>
                </a:spcAft>
                <a:defRPr sz="1200">
                  <a:solidFill>
                    <a:schemeClr val="bg1"/>
                  </a:solidFill>
                  <a:ea typeface="ＭＳ Ｐゴシック" charset="0"/>
                  <a:cs typeface="ＭＳ Ｐゴシック" charset="0"/>
                </a:defRPr>
              </a:lvl1pPr>
              <a:lvl2pPr marL="609559" defTabSz="609559" fontAlgn="base">
                <a:spcBef>
                  <a:spcPct val="0"/>
                </a:spcBef>
                <a:spcAft>
                  <a:spcPct val="0"/>
                </a:spcAft>
                <a:defRPr>
                  <a:latin typeface="Arial"/>
                  <a:ea typeface="ＭＳ Ｐゴシック" charset="0"/>
                  <a:cs typeface="ＭＳ Ｐゴシック" charset="0"/>
                </a:defRPr>
              </a:lvl2pPr>
              <a:lvl3pPr marL="1219119" defTabSz="609559" fontAlgn="base">
                <a:spcBef>
                  <a:spcPct val="0"/>
                </a:spcBef>
                <a:spcAft>
                  <a:spcPct val="0"/>
                </a:spcAft>
                <a:defRPr>
                  <a:latin typeface="Arial"/>
                  <a:ea typeface="ＭＳ Ｐゴシック" charset="0"/>
                  <a:cs typeface="ＭＳ Ｐゴシック" charset="0"/>
                </a:defRPr>
              </a:lvl3pPr>
              <a:lvl4pPr marL="1828678" defTabSz="609559" fontAlgn="base">
                <a:spcBef>
                  <a:spcPct val="0"/>
                </a:spcBef>
                <a:spcAft>
                  <a:spcPct val="0"/>
                </a:spcAft>
                <a:defRPr>
                  <a:latin typeface="Arial"/>
                  <a:ea typeface="ＭＳ Ｐゴシック" charset="0"/>
                  <a:cs typeface="ＭＳ Ｐゴシック" charset="0"/>
                </a:defRPr>
              </a:lvl4pPr>
              <a:lvl5pPr marL="2438238" defTabSz="609559" fontAlgn="base">
                <a:spcBef>
                  <a:spcPct val="0"/>
                </a:spcBef>
                <a:spcAft>
                  <a:spcPct val="0"/>
                </a:spcAft>
                <a:defRPr>
                  <a:latin typeface="Arial"/>
                  <a:ea typeface="ＭＳ Ｐゴシック" charset="0"/>
                  <a:cs typeface="ＭＳ Ｐゴシック" charset="0"/>
                </a:defRPr>
              </a:lvl5pPr>
              <a:lvl6pPr marL="3047797" defTabSz="609559">
                <a:defRPr>
                  <a:latin typeface="Arial"/>
                  <a:ea typeface="ＭＳ Ｐゴシック" charset="0"/>
                  <a:cs typeface="ＭＳ Ｐゴシック" charset="0"/>
                </a:defRPr>
              </a:lvl6pPr>
              <a:lvl7pPr marL="3657357" defTabSz="609559">
                <a:defRPr>
                  <a:latin typeface="Arial"/>
                  <a:ea typeface="ＭＳ Ｐゴシック" charset="0"/>
                  <a:cs typeface="ＭＳ Ｐゴシック" charset="0"/>
                </a:defRPr>
              </a:lvl7pPr>
              <a:lvl8pPr marL="4266915" defTabSz="609559">
                <a:defRPr>
                  <a:latin typeface="Arial"/>
                  <a:ea typeface="ＭＳ Ｐゴシック" charset="0"/>
                  <a:cs typeface="ＭＳ Ｐゴシック" charset="0"/>
                </a:defRPr>
              </a:lvl8pPr>
              <a:lvl9pPr marL="4876475" defTabSz="609559">
                <a:defRPr>
                  <a:latin typeface="Arial"/>
                  <a:ea typeface="ＭＳ Ｐゴシック" charset="0"/>
                  <a:cs typeface="ＭＳ Ｐゴシック" charset="0"/>
                </a:defRPr>
              </a:lvl9pPr>
            </a:lstStyle>
            <a:p>
              <a:r>
                <a:rPr lang="en-GB" sz="1000" dirty="0"/>
                <a:t>Tracks the path a user took to get to our site, such as Paid Search or social media platforms.</a:t>
              </a:r>
              <a:endParaRPr lang="en-IN" sz="1000" dirty="0">
                <a:sym typeface="Wingdings"/>
              </a:endParaRPr>
            </a:p>
          </p:txBody>
        </p:sp>
        <p:sp>
          <p:nvSpPr>
            <p:cNvPr id="41" name="Rectangle 4">
              <a:extLst>
                <a:ext uri="{FF2B5EF4-FFF2-40B4-BE49-F238E27FC236}">
                  <a16:creationId xmlns:a16="http://schemas.microsoft.com/office/drawing/2014/main" id="{BCD46CAD-5981-7EBD-8F3A-DE06CE9684E3}"/>
                </a:ext>
              </a:extLst>
            </p:cNvPr>
            <p:cNvSpPr>
              <a:spLocks noChangeArrowheads="1"/>
            </p:cNvSpPr>
            <p:nvPr/>
          </p:nvSpPr>
          <p:spPr bwMode="auto">
            <a:xfrm>
              <a:off x="4998238" y="4298966"/>
              <a:ext cx="2944368" cy="11695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altLang="en-US" sz="1000" b="1" dirty="0">
                  <a:solidFill>
                    <a:schemeClr val="bg1"/>
                  </a:solidFill>
                </a:rPr>
                <a:t>One-to-Many Relationship: </a:t>
              </a:r>
              <a:r>
                <a:rPr lang="en-US" altLang="en-US" sz="1000" dirty="0">
                  <a:solidFill>
                    <a:schemeClr val="bg1"/>
                  </a:solidFill>
                </a:rPr>
                <a:t>A single Activity ID can be communicated through one or multiple Drive To IDs (e.g., one campaign running across both Facebook and LinkedIn).</a:t>
              </a:r>
            </a:p>
            <a:p>
              <a:pPr eaLnBrk="0" fontAlgn="base" hangingPunct="0">
                <a:spcBef>
                  <a:spcPct val="0"/>
                </a:spcBef>
                <a:spcAft>
                  <a:spcPct val="0"/>
                </a:spcAft>
                <a:tabLst>
                  <a:tab pos="2003425" algn="l"/>
                </a:tabLst>
              </a:pPr>
              <a:r>
                <a:rPr lang="en-US" altLang="en-US" sz="1000" b="1" dirty="0">
                  <a:solidFill>
                    <a:schemeClr val="bg1"/>
                  </a:solidFill>
                </a:rPr>
                <a:t>Exceptions: </a:t>
              </a:r>
              <a:r>
                <a:rPr lang="en-US" altLang="en-US" sz="1000" dirty="0">
                  <a:solidFill>
                    <a:schemeClr val="bg1"/>
                  </a:solidFill>
                </a:rPr>
                <a:t>Not all marketing vehicles will require a Drive To ID (e.g., offline or non-digital channels like direct audio).</a:t>
              </a:r>
            </a:p>
          </p:txBody>
        </p:sp>
        <p:sp>
          <p:nvSpPr>
            <p:cNvPr id="45" name="TextBox 44">
              <a:extLst>
                <a:ext uri="{FF2B5EF4-FFF2-40B4-BE49-F238E27FC236}">
                  <a16:creationId xmlns:a16="http://schemas.microsoft.com/office/drawing/2014/main" id="{AF59B741-ABCB-7758-E079-D67521D19BD3}"/>
                </a:ext>
              </a:extLst>
            </p:cNvPr>
            <p:cNvSpPr txBox="1"/>
            <p:nvPr/>
          </p:nvSpPr>
          <p:spPr>
            <a:xfrm>
              <a:off x="4998238" y="5761809"/>
              <a:ext cx="294436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defPPr>
                <a:defRPr lang="en-US"/>
              </a:defPPr>
              <a:lvl1pPr eaLnBrk="0" fontAlgn="base" hangingPunct="0">
                <a:spcBef>
                  <a:spcPct val="0"/>
                </a:spcBef>
                <a:spcAft>
                  <a:spcPct val="0"/>
                </a:spcAft>
                <a:defRPr sz="800" b="1">
                  <a:solidFill>
                    <a:schemeClr val="accent2"/>
                  </a:solidFill>
                </a:defRPr>
              </a:lvl1pPr>
            </a:lstStyle>
            <a:p>
              <a:r>
                <a:rPr lang="en-GB" sz="1000" dirty="0"/>
                <a:t>oemels001119</a:t>
              </a:r>
            </a:p>
            <a:p>
              <a:r>
                <a:rPr lang="en-GB" dirty="0"/>
                <a:t>Owned - Email - Eloqua Campaign Emails</a:t>
              </a:r>
            </a:p>
          </p:txBody>
        </p:sp>
      </p:grpSp>
      <p:grpSp>
        <p:nvGrpSpPr>
          <p:cNvPr id="53" name="Group 52">
            <a:extLst>
              <a:ext uri="{FF2B5EF4-FFF2-40B4-BE49-F238E27FC236}">
                <a16:creationId xmlns:a16="http://schemas.microsoft.com/office/drawing/2014/main" id="{40A30337-318C-09FE-6919-43FDD6D64C9A}"/>
              </a:ext>
            </a:extLst>
          </p:cNvPr>
          <p:cNvGrpSpPr/>
          <p:nvPr/>
        </p:nvGrpSpPr>
        <p:grpSpPr>
          <a:xfrm>
            <a:off x="8416824" y="859000"/>
            <a:ext cx="2944368" cy="5379863"/>
            <a:chOff x="8416824" y="859000"/>
            <a:chExt cx="2944368" cy="5379863"/>
          </a:xfrm>
        </p:grpSpPr>
        <p:sp>
          <p:nvSpPr>
            <p:cNvPr id="16" name="TextBox 15">
              <a:extLst>
                <a:ext uri="{FF2B5EF4-FFF2-40B4-BE49-F238E27FC236}">
                  <a16:creationId xmlns:a16="http://schemas.microsoft.com/office/drawing/2014/main" id="{8A7A35A0-03EE-19E9-7969-2207779240B9}"/>
                </a:ext>
              </a:extLst>
            </p:cNvPr>
            <p:cNvSpPr txBox="1"/>
            <p:nvPr>
              <p:custDataLst>
                <p:tags r:id="rId1"/>
              </p:custDataLst>
            </p:nvPr>
          </p:nvSpPr>
          <p:spPr>
            <a:xfrm>
              <a:off x="8619084" y="859000"/>
              <a:ext cx="2539848" cy="494379"/>
            </a:xfrm>
            <a:prstGeom prst="rect">
              <a:avLst/>
            </a:prstGeom>
            <a:noFill/>
          </p:spPr>
          <p:txBody>
            <a:bodyPr vert="horz" wrap="square" lIns="18288" tIns="18288" rIns="18288" bIns="18288" rtlCol="0" anchor="ctr">
              <a:normAutofit/>
            </a:bodyPr>
            <a:lstStyle>
              <a:defPPr>
                <a:defRPr lang="en-US"/>
              </a:defPPr>
              <a:lvl1pPr algn="l" defTabSz="609559" rtl="0" fontAlgn="base">
                <a:spcBef>
                  <a:spcPct val="0"/>
                </a:spcBef>
                <a:spcAft>
                  <a:spcPct val="0"/>
                </a:spcAft>
                <a:defRPr kern="1200">
                  <a:solidFill>
                    <a:schemeClr val="tx1"/>
                  </a:solidFill>
                  <a:latin typeface="Arial"/>
                  <a:ea typeface="ＭＳ Ｐゴシック" charset="0"/>
                  <a:cs typeface="ＭＳ Ｐゴシック" charset="0"/>
                </a:defRPr>
              </a:lvl1pPr>
              <a:lvl2pPr marL="609559" algn="l" defTabSz="609559" rtl="0" fontAlgn="base">
                <a:spcBef>
                  <a:spcPct val="0"/>
                </a:spcBef>
                <a:spcAft>
                  <a:spcPct val="0"/>
                </a:spcAft>
                <a:defRPr kern="1200">
                  <a:solidFill>
                    <a:schemeClr val="tx1"/>
                  </a:solidFill>
                  <a:latin typeface="Arial"/>
                  <a:ea typeface="ＭＳ Ｐゴシック" charset="0"/>
                  <a:cs typeface="ＭＳ Ｐゴシック" charset="0"/>
                </a:defRPr>
              </a:lvl2pPr>
              <a:lvl3pPr marL="1219119" algn="l" defTabSz="609559" rtl="0" fontAlgn="base">
                <a:spcBef>
                  <a:spcPct val="0"/>
                </a:spcBef>
                <a:spcAft>
                  <a:spcPct val="0"/>
                </a:spcAft>
                <a:defRPr kern="1200">
                  <a:solidFill>
                    <a:schemeClr val="tx1"/>
                  </a:solidFill>
                  <a:latin typeface="Arial"/>
                  <a:ea typeface="ＭＳ Ｐゴシック" charset="0"/>
                  <a:cs typeface="ＭＳ Ｐゴシック" charset="0"/>
                </a:defRPr>
              </a:lvl3pPr>
              <a:lvl4pPr marL="1828678" algn="l" defTabSz="609559" rtl="0" fontAlgn="base">
                <a:spcBef>
                  <a:spcPct val="0"/>
                </a:spcBef>
                <a:spcAft>
                  <a:spcPct val="0"/>
                </a:spcAft>
                <a:defRPr kern="1200">
                  <a:solidFill>
                    <a:schemeClr val="tx1"/>
                  </a:solidFill>
                  <a:latin typeface="Arial"/>
                  <a:ea typeface="ＭＳ Ｐゴシック" charset="0"/>
                  <a:cs typeface="ＭＳ Ｐゴシック" charset="0"/>
                </a:defRPr>
              </a:lvl4pPr>
              <a:lvl5pPr marL="2438238" algn="l" defTabSz="609559" rtl="0" fontAlgn="base">
                <a:spcBef>
                  <a:spcPct val="0"/>
                </a:spcBef>
                <a:spcAft>
                  <a:spcPct val="0"/>
                </a:spcAft>
                <a:defRPr kern="1200">
                  <a:solidFill>
                    <a:schemeClr val="tx1"/>
                  </a:solidFill>
                  <a:latin typeface="Arial"/>
                  <a:ea typeface="ＭＳ Ｐゴシック" charset="0"/>
                  <a:cs typeface="ＭＳ Ｐゴシック" charset="0"/>
                </a:defRPr>
              </a:lvl5pPr>
              <a:lvl6pPr marL="3047797" algn="l" defTabSz="609559" rtl="0" eaLnBrk="1" latinLnBrk="0" hangingPunct="1">
                <a:defRPr kern="1200">
                  <a:solidFill>
                    <a:schemeClr val="tx1"/>
                  </a:solidFill>
                  <a:latin typeface="Arial"/>
                  <a:ea typeface="ＭＳ Ｐゴシック" charset="0"/>
                  <a:cs typeface="ＭＳ Ｐゴシック" charset="0"/>
                </a:defRPr>
              </a:lvl6pPr>
              <a:lvl7pPr marL="3657357" algn="l" defTabSz="609559" rtl="0" eaLnBrk="1" latinLnBrk="0" hangingPunct="1">
                <a:defRPr kern="1200">
                  <a:solidFill>
                    <a:schemeClr val="tx1"/>
                  </a:solidFill>
                  <a:latin typeface="Arial"/>
                  <a:ea typeface="ＭＳ Ｐゴシック" charset="0"/>
                  <a:cs typeface="ＭＳ Ｐゴシック" charset="0"/>
                </a:defRPr>
              </a:lvl7pPr>
              <a:lvl8pPr marL="4266915" algn="l" defTabSz="609559" rtl="0" eaLnBrk="1" latinLnBrk="0" hangingPunct="1">
                <a:defRPr kern="1200">
                  <a:solidFill>
                    <a:schemeClr val="tx1"/>
                  </a:solidFill>
                  <a:latin typeface="Arial"/>
                  <a:ea typeface="ＭＳ Ｐゴシック" charset="0"/>
                  <a:cs typeface="ＭＳ Ｐゴシック" charset="0"/>
                </a:defRPr>
              </a:lvl8pPr>
              <a:lvl9pPr marL="4876475" algn="l" defTabSz="609559" rtl="0" eaLnBrk="1" latinLnBrk="0" hangingPunct="1">
                <a:defRPr kern="1200">
                  <a:solidFill>
                    <a:schemeClr val="tx1"/>
                  </a:solidFill>
                  <a:latin typeface="Arial"/>
                  <a:ea typeface="ＭＳ Ｐゴシック" charset="0"/>
                  <a:cs typeface="ＭＳ Ｐゴシック" charset="0"/>
                </a:defRPr>
              </a:lvl9pPr>
            </a:lstStyle>
            <a:p>
              <a:pPr marL="0" marR="0" lvl="0" indent="0" algn="ctr" defTabSz="609559" fontAlgn="base">
                <a:lnSpc>
                  <a:spcPct val="100000"/>
                </a:lnSpc>
                <a:spcBef>
                  <a:spcPct val="0"/>
                </a:spcBef>
                <a:spcAft>
                  <a:spcPct val="0"/>
                </a:spcAft>
                <a:buSzTx/>
                <a:buNone/>
              </a:pPr>
              <a:r>
                <a:rPr lang="en-IN" b="1" dirty="0">
                  <a:solidFill>
                    <a:srgbClr val="07182D"/>
                  </a:solidFill>
                  <a:latin typeface="CiscoSansTT" panose="020B0503020201020303" pitchFamily="34" charset="0"/>
                  <a:cs typeface="CiscoSansTT" panose="020B0503020201020303" pitchFamily="34" charset="0"/>
                  <a:sym typeface="Wingdings"/>
                </a:rPr>
                <a:t>Offer ID</a:t>
              </a:r>
              <a:endParaRPr kumimoji="0" lang="en-IN" sz="1800" b="1" i="0" u="none" strike="noStrike" kern="1200" cap="none" spc="0" normalizeH="0" baseline="0" noProof="0" dirty="0">
                <a:solidFill>
                  <a:srgbClr val="07182D"/>
                </a:solidFill>
                <a:uLnTx/>
                <a:uFillTx/>
                <a:latin typeface="CiscoSansTT" panose="020B0503020201020303" pitchFamily="34" charset="0"/>
                <a:ea typeface="ＭＳ Ｐゴシック" charset="0"/>
                <a:cs typeface="CiscoSansTT" panose="020B0503020201020303" pitchFamily="34" charset="0"/>
                <a:sym typeface="Wingdings"/>
              </a:endParaRPr>
            </a:p>
          </p:txBody>
        </p:sp>
        <p:sp>
          <p:nvSpPr>
            <p:cNvPr id="17" name="TextBox 16">
              <a:extLst>
                <a:ext uri="{FF2B5EF4-FFF2-40B4-BE49-F238E27FC236}">
                  <a16:creationId xmlns:a16="http://schemas.microsoft.com/office/drawing/2014/main" id="{83E8E3F1-7B33-A2CD-F83D-27BF4E0D7CCB}"/>
                </a:ext>
              </a:extLst>
            </p:cNvPr>
            <p:cNvSpPr txBox="1"/>
            <p:nvPr>
              <p:custDataLst>
                <p:tags r:id="rId2"/>
              </p:custDataLst>
            </p:nvPr>
          </p:nvSpPr>
          <p:spPr>
            <a:xfrm>
              <a:off x="8416824" y="2164436"/>
              <a:ext cx="2944368" cy="970317"/>
            </a:xfrm>
            <a:prstGeom prst="rect">
              <a:avLst/>
            </a:prstGeom>
            <a:noFill/>
          </p:spPr>
          <p:txBody>
            <a:bodyPr vert="horz" wrap="square" lIns="18288" tIns="18288" rIns="18288" bIns="18288" rtlCol="0" anchor="t">
              <a:normAutofit/>
            </a:bodyPr>
            <a:lstStyle>
              <a:defPPr>
                <a:defRPr lang="en-US"/>
              </a:defPPr>
              <a:lvl1pPr lvl="0" algn="ctr" defTabSz="609559" fontAlgn="base">
                <a:spcBef>
                  <a:spcPct val="0"/>
                </a:spcBef>
                <a:spcAft>
                  <a:spcPct val="0"/>
                </a:spcAft>
                <a:defRPr sz="1200">
                  <a:solidFill>
                    <a:schemeClr val="bg1"/>
                  </a:solidFill>
                  <a:ea typeface="ＭＳ Ｐゴシック" charset="0"/>
                  <a:cs typeface="ＭＳ Ｐゴシック" charset="0"/>
                </a:defRPr>
              </a:lvl1pPr>
              <a:lvl2pPr marL="609559" defTabSz="609559" fontAlgn="base">
                <a:spcBef>
                  <a:spcPct val="0"/>
                </a:spcBef>
                <a:spcAft>
                  <a:spcPct val="0"/>
                </a:spcAft>
                <a:defRPr>
                  <a:latin typeface="Arial"/>
                  <a:ea typeface="ＭＳ Ｐゴシック" charset="0"/>
                  <a:cs typeface="ＭＳ Ｐゴシック" charset="0"/>
                </a:defRPr>
              </a:lvl2pPr>
              <a:lvl3pPr marL="1219119" defTabSz="609559" fontAlgn="base">
                <a:spcBef>
                  <a:spcPct val="0"/>
                </a:spcBef>
                <a:spcAft>
                  <a:spcPct val="0"/>
                </a:spcAft>
                <a:defRPr>
                  <a:latin typeface="Arial"/>
                  <a:ea typeface="ＭＳ Ｐゴシック" charset="0"/>
                  <a:cs typeface="ＭＳ Ｐゴシック" charset="0"/>
                </a:defRPr>
              </a:lvl3pPr>
              <a:lvl4pPr marL="1828678" defTabSz="609559" fontAlgn="base">
                <a:spcBef>
                  <a:spcPct val="0"/>
                </a:spcBef>
                <a:spcAft>
                  <a:spcPct val="0"/>
                </a:spcAft>
                <a:defRPr>
                  <a:latin typeface="Arial"/>
                  <a:ea typeface="ＭＳ Ｐゴシック" charset="0"/>
                  <a:cs typeface="ＭＳ Ｐゴシック" charset="0"/>
                </a:defRPr>
              </a:lvl4pPr>
              <a:lvl5pPr marL="2438238" defTabSz="609559" fontAlgn="base">
                <a:spcBef>
                  <a:spcPct val="0"/>
                </a:spcBef>
                <a:spcAft>
                  <a:spcPct val="0"/>
                </a:spcAft>
                <a:defRPr>
                  <a:latin typeface="Arial"/>
                  <a:ea typeface="ＭＳ Ｐゴシック" charset="0"/>
                  <a:cs typeface="ＭＳ Ｐゴシック" charset="0"/>
                </a:defRPr>
              </a:lvl5pPr>
              <a:lvl6pPr marL="3047797" defTabSz="609559">
                <a:defRPr>
                  <a:latin typeface="Arial"/>
                  <a:ea typeface="ＭＳ Ｐゴシック" charset="0"/>
                  <a:cs typeface="ＭＳ Ｐゴシック" charset="0"/>
                </a:defRPr>
              </a:lvl6pPr>
              <a:lvl7pPr marL="3657357" defTabSz="609559">
                <a:defRPr>
                  <a:latin typeface="Arial"/>
                  <a:ea typeface="ＭＳ Ｐゴシック" charset="0"/>
                  <a:cs typeface="ＭＳ Ｐゴシック" charset="0"/>
                </a:defRPr>
              </a:lvl7pPr>
              <a:lvl8pPr marL="4266915" defTabSz="609559">
                <a:defRPr>
                  <a:latin typeface="Arial"/>
                  <a:ea typeface="ＭＳ Ｐゴシック" charset="0"/>
                  <a:cs typeface="ＭＳ Ｐゴシック" charset="0"/>
                </a:defRPr>
              </a:lvl8pPr>
              <a:lvl9pPr marL="4876475" defTabSz="609559">
                <a:defRPr>
                  <a:latin typeface="Arial"/>
                  <a:ea typeface="ＭＳ Ｐゴシック" charset="0"/>
                  <a:cs typeface="ＭＳ Ｐゴシック" charset="0"/>
                </a:defRPr>
              </a:lvl9pPr>
            </a:lstStyle>
            <a:p>
              <a:r>
                <a:rPr lang="en-GB" dirty="0"/>
                <a:t>The </a:t>
              </a:r>
              <a:r>
                <a:rPr lang="en-GB" b="1" dirty="0"/>
                <a:t>Offer ID </a:t>
              </a:r>
              <a:r>
                <a:rPr lang="en-GB" dirty="0"/>
                <a:t>tracks the specific value exchange given to customers to encourage engagement.</a:t>
              </a:r>
              <a:endParaRPr lang="en-IN" dirty="0">
                <a:sym typeface="Wingdings"/>
              </a:endParaRPr>
            </a:p>
          </p:txBody>
        </p:sp>
        <p:grpSp>
          <p:nvGrpSpPr>
            <p:cNvPr id="24" name="Group 23">
              <a:extLst>
                <a:ext uri="{FF2B5EF4-FFF2-40B4-BE49-F238E27FC236}">
                  <a16:creationId xmlns:a16="http://schemas.microsoft.com/office/drawing/2014/main" id="{B757657E-9313-FFC7-7014-E41779436A94}"/>
                </a:ext>
              </a:extLst>
            </p:cNvPr>
            <p:cNvGrpSpPr/>
            <p:nvPr/>
          </p:nvGrpSpPr>
          <p:grpSpPr>
            <a:xfrm>
              <a:off x="9495842" y="1301754"/>
              <a:ext cx="786332" cy="786331"/>
              <a:chOff x="9431957" y="1247111"/>
              <a:chExt cx="786332" cy="786331"/>
            </a:xfrm>
          </p:grpSpPr>
          <p:sp>
            <p:nvSpPr>
              <p:cNvPr id="15" name="Shape3_20250523_195849">
                <a:extLst>
                  <a:ext uri="{FF2B5EF4-FFF2-40B4-BE49-F238E27FC236}">
                    <a16:creationId xmlns:a16="http://schemas.microsoft.com/office/drawing/2014/main" id="{026B841E-F32C-7980-B1D8-D02CF174DD7D}"/>
                  </a:ext>
                </a:extLst>
              </p:cNvPr>
              <p:cNvSpPr txBox="1">
                <a:spLocks noChangeAspect="1"/>
              </p:cNvSpPr>
              <p:nvPr>
                <p:custDataLst>
                  <p:tags r:id="rId4"/>
                </p:custDataLst>
              </p:nvPr>
            </p:nvSpPr>
            <p:spPr>
              <a:xfrm>
                <a:off x="9431957" y="1247111"/>
                <a:ext cx="786332" cy="786331"/>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en-US"/>
                </a:defPPr>
                <a:lvl1pPr algn="ctr">
                  <a:defRPr>
                    <a:solidFill>
                      <a:schemeClr val="bg1"/>
                    </a:solidFill>
                  </a:defRPr>
                </a:lvl1pPr>
                <a:lvl2pPr>
                  <a:defRPr>
                    <a:solidFill>
                      <a:srgbClr val="414244"/>
                    </a:solidFill>
                    <a:latin typeface="CiscoSansTT Light"/>
                    <a:ea typeface="ＭＳ Ｐゴシック" charset="0"/>
                    <a:cs typeface="ＭＳ Ｐゴシック" charset="0"/>
                  </a:defRPr>
                </a:lvl2pPr>
                <a:lvl3pPr>
                  <a:defRPr>
                    <a:solidFill>
                      <a:srgbClr val="414244"/>
                    </a:solidFill>
                    <a:latin typeface="CiscoSansTT Light"/>
                    <a:ea typeface="ＭＳ Ｐゴシック" charset="0"/>
                    <a:cs typeface="ＭＳ Ｐゴシック" charset="0"/>
                  </a:defRPr>
                </a:lvl3pPr>
                <a:lvl4pPr>
                  <a:defRPr>
                    <a:solidFill>
                      <a:srgbClr val="414244"/>
                    </a:solidFill>
                    <a:latin typeface="CiscoSansTT Light"/>
                    <a:ea typeface="ＭＳ Ｐゴシック" charset="0"/>
                    <a:cs typeface="ＭＳ Ｐゴシック" charset="0"/>
                  </a:defRPr>
                </a:lvl4pPr>
                <a:lvl5pPr>
                  <a:defRPr>
                    <a:solidFill>
                      <a:srgbClr val="414244"/>
                    </a:solidFill>
                    <a:latin typeface="CiscoSansTT Light"/>
                    <a:ea typeface="ＭＳ Ｐゴシック" charset="0"/>
                    <a:cs typeface="ＭＳ Ｐゴシック" charset="0"/>
                  </a:defRPr>
                </a:lvl5pPr>
                <a:lvl6pPr>
                  <a:defRPr>
                    <a:solidFill>
                      <a:srgbClr val="414244"/>
                    </a:solidFill>
                    <a:latin typeface="CiscoSansTT Light"/>
                    <a:ea typeface="ＭＳ Ｐゴシック" charset="0"/>
                    <a:cs typeface="ＭＳ Ｐゴシック" charset="0"/>
                  </a:defRPr>
                </a:lvl6pPr>
                <a:lvl7pPr>
                  <a:defRPr>
                    <a:solidFill>
                      <a:srgbClr val="414244"/>
                    </a:solidFill>
                    <a:latin typeface="CiscoSansTT Light"/>
                    <a:ea typeface="ＭＳ Ｐゴシック" charset="0"/>
                    <a:cs typeface="ＭＳ Ｐゴシック" charset="0"/>
                  </a:defRPr>
                </a:lvl7pPr>
                <a:lvl8pPr>
                  <a:defRPr>
                    <a:solidFill>
                      <a:srgbClr val="414244"/>
                    </a:solidFill>
                    <a:latin typeface="CiscoSansTT Light"/>
                    <a:ea typeface="ＭＳ Ｐゴシック" charset="0"/>
                    <a:cs typeface="ＭＳ Ｐゴシック" charset="0"/>
                  </a:defRPr>
                </a:lvl8pPr>
                <a:lvl9pPr>
                  <a:defRPr>
                    <a:solidFill>
                      <a:srgbClr val="414244"/>
                    </a:solidFill>
                    <a:latin typeface="CiscoSansTT Light"/>
                    <a:ea typeface="ＭＳ Ｐゴシック" charset="0"/>
                    <a:cs typeface="ＭＳ Ｐゴシック" charset="0"/>
                  </a:defRPr>
                </a:lvl9pPr>
              </a:lstStyle>
              <a:p>
                <a:r>
                  <a:rPr lang="en-IN" dirty="0">
                    <a:sym typeface="Arial"/>
                  </a:rPr>
                  <a:t> </a:t>
                </a:r>
                <a:endParaRPr dirty="0">
                  <a:sym typeface="Arial"/>
                </a:endParaRPr>
              </a:p>
            </p:txBody>
          </p:sp>
          <p:pic>
            <p:nvPicPr>
              <p:cNvPr id="18" name="dark3" descr="Shield Tick with solid fill">
                <a:extLst>
                  <a:ext uri="{FF2B5EF4-FFF2-40B4-BE49-F238E27FC236}">
                    <a16:creationId xmlns:a16="http://schemas.microsoft.com/office/drawing/2014/main" id="{79D934DF-C0CE-3769-75F6-36DC31DB1928}"/>
                  </a:ext>
                </a:extLst>
              </p:cNvPr>
              <p:cNvPicPr>
                <a:picLocks noChangeAspect="1"/>
              </p:cNvPicPr>
              <p:nvPr>
                <p:custDataLst>
                  <p:tags r:id="rId5"/>
                </p:custDataLst>
              </p:nvPr>
            </p:nvPicPr>
            <p:blipFill>
              <a:blip>
                <a:extLst>
                  <a:ext uri="{96DAC541-7B7A-43D3-8B79-37D633B846F1}">
                    <asvg:svgBlip xmlns:asvg="http://schemas.microsoft.com/office/drawing/2016/SVG/main" r:embed="rId20"/>
                  </a:ext>
                </a:extLst>
              </a:blip>
              <a:srcRect/>
              <a:stretch/>
            </p:blipFill>
            <p:spPr>
              <a:xfrm>
                <a:off x="9548425" y="1363578"/>
                <a:ext cx="553396" cy="553396"/>
              </a:xfrm>
              <a:prstGeom prst="rect">
                <a:avLst/>
              </a:prstGeom>
            </p:spPr>
          </p:pic>
        </p:grpSp>
        <p:sp>
          <p:nvSpPr>
            <p:cNvPr id="21" name="TextBox 20">
              <a:extLst>
                <a:ext uri="{FF2B5EF4-FFF2-40B4-BE49-F238E27FC236}">
                  <a16:creationId xmlns:a16="http://schemas.microsoft.com/office/drawing/2014/main" id="{E6B62D36-F7C1-A801-0693-D2BEBE80E7E6}"/>
                </a:ext>
              </a:extLst>
            </p:cNvPr>
            <p:cNvSpPr txBox="1"/>
            <p:nvPr>
              <p:custDataLst>
                <p:tags r:id="rId3"/>
              </p:custDataLst>
            </p:nvPr>
          </p:nvSpPr>
          <p:spPr>
            <a:xfrm>
              <a:off x="8416824" y="3274155"/>
              <a:ext cx="2944368" cy="731520"/>
            </a:xfrm>
            <a:prstGeom prst="rect">
              <a:avLst/>
            </a:prstGeom>
            <a:noFill/>
          </p:spPr>
          <p:txBody>
            <a:bodyPr vert="horz" wrap="square" lIns="18288" tIns="18288" rIns="18288" bIns="18288" rtlCol="0" anchor="ctr">
              <a:normAutofit/>
            </a:bodyPr>
            <a:lstStyle>
              <a:defPPr>
                <a:defRPr lang="en-US"/>
              </a:defPPr>
              <a:lvl1pPr lvl="0" algn="ctr" defTabSz="609559" fontAlgn="base">
                <a:spcBef>
                  <a:spcPct val="0"/>
                </a:spcBef>
                <a:spcAft>
                  <a:spcPct val="0"/>
                </a:spcAft>
                <a:defRPr sz="1200">
                  <a:solidFill>
                    <a:schemeClr val="bg1"/>
                  </a:solidFill>
                  <a:ea typeface="ＭＳ Ｐゴシック" charset="0"/>
                  <a:cs typeface="ＭＳ Ｐゴシック" charset="0"/>
                </a:defRPr>
              </a:lvl1pPr>
              <a:lvl2pPr marL="609559" defTabSz="609559" fontAlgn="base">
                <a:spcBef>
                  <a:spcPct val="0"/>
                </a:spcBef>
                <a:spcAft>
                  <a:spcPct val="0"/>
                </a:spcAft>
                <a:defRPr>
                  <a:latin typeface="Arial"/>
                  <a:ea typeface="ＭＳ Ｐゴシック" charset="0"/>
                  <a:cs typeface="ＭＳ Ｐゴシック" charset="0"/>
                </a:defRPr>
              </a:lvl2pPr>
              <a:lvl3pPr marL="1219119" defTabSz="609559" fontAlgn="base">
                <a:spcBef>
                  <a:spcPct val="0"/>
                </a:spcBef>
                <a:spcAft>
                  <a:spcPct val="0"/>
                </a:spcAft>
                <a:defRPr>
                  <a:latin typeface="Arial"/>
                  <a:ea typeface="ＭＳ Ｐゴシック" charset="0"/>
                  <a:cs typeface="ＭＳ Ｐゴシック" charset="0"/>
                </a:defRPr>
              </a:lvl3pPr>
              <a:lvl4pPr marL="1828678" defTabSz="609559" fontAlgn="base">
                <a:spcBef>
                  <a:spcPct val="0"/>
                </a:spcBef>
                <a:spcAft>
                  <a:spcPct val="0"/>
                </a:spcAft>
                <a:defRPr>
                  <a:latin typeface="Arial"/>
                  <a:ea typeface="ＭＳ Ｐゴシック" charset="0"/>
                  <a:cs typeface="ＭＳ Ｐゴシック" charset="0"/>
                </a:defRPr>
              </a:lvl4pPr>
              <a:lvl5pPr marL="2438238" defTabSz="609559" fontAlgn="base">
                <a:spcBef>
                  <a:spcPct val="0"/>
                </a:spcBef>
                <a:spcAft>
                  <a:spcPct val="0"/>
                </a:spcAft>
                <a:defRPr>
                  <a:latin typeface="Arial"/>
                  <a:ea typeface="ＭＳ Ｐゴシック" charset="0"/>
                  <a:cs typeface="ＭＳ Ｐゴシック" charset="0"/>
                </a:defRPr>
              </a:lvl5pPr>
              <a:lvl6pPr marL="3047797" defTabSz="609559">
                <a:defRPr>
                  <a:latin typeface="Arial"/>
                  <a:ea typeface="ＭＳ Ｐゴシック" charset="0"/>
                  <a:cs typeface="ＭＳ Ｐゴシック" charset="0"/>
                </a:defRPr>
              </a:lvl6pPr>
              <a:lvl7pPr marL="3657357" defTabSz="609559">
                <a:defRPr>
                  <a:latin typeface="Arial"/>
                  <a:ea typeface="ＭＳ Ｐゴシック" charset="0"/>
                  <a:cs typeface="ＭＳ Ｐゴシック" charset="0"/>
                </a:defRPr>
              </a:lvl7pPr>
              <a:lvl8pPr marL="4266915" defTabSz="609559">
                <a:defRPr>
                  <a:latin typeface="Arial"/>
                  <a:ea typeface="ＭＳ Ｐゴシック" charset="0"/>
                  <a:cs typeface="ＭＳ Ｐゴシック" charset="0"/>
                </a:defRPr>
              </a:lvl8pPr>
              <a:lvl9pPr marL="4876475" defTabSz="609559">
                <a:defRPr>
                  <a:latin typeface="Arial"/>
                  <a:ea typeface="ＭＳ Ｐゴシック" charset="0"/>
                  <a:cs typeface="ＭＳ Ｐゴシック" charset="0"/>
                </a:defRPr>
              </a:lvl9pPr>
            </a:lstStyle>
            <a:p>
              <a:r>
                <a:rPr lang="en-GB" sz="1000" dirty="0"/>
                <a:t>Monitors the performance of assets or incentives provided to customers in exchange for a specific action, such as filling out a form.</a:t>
              </a:r>
              <a:endParaRPr lang="en-IN" sz="1000" dirty="0">
                <a:sym typeface="Wingdings"/>
              </a:endParaRPr>
            </a:p>
          </p:txBody>
        </p:sp>
        <p:sp>
          <p:nvSpPr>
            <p:cNvPr id="43" name="Rectangle 5">
              <a:extLst>
                <a:ext uri="{FF2B5EF4-FFF2-40B4-BE49-F238E27FC236}">
                  <a16:creationId xmlns:a16="http://schemas.microsoft.com/office/drawing/2014/main" id="{BCCDF231-28C7-143F-DC6F-CBA2E210C8AB}"/>
                </a:ext>
              </a:extLst>
            </p:cNvPr>
            <p:cNvSpPr>
              <a:spLocks noChangeArrowheads="1"/>
            </p:cNvSpPr>
            <p:nvPr/>
          </p:nvSpPr>
          <p:spPr bwMode="auto">
            <a:xfrm>
              <a:off x="8416824" y="4145077"/>
              <a:ext cx="2944368" cy="14773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altLang="en-US" sz="1000" b="1" dirty="0">
                  <a:solidFill>
                    <a:schemeClr val="bg1"/>
                  </a:solidFill>
                </a:rPr>
                <a:t>One ID Per Asset: </a:t>
              </a:r>
              <a:r>
                <a:rPr lang="en-US" altLang="en-US" sz="1000" dirty="0">
                  <a:solidFill>
                    <a:schemeClr val="bg1"/>
                  </a:solidFill>
                </a:rPr>
                <a:t>Use exactly one unique Offer ID for a specific asset or offer. Do not create multiple Offer IDs based on the different channels or campaigns driving traffic to that offer.</a:t>
              </a:r>
            </a:p>
            <a:p>
              <a:pPr eaLnBrk="0" fontAlgn="base" hangingPunct="0">
                <a:spcBef>
                  <a:spcPct val="0"/>
                </a:spcBef>
                <a:spcAft>
                  <a:spcPct val="0"/>
                </a:spcAft>
              </a:pPr>
              <a:r>
                <a:rPr lang="en-US" altLang="en-US" sz="1000" b="1" dirty="0">
                  <a:solidFill>
                    <a:schemeClr val="bg1"/>
                  </a:solidFill>
                </a:rPr>
                <a:t>Sales Enablement (Naming): </a:t>
              </a:r>
              <a:r>
                <a:rPr lang="en-US" altLang="en-US" sz="1000" dirty="0">
                  <a:solidFill>
                    <a:schemeClr val="bg1"/>
                  </a:solidFill>
                </a:rPr>
                <a:t>The offer name serves as a direct signal to sellers; the name must contain enough context for them to use it as a conversation starter.</a:t>
              </a:r>
            </a:p>
          </p:txBody>
        </p:sp>
        <p:sp>
          <p:nvSpPr>
            <p:cNvPr id="46" name="TextBox 45">
              <a:extLst>
                <a:ext uri="{FF2B5EF4-FFF2-40B4-BE49-F238E27FC236}">
                  <a16:creationId xmlns:a16="http://schemas.microsoft.com/office/drawing/2014/main" id="{F9427C46-E35F-3A3D-9B70-9C8A3D9C9006}"/>
                </a:ext>
              </a:extLst>
            </p:cNvPr>
            <p:cNvSpPr txBox="1"/>
            <p:nvPr/>
          </p:nvSpPr>
          <p:spPr>
            <a:xfrm>
              <a:off x="8416824" y="5838753"/>
              <a:ext cx="29443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defPPr>
                <a:defRPr lang="en-US"/>
              </a:defPPr>
              <a:lvl1pPr eaLnBrk="0" fontAlgn="base" hangingPunct="0">
                <a:spcBef>
                  <a:spcPct val="0"/>
                </a:spcBef>
                <a:spcAft>
                  <a:spcPct val="0"/>
                </a:spcAft>
                <a:defRPr sz="1000" b="1">
                  <a:solidFill>
                    <a:schemeClr val="accent2"/>
                  </a:solidFill>
                </a:defRPr>
              </a:lvl1pPr>
            </a:lstStyle>
            <a:p>
              <a:r>
                <a:rPr lang="en-GB" dirty="0"/>
                <a:t>trlsc027054</a:t>
              </a:r>
            </a:p>
            <a:p>
              <a:r>
                <a:rPr lang="en-US" b="0" dirty="0"/>
                <a:t>Cisco Secure Firewall Free Trial Security</a:t>
              </a:r>
              <a:endParaRPr lang="en-GB" b="0" dirty="0"/>
            </a:p>
          </p:txBody>
        </p:sp>
      </p:grpSp>
    </p:spTree>
    <p:extLst>
      <p:ext uri="{BB962C8B-B14F-4D97-AF65-F5344CB8AC3E}">
        <p14:creationId xmlns:p14="http://schemas.microsoft.com/office/powerpoint/2010/main" val="38517517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D16141-C933-6C26-D534-C30A91B0004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F3AC6B-87FB-D4C9-E45C-18E3680A0BE8}"/>
              </a:ext>
            </a:extLst>
          </p:cNvPr>
          <p:cNvSpPr>
            <a:spLocks noGrp="1"/>
          </p:cNvSpPr>
          <p:nvPr>
            <p:ph type="title"/>
          </p:nvPr>
        </p:nvSpPr>
        <p:spPr/>
        <p:txBody>
          <a:bodyPr/>
          <a:lstStyle/>
          <a:p>
            <a:r>
              <a:rPr lang="en-US" dirty="0"/>
              <a:t>Module2: Activity IDs</a:t>
            </a:r>
            <a:endParaRPr lang="en-GB" dirty="0"/>
          </a:p>
        </p:txBody>
      </p:sp>
    </p:spTree>
    <p:extLst>
      <p:ext uri="{BB962C8B-B14F-4D97-AF65-F5344CB8AC3E}">
        <p14:creationId xmlns:p14="http://schemas.microsoft.com/office/powerpoint/2010/main" val="36590637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C8BD1C-97DE-907E-D6C1-802F29DF13F5}"/>
              </a:ext>
            </a:extLst>
          </p:cNvPr>
          <p:cNvSpPr>
            <a:spLocks noGrp="1"/>
          </p:cNvSpPr>
          <p:nvPr>
            <p:ph type="title"/>
          </p:nvPr>
        </p:nvSpPr>
        <p:spPr/>
        <p:txBody>
          <a:bodyPr/>
          <a:lstStyle/>
          <a:p>
            <a:r>
              <a:rPr lang="en-US" dirty="0"/>
              <a:t>Operational Impact of an Activity ID</a:t>
            </a:r>
            <a:endParaRPr lang="en-GB" dirty="0"/>
          </a:p>
        </p:txBody>
      </p:sp>
      <p:sp>
        <p:nvSpPr>
          <p:cNvPr id="38" name="TextBox 37">
            <a:extLst>
              <a:ext uri="{FF2B5EF4-FFF2-40B4-BE49-F238E27FC236}">
                <a16:creationId xmlns:a16="http://schemas.microsoft.com/office/drawing/2014/main" id="{3A2AB497-5B1C-2015-8186-2F34E8210B93}"/>
              </a:ext>
            </a:extLst>
          </p:cNvPr>
          <p:cNvSpPr txBox="1"/>
          <p:nvPr/>
        </p:nvSpPr>
        <p:spPr>
          <a:xfrm>
            <a:off x="410136" y="1905369"/>
            <a:ext cx="3543300" cy="3526888"/>
          </a:xfrm>
          <a:prstGeom prst="rect">
            <a:avLst/>
          </a:prstGeom>
          <a:noFill/>
        </p:spPr>
        <p:txBody>
          <a:bodyPr wrap="square" lIns="0" tIns="0" rIns="0" bIns="0" rtlCol="0" anchor="ctr">
            <a:noAutofit/>
          </a:bodyPr>
          <a:lstStyle/>
          <a:p>
            <a:pPr algn="ctr"/>
            <a:r>
              <a:rPr lang="en-GB" b="1" cap="all" dirty="0">
                <a:solidFill>
                  <a:schemeClr val="bg1"/>
                </a:solidFill>
              </a:rPr>
              <a:t>The Engine of Data Integrity</a:t>
            </a:r>
          </a:p>
          <a:p>
            <a:pPr algn="ctr"/>
            <a:endParaRPr lang="en-GB" b="1" cap="all" dirty="0">
              <a:solidFill>
                <a:schemeClr val="bg1"/>
              </a:solidFill>
            </a:endParaRPr>
          </a:p>
          <a:p>
            <a:pPr algn="ctr"/>
            <a:r>
              <a:rPr lang="en-GB" dirty="0">
                <a:solidFill>
                  <a:schemeClr val="bg1"/>
                </a:solidFill>
              </a:rPr>
              <a:t>Activity IDs are not just tracking parameters—they are critical systemic requirements that directly drive downstream sales context, automated lead routing, and pipeline reporting accuracy.</a:t>
            </a:r>
          </a:p>
        </p:txBody>
      </p:sp>
      <p:grpSp>
        <p:nvGrpSpPr>
          <p:cNvPr id="64" name="Group 63">
            <a:extLst>
              <a:ext uri="{FF2B5EF4-FFF2-40B4-BE49-F238E27FC236}">
                <a16:creationId xmlns:a16="http://schemas.microsoft.com/office/drawing/2014/main" id="{225B8164-ED9F-C6B9-2877-08F35C10A775}"/>
              </a:ext>
            </a:extLst>
          </p:cNvPr>
          <p:cNvGrpSpPr/>
          <p:nvPr/>
        </p:nvGrpSpPr>
        <p:grpSpPr>
          <a:xfrm>
            <a:off x="4504970" y="4062169"/>
            <a:ext cx="7183660" cy="786331"/>
            <a:chOff x="4504970" y="4404399"/>
            <a:chExt cx="7183660" cy="786331"/>
          </a:xfrm>
        </p:grpSpPr>
        <p:sp>
          <p:nvSpPr>
            <p:cNvPr id="21" name="Rectangle: Rounded Corners 20">
              <a:extLst>
                <a:ext uri="{FF2B5EF4-FFF2-40B4-BE49-F238E27FC236}">
                  <a16:creationId xmlns:a16="http://schemas.microsoft.com/office/drawing/2014/main" id="{8D2F8AF4-09E0-E060-365A-0AC9EA9DA233}"/>
                </a:ext>
              </a:extLst>
            </p:cNvPr>
            <p:cNvSpPr/>
            <p:nvPr/>
          </p:nvSpPr>
          <p:spPr>
            <a:xfrm>
              <a:off x="6385110" y="4404399"/>
              <a:ext cx="5303520" cy="786331"/>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22" name="Arrow: Pentagon 21">
              <a:extLst>
                <a:ext uri="{FF2B5EF4-FFF2-40B4-BE49-F238E27FC236}">
                  <a16:creationId xmlns:a16="http://schemas.microsoft.com/office/drawing/2014/main" id="{6221FEE2-453D-E16D-8616-55575415736D}"/>
                </a:ext>
              </a:extLst>
            </p:cNvPr>
            <p:cNvSpPr/>
            <p:nvPr/>
          </p:nvSpPr>
          <p:spPr>
            <a:xfrm>
              <a:off x="5012572" y="4404399"/>
              <a:ext cx="2334002" cy="786331"/>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31" name="TextBox 30">
              <a:extLst>
                <a:ext uri="{FF2B5EF4-FFF2-40B4-BE49-F238E27FC236}">
                  <a16:creationId xmlns:a16="http://schemas.microsoft.com/office/drawing/2014/main" id="{055C4042-92C8-7C8F-BB52-11E64B95346C}"/>
                </a:ext>
              </a:extLst>
            </p:cNvPr>
            <p:cNvSpPr txBox="1"/>
            <p:nvPr/>
          </p:nvSpPr>
          <p:spPr>
            <a:xfrm>
              <a:off x="5559244" y="4546180"/>
              <a:ext cx="1737360" cy="502769"/>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Marketing Journeys</a:t>
              </a:r>
              <a:endParaRPr lang="en-GB" sz="1600" kern="1200" dirty="0" err="1">
                <a:solidFill>
                  <a:schemeClr val="bg1"/>
                </a:solidFill>
                <a:latin typeface="+mn-lt"/>
                <a:ea typeface="ＭＳ Ｐゴシック" charset="0"/>
              </a:endParaRPr>
            </a:p>
          </p:txBody>
        </p:sp>
        <p:grpSp>
          <p:nvGrpSpPr>
            <p:cNvPr id="54" name="Group 53">
              <a:extLst>
                <a:ext uri="{FF2B5EF4-FFF2-40B4-BE49-F238E27FC236}">
                  <a16:creationId xmlns:a16="http://schemas.microsoft.com/office/drawing/2014/main" id="{C9E45C74-2106-9DFD-C4D7-E97C6C0D9B83}"/>
                </a:ext>
              </a:extLst>
            </p:cNvPr>
            <p:cNvGrpSpPr/>
            <p:nvPr/>
          </p:nvGrpSpPr>
          <p:grpSpPr>
            <a:xfrm>
              <a:off x="4504970" y="4404399"/>
              <a:ext cx="786332" cy="786331"/>
              <a:chOff x="4122653" y="4386771"/>
              <a:chExt cx="786332" cy="786331"/>
            </a:xfrm>
          </p:grpSpPr>
          <p:sp>
            <p:nvSpPr>
              <p:cNvPr id="23" name="Shape1_20250523_195849">
                <a:extLst>
                  <a:ext uri="{FF2B5EF4-FFF2-40B4-BE49-F238E27FC236}">
                    <a16:creationId xmlns:a16="http://schemas.microsoft.com/office/drawing/2014/main" id="{31B1CF74-B14F-DE66-6ECB-1EB96A7FF165}"/>
                  </a:ext>
                </a:extLst>
              </p:cNvPr>
              <p:cNvSpPr txBox="1">
                <a:spLocks noChangeAspect="1"/>
              </p:cNvSpPr>
              <p:nvPr>
                <p:custDataLst>
                  <p:tags r:id="rId5"/>
                </p:custDataLst>
              </p:nvPr>
            </p:nvSpPr>
            <p:spPr>
              <a:xfrm>
                <a:off x="4122653" y="4386771"/>
                <a:ext cx="786332" cy="786331"/>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en-US"/>
                </a:defPPr>
                <a:lvl1pPr algn="ctr">
                  <a:defRPr>
                    <a:solidFill>
                      <a:schemeClr val="bg1"/>
                    </a:solidFill>
                  </a:defRPr>
                </a:lvl1pPr>
                <a:lvl2pPr>
                  <a:defRPr>
                    <a:solidFill>
                      <a:srgbClr val="414244"/>
                    </a:solidFill>
                    <a:latin typeface="CiscoSansTT Light"/>
                    <a:ea typeface="ＭＳ Ｐゴシック" charset="0"/>
                    <a:cs typeface="ＭＳ Ｐゴシック" charset="0"/>
                  </a:defRPr>
                </a:lvl2pPr>
                <a:lvl3pPr>
                  <a:defRPr>
                    <a:solidFill>
                      <a:srgbClr val="414244"/>
                    </a:solidFill>
                    <a:latin typeface="CiscoSansTT Light"/>
                    <a:ea typeface="ＭＳ Ｐゴシック" charset="0"/>
                    <a:cs typeface="ＭＳ Ｐゴシック" charset="0"/>
                  </a:defRPr>
                </a:lvl3pPr>
                <a:lvl4pPr>
                  <a:defRPr>
                    <a:solidFill>
                      <a:srgbClr val="414244"/>
                    </a:solidFill>
                    <a:latin typeface="CiscoSansTT Light"/>
                    <a:ea typeface="ＭＳ Ｐゴシック" charset="0"/>
                    <a:cs typeface="ＭＳ Ｐゴシック" charset="0"/>
                  </a:defRPr>
                </a:lvl4pPr>
                <a:lvl5pPr>
                  <a:defRPr>
                    <a:solidFill>
                      <a:srgbClr val="414244"/>
                    </a:solidFill>
                    <a:latin typeface="CiscoSansTT Light"/>
                    <a:ea typeface="ＭＳ Ｐゴシック" charset="0"/>
                    <a:cs typeface="ＭＳ Ｐゴシック" charset="0"/>
                  </a:defRPr>
                </a:lvl5pPr>
                <a:lvl6pPr>
                  <a:defRPr>
                    <a:solidFill>
                      <a:srgbClr val="414244"/>
                    </a:solidFill>
                    <a:latin typeface="CiscoSansTT Light"/>
                    <a:ea typeface="ＭＳ Ｐゴシック" charset="0"/>
                    <a:cs typeface="ＭＳ Ｐゴシック" charset="0"/>
                  </a:defRPr>
                </a:lvl6pPr>
                <a:lvl7pPr>
                  <a:defRPr>
                    <a:solidFill>
                      <a:srgbClr val="414244"/>
                    </a:solidFill>
                    <a:latin typeface="CiscoSansTT Light"/>
                    <a:ea typeface="ＭＳ Ｐゴシック" charset="0"/>
                    <a:cs typeface="ＭＳ Ｐゴシック" charset="0"/>
                  </a:defRPr>
                </a:lvl7pPr>
                <a:lvl8pPr>
                  <a:defRPr>
                    <a:solidFill>
                      <a:srgbClr val="414244"/>
                    </a:solidFill>
                    <a:latin typeface="CiscoSansTT Light"/>
                    <a:ea typeface="ＭＳ Ｐゴシック" charset="0"/>
                    <a:cs typeface="ＭＳ Ｐゴシック" charset="0"/>
                  </a:defRPr>
                </a:lvl8pPr>
                <a:lvl9pPr>
                  <a:defRPr>
                    <a:solidFill>
                      <a:srgbClr val="414244"/>
                    </a:solidFill>
                    <a:latin typeface="CiscoSansTT Light"/>
                    <a:ea typeface="ＭＳ Ｐゴシック" charset="0"/>
                    <a:cs typeface="ＭＳ Ｐゴシック" charset="0"/>
                  </a:defRPr>
                </a:lvl9pPr>
              </a:lstStyle>
              <a:p>
                <a:endParaRPr dirty="0">
                  <a:sym typeface="Arial"/>
                </a:endParaRPr>
              </a:p>
            </p:txBody>
          </p:sp>
          <p:pic>
            <p:nvPicPr>
              <p:cNvPr id="42" name="Graphic 41" descr="Playbook with solid fill">
                <a:extLst>
                  <a:ext uri="{FF2B5EF4-FFF2-40B4-BE49-F238E27FC236}">
                    <a16:creationId xmlns:a16="http://schemas.microsoft.com/office/drawing/2014/main" id="{174BA133-34C6-D7F9-563F-2FDCC53E732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241499" y="4505616"/>
                <a:ext cx="548640" cy="548640"/>
              </a:xfrm>
              <a:prstGeom prst="rect">
                <a:avLst/>
              </a:prstGeom>
            </p:spPr>
          </p:pic>
        </p:grpSp>
      </p:grpSp>
      <p:grpSp>
        <p:nvGrpSpPr>
          <p:cNvPr id="61" name="Group 60">
            <a:extLst>
              <a:ext uri="{FF2B5EF4-FFF2-40B4-BE49-F238E27FC236}">
                <a16:creationId xmlns:a16="http://schemas.microsoft.com/office/drawing/2014/main" id="{EFDDC7A7-33E5-1D91-8C49-2EC25921B155}"/>
              </a:ext>
            </a:extLst>
          </p:cNvPr>
          <p:cNvGrpSpPr/>
          <p:nvPr/>
        </p:nvGrpSpPr>
        <p:grpSpPr>
          <a:xfrm>
            <a:off x="4504970" y="1082293"/>
            <a:ext cx="7183660" cy="786331"/>
            <a:chOff x="4504970" y="1438647"/>
            <a:chExt cx="7183660" cy="786331"/>
          </a:xfrm>
        </p:grpSpPr>
        <p:sp>
          <p:nvSpPr>
            <p:cNvPr id="9" name="Rectangle: Rounded Corners 8">
              <a:extLst>
                <a:ext uri="{FF2B5EF4-FFF2-40B4-BE49-F238E27FC236}">
                  <a16:creationId xmlns:a16="http://schemas.microsoft.com/office/drawing/2014/main" id="{CE4E09D7-DC2E-8B6E-20A1-781BAD89EA21}"/>
                </a:ext>
              </a:extLst>
            </p:cNvPr>
            <p:cNvSpPr/>
            <p:nvPr/>
          </p:nvSpPr>
          <p:spPr>
            <a:xfrm>
              <a:off x="6385110" y="1438647"/>
              <a:ext cx="5303520" cy="786331"/>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8" name="Arrow: Pentagon 7">
              <a:extLst>
                <a:ext uri="{FF2B5EF4-FFF2-40B4-BE49-F238E27FC236}">
                  <a16:creationId xmlns:a16="http://schemas.microsoft.com/office/drawing/2014/main" id="{C78489B2-3EF2-0137-5B58-985F69CED2C0}"/>
                </a:ext>
              </a:extLst>
            </p:cNvPr>
            <p:cNvSpPr/>
            <p:nvPr/>
          </p:nvSpPr>
          <p:spPr>
            <a:xfrm>
              <a:off x="5012572" y="1438647"/>
              <a:ext cx="2334002" cy="786331"/>
            </a:xfrm>
            <a:prstGeom prst="homePlate">
              <a:avLst/>
            </a:prstGeom>
            <a:solidFill>
              <a:schemeClr val="tx2">
                <a:lumMod val="20000"/>
                <a:lumOff val="80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tx1">
                    <a:lumMod val="95000"/>
                  </a:schemeClr>
                </a:solidFill>
              </a:endParaRPr>
            </a:p>
          </p:txBody>
        </p:sp>
        <p:sp>
          <p:nvSpPr>
            <p:cNvPr id="28" name="TextBox 27">
              <a:extLst>
                <a:ext uri="{FF2B5EF4-FFF2-40B4-BE49-F238E27FC236}">
                  <a16:creationId xmlns:a16="http://schemas.microsoft.com/office/drawing/2014/main" id="{8EB3E9CC-28B6-2B3B-C94D-7781670721DE}"/>
                </a:ext>
              </a:extLst>
            </p:cNvPr>
            <p:cNvSpPr txBox="1"/>
            <p:nvPr/>
          </p:nvSpPr>
          <p:spPr>
            <a:xfrm>
              <a:off x="5559244" y="1683775"/>
              <a:ext cx="1737360" cy="296074"/>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Lead Scoring</a:t>
              </a:r>
              <a:endParaRPr lang="en-GB" sz="1600" kern="1200" dirty="0" err="1">
                <a:solidFill>
                  <a:schemeClr val="bg1"/>
                </a:solidFill>
                <a:latin typeface="+mn-lt"/>
                <a:ea typeface="ＭＳ Ｐゴシック" charset="0"/>
              </a:endParaRPr>
            </a:p>
          </p:txBody>
        </p:sp>
        <p:grpSp>
          <p:nvGrpSpPr>
            <p:cNvPr id="51" name="Group 50">
              <a:extLst>
                <a:ext uri="{FF2B5EF4-FFF2-40B4-BE49-F238E27FC236}">
                  <a16:creationId xmlns:a16="http://schemas.microsoft.com/office/drawing/2014/main" id="{031AB112-F987-B385-ED96-BA965F5F3FA2}"/>
                </a:ext>
              </a:extLst>
            </p:cNvPr>
            <p:cNvGrpSpPr/>
            <p:nvPr/>
          </p:nvGrpSpPr>
          <p:grpSpPr>
            <a:xfrm>
              <a:off x="4504970" y="1438647"/>
              <a:ext cx="786332" cy="786331"/>
              <a:chOff x="4123829" y="1434346"/>
              <a:chExt cx="786332" cy="786331"/>
            </a:xfrm>
          </p:grpSpPr>
          <p:sp>
            <p:nvSpPr>
              <p:cNvPr id="3" name="Shape1_20250523_195849">
                <a:extLst>
                  <a:ext uri="{FF2B5EF4-FFF2-40B4-BE49-F238E27FC236}">
                    <a16:creationId xmlns:a16="http://schemas.microsoft.com/office/drawing/2014/main" id="{1D4AAE0B-AB84-B22C-2B09-41985947BA3B}"/>
                  </a:ext>
                </a:extLst>
              </p:cNvPr>
              <p:cNvSpPr txBox="1">
                <a:spLocks noChangeAspect="1"/>
              </p:cNvSpPr>
              <p:nvPr>
                <p:custDataLst>
                  <p:tags r:id="rId4"/>
                </p:custDataLst>
              </p:nvPr>
            </p:nvSpPr>
            <p:spPr>
              <a:xfrm>
                <a:off x="4123829" y="1434346"/>
                <a:ext cx="786332" cy="786331"/>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en-US"/>
                </a:defPPr>
                <a:lvl1pPr algn="ctr">
                  <a:defRPr>
                    <a:solidFill>
                      <a:schemeClr val="bg1"/>
                    </a:solidFill>
                  </a:defRPr>
                </a:lvl1pPr>
                <a:lvl2pPr>
                  <a:defRPr>
                    <a:solidFill>
                      <a:srgbClr val="414244"/>
                    </a:solidFill>
                    <a:latin typeface="CiscoSansTT Light"/>
                    <a:ea typeface="ＭＳ Ｐゴシック" charset="0"/>
                    <a:cs typeface="ＭＳ Ｐゴシック" charset="0"/>
                  </a:defRPr>
                </a:lvl2pPr>
                <a:lvl3pPr>
                  <a:defRPr>
                    <a:solidFill>
                      <a:srgbClr val="414244"/>
                    </a:solidFill>
                    <a:latin typeface="CiscoSansTT Light"/>
                    <a:ea typeface="ＭＳ Ｐゴシック" charset="0"/>
                    <a:cs typeface="ＭＳ Ｐゴシック" charset="0"/>
                  </a:defRPr>
                </a:lvl3pPr>
                <a:lvl4pPr>
                  <a:defRPr>
                    <a:solidFill>
                      <a:srgbClr val="414244"/>
                    </a:solidFill>
                    <a:latin typeface="CiscoSansTT Light"/>
                    <a:ea typeface="ＭＳ Ｐゴシック" charset="0"/>
                    <a:cs typeface="ＭＳ Ｐゴシック" charset="0"/>
                  </a:defRPr>
                </a:lvl4pPr>
                <a:lvl5pPr>
                  <a:defRPr>
                    <a:solidFill>
                      <a:srgbClr val="414244"/>
                    </a:solidFill>
                    <a:latin typeface="CiscoSansTT Light"/>
                    <a:ea typeface="ＭＳ Ｐゴシック" charset="0"/>
                    <a:cs typeface="ＭＳ Ｐゴシック" charset="0"/>
                  </a:defRPr>
                </a:lvl5pPr>
                <a:lvl6pPr>
                  <a:defRPr>
                    <a:solidFill>
                      <a:srgbClr val="414244"/>
                    </a:solidFill>
                    <a:latin typeface="CiscoSansTT Light"/>
                    <a:ea typeface="ＭＳ Ｐゴシック" charset="0"/>
                    <a:cs typeface="ＭＳ Ｐゴシック" charset="0"/>
                  </a:defRPr>
                </a:lvl6pPr>
                <a:lvl7pPr>
                  <a:defRPr>
                    <a:solidFill>
                      <a:srgbClr val="414244"/>
                    </a:solidFill>
                    <a:latin typeface="CiscoSansTT Light"/>
                    <a:ea typeface="ＭＳ Ｐゴシック" charset="0"/>
                    <a:cs typeface="ＭＳ Ｐゴシック" charset="0"/>
                  </a:defRPr>
                </a:lvl7pPr>
                <a:lvl8pPr>
                  <a:defRPr>
                    <a:solidFill>
                      <a:srgbClr val="414244"/>
                    </a:solidFill>
                    <a:latin typeface="CiscoSansTT Light"/>
                    <a:ea typeface="ＭＳ Ｐゴシック" charset="0"/>
                    <a:cs typeface="ＭＳ Ｐゴシック" charset="0"/>
                  </a:defRPr>
                </a:lvl8pPr>
                <a:lvl9pPr>
                  <a:defRPr>
                    <a:solidFill>
                      <a:srgbClr val="414244"/>
                    </a:solidFill>
                    <a:latin typeface="CiscoSansTT Light"/>
                    <a:ea typeface="ＭＳ Ｐゴシック" charset="0"/>
                    <a:cs typeface="ＭＳ Ｐゴシック" charset="0"/>
                  </a:defRPr>
                </a:lvl9pPr>
              </a:lstStyle>
              <a:p>
                <a:endParaRPr dirty="0">
                  <a:sym typeface="Arial"/>
                </a:endParaRPr>
              </a:p>
            </p:txBody>
          </p:sp>
          <p:pic>
            <p:nvPicPr>
              <p:cNvPr id="50" name="Graphic 49" descr="Tally with solid fill">
                <a:extLst>
                  <a:ext uri="{FF2B5EF4-FFF2-40B4-BE49-F238E27FC236}">
                    <a16:creationId xmlns:a16="http://schemas.microsoft.com/office/drawing/2014/main" id="{6AE87D82-DEAE-F9F0-74B1-03EFCA766CA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242675" y="1553191"/>
                <a:ext cx="548640" cy="548640"/>
              </a:xfrm>
              <a:prstGeom prst="rect">
                <a:avLst/>
              </a:prstGeom>
            </p:spPr>
          </p:pic>
        </p:grpSp>
        <p:sp>
          <p:nvSpPr>
            <p:cNvPr id="56" name="TextBox 55">
              <a:extLst>
                <a:ext uri="{FF2B5EF4-FFF2-40B4-BE49-F238E27FC236}">
                  <a16:creationId xmlns:a16="http://schemas.microsoft.com/office/drawing/2014/main" id="{73381CB2-C7CB-0AD0-2004-DDD36711CC73}"/>
                </a:ext>
              </a:extLst>
            </p:cNvPr>
            <p:cNvSpPr txBox="1"/>
            <p:nvPr/>
          </p:nvSpPr>
          <p:spPr>
            <a:xfrm>
              <a:off x="7458632" y="1582552"/>
              <a:ext cx="4023360" cy="498520"/>
            </a:xfrm>
            <a:prstGeom prst="rect">
              <a:avLst/>
            </a:prstGeom>
            <a:noFill/>
          </p:spPr>
          <p:txBody>
            <a:bodyPr wrap="square" lIns="0" tIns="0" rIns="0" bIns="0" rtlCol="0">
              <a:noAutofit/>
            </a:bodyPr>
            <a:lstStyle/>
            <a:p>
              <a:pPr marL="182880" indent="-182880" defTabSz="912276" fontAlgn="base">
                <a:spcAft>
                  <a:spcPts val="1000"/>
                </a:spcAft>
                <a:buClr>
                  <a:schemeClr val="bg1"/>
                </a:buClr>
                <a:buSzPct val="100000"/>
                <a:buFont typeface="Arial" panose="020B0604020202020204" pitchFamily="34" charset="0"/>
                <a:buChar char="•"/>
              </a:pPr>
              <a:r>
                <a:rPr lang="en-GB" sz="1200" dirty="0">
                  <a:solidFill>
                    <a:schemeClr val="bg1"/>
                  </a:solidFill>
                </a:rPr>
                <a:t>Bypasses the scoring model entirely if transactions lack a CCID, blocking vital last-touch details from sellers.</a:t>
              </a:r>
              <a:endParaRPr lang="en-GB" sz="1200" kern="1200" dirty="0">
                <a:solidFill>
                  <a:schemeClr val="bg1"/>
                </a:solidFill>
                <a:latin typeface="+mn-lt"/>
                <a:ea typeface="ＭＳ Ｐゴシック" charset="0"/>
              </a:endParaRPr>
            </a:p>
          </p:txBody>
        </p:sp>
      </p:grpSp>
      <p:grpSp>
        <p:nvGrpSpPr>
          <p:cNvPr id="62" name="Group 61">
            <a:extLst>
              <a:ext uri="{FF2B5EF4-FFF2-40B4-BE49-F238E27FC236}">
                <a16:creationId xmlns:a16="http://schemas.microsoft.com/office/drawing/2014/main" id="{0EFDFFB3-0FD7-9F92-29B6-5E282E69263F}"/>
              </a:ext>
            </a:extLst>
          </p:cNvPr>
          <p:cNvGrpSpPr/>
          <p:nvPr/>
        </p:nvGrpSpPr>
        <p:grpSpPr>
          <a:xfrm>
            <a:off x="4504970" y="2075585"/>
            <a:ext cx="7183660" cy="786331"/>
            <a:chOff x="4504970" y="2404478"/>
            <a:chExt cx="7183660" cy="786331"/>
          </a:xfrm>
        </p:grpSpPr>
        <p:sp>
          <p:nvSpPr>
            <p:cNvPr id="13" name="Rectangle: Rounded Corners 12">
              <a:extLst>
                <a:ext uri="{FF2B5EF4-FFF2-40B4-BE49-F238E27FC236}">
                  <a16:creationId xmlns:a16="http://schemas.microsoft.com/office/drawing/2014/main" id="{533C1131-C5FE-F5DA-87A8-80440DB9C507}"/>
                </a:ext>
              </a:extLst>
            </p:cNvPr>
            <p:cNvSpPr/>
            <p:nvPr/>
          </p:nvSpPr>
          <p:spPr>
            <a:xfrm>
              <a:off x="6385110" y="2404478"/>
              <a:ext cx="5303520" cy="786331"/>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4" name="Arrow: Pentagon 13">
              <a:extLst>
                <a:ext uri="{FF2B5EF4-FFF2-40B4-BE49-F238E27FC236}">
                  <a16:creationId xmlns:a16="http://schemas.microsoft.com/office/drawing/2014/main" id="{AD0D076A-E3FD-B975-6489-AA2DE5BC1F00}"/>
                </a:ext>
              </a:extLst>
            </p:cNvPr>
            <p:cNvSpPr/>
            <p:nvPr/>
          </p:nvSpPr>
          <p:spPr>
            <a:xfrm>
              <a:off x="5012572" y="2404478"/>
              <a:ext cx="2334002" cy="786331"/>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29" name="TextBox 28">
              <a:extLst>
                <a:ext uri="{FF2B5EF4-FFF2-40B4-BE49-F238E27FC236}">
                  <a16:creationId xmlns:a16="http://schemas.microsoft.com/office/drawing/2014/main" id="{F4776E3F-97C8-8B58-B8E5-6727FE95938A}"/>
                </a:ext>
              </a:extLst>
            </p:cNvPr>
            <p:cNvSpPr txBox="1"/>
            <p:nvPr/>
          </p:nvSpPr>
          <p:spPr>
            <a:xfrm>
              <a:off x="5559244" y="2649606"/>
              <a:ext cx="1737360" cy="296074"/>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Lead Generation</a:t>
              </a:r>
              <a:endParaRPr lang="en-GB" sz="1600" kern="1200" dirty="0" err="1">
                <a:solidFill>
                  <a:schemeClr val="bg1"/>
                </a:solidFill>
                <a:latin typeface="+mn-lt"/>
                <a:ea typeface="ＭＳ Ｐゴシック" charset="0"/>
              </a:endParaRPr>
            </a:p>
          </p:txBody>
        </p:sp>
        <p:grpSp>
          <p:nvGrpSpPr>
            <p:cNvPr id="52" name="Group 51">
              <a:extLst>
                <a:ext uri="{FF2B5EF4-FFF2-40B4-BE49-F238E27FC236}">
                  <a16:creationId xmlns:a16="http://schemas.microsoft.com/office/drawing/2014/main" id="{A2ED9FD6-7EAB-EF1A-246C-5B762AFE7452}"/>
                </a:ext>
              </a:extLst>
            </p:cNvPr>
            <p:cNvGrpSpPr/>
            <p:nvPr/>
          </p:nvGrpSpPr>
          <p:grpSpPr>
            <a:xfrm>
              <a:off x="4504970" y="2404478"/>
              <a:ext cx="786332" cy="786331"/>
              <a:chOff x="4122653" y="2372981"/>
              <a:chExt cx="786332" cy="786331"/>
            </a:xfrm>
          </p:grpSpPr>
          <p:sp>
            <p:nvSpPr>
              <p:cNvPr id="15" name="Shape1_20250523_195849">
                <a:extLst>
                  <a:ext uri="{FF2B5EF4-FFF2-40B4-BE49-F238E27FC236}">
                    <a16:creationId xmlns:a16="http://schemas.microsoft.com/office/drawing/2014/main" id="{8D4C4D6E-0770-4CD4-B007-F199449EA089}"/>
                  </a:ext>
                </a:extLst>
              </p:cNvPr>
              <p:cNvSpPr txBox="1">
                <a:spLocks noChangeAspect="1"/>
              </p:cNvSpPr>
              <p:nvPr>
                <p:custDataLst>
                  <p:tags r:id="rId3"/>
                </p:custDataLst>
              </p:nvPr>
            </p:nvSpPr>
            <p:spPr>
              <a:xfrm>
                <a:off x="4122653" y="2372981"/>
                <a:ext cx="786332" cy="786331"/>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en-US"/>
                </a:defPPr>
                <a:lvl1pPr algn="ctr">
                  <a:defRPr>
                    <a:solidFill>
                      <a:schemeClr val="bg1"/>
                    </a:solidFill>
                  </a:defRPr>
                </a:lvl1pPr>
                <a:lvl2pPr>
                  <a:defRPr>
                    <a:solidFill>
                      <a:srgbClr val="414244"/>
                    </a:solidFill>
                    <a:latin typeface="CiscoSansTT Light"/>
                    <a:ea typeface="ＭＳ Ｐゴシック" charset="0"/>
                    <a:cs typeface="ＭＳ Ｐゴシック" charset="0"/>
                  </a:defRPr>
                </a:lvl2pPr>
                <a:lvl3pPr>
                  <a:defRPr>
                    <a:solidFill>
                      <a:srgbClr val="414244"/>
                    </a:solidFill>
                    <a:latin typeface="CiscoSansTT Light"/>
                    <a:ea typeface="ＭＳ Ｐゴシック" charset="0"/>
                    <a:cs typeface="ＭＳ Ｐゴシック" charset="0"/>
                  </a:defRPr>
                </a:lvl3pPr>
                <a:lvl4pPr>
                  <a:defRPr>
                    <a:solidFill>
                      <a:srgbClr val="414244"/>
                    </a:solidFill>
                    <a:latin typeface="CiscoSansTT Light"/>
                    <a:ea typeface="ＭＳ Ｐゴシック" charset="0"/>
                    <a:cs typeface="ＭＳ Ｐゴシック" charset="0"/>
                  </a:defRPr>
                </a:lvl4pPr>
                <a:lvl5pPr>
                  <a:defRPr>
                    <a:solidFill>
                      <a:srgbClr val="414244"/>
                    </a:solidFill>
                    <a:latin typeface="CiscoSansTT Light"/>
                    <a:ea typeface="ＭＳ Ｐゴシック" charset="0"/>
                    <a:cs typeface="ＭＳ Ｐゴシック" charset="0"/>
                  </a:defRPr>
                </a:lvl5pPr>
                <a:lvl6pPr>
                  <a:defRPr>
                    <a:solidFill>
                      <a:srgbClr val="414244"/>
                    </a:solidFill>
                    <a:latin typeface="CiscoSansTT Light"/>
                    <a:ea typeface="ＭＳ Ｐゴシック" charset="0"/>
                    <a:cs typeface="ＭＳ Ｐゴシック" charset="0"/>
                  </a:defRPr>
                </a:lvl6pPr>
                <a:lvl7pPr>
                  <a:defRPr>
                    <a:solidFill>
                      <a:srgbClr val="414244"/>
                    </a:solidFill>
                    <a:latin typeface="CiscoSansTT Light"/>
                    <a:ea typeface="ＭＳ Ｐゴシック" charset="0"/>
                    <a:cs typeface="ＭＳ Ｐゴシック" charset="0"/>
                  </a:defRPr>
                </a:lvl7pPr>
                <a:lvl8pPr>
                  <a:defRPr>
                    <a:solidFill>
                      <a:srgbClr val="414244"/>
                    </a:solidFill>
                    <a:latin typeface="CiscoSansTT Light"/>
                    <a:ea typeface="ＭＳ Ｐゴシック" charset="0"/>
                    <a:cs typeface="ＭＳ Ｐゴシック" charset="0"/>
                  </a:defRPr>
                </a:lvl8pPr>
                <a:lvl9pPr>
                  <a:defRPr>
                    <a:solidFill>
                      <a:srgbClr val="414244"/>
                    </a:solidFill>
                    <a:latin typeface="CiscoSansTT Light"/>
                    <a:ea typeface="ＭＳ Ｐゴシック" charset="0"/>
                    <a:cs typeface="ＭＳ Ｐゴシック" charset="0"/>
                  </a:defRPr>
                </a:lvl9pPr>
              </a:lstStyle>
              <a:p>
                <a:endParaRPr dirty="0">
                  <a:sym typeface="Arial"/>
                </a:endParaRPr>
              </a:p>
            </p:txBody>
          </p:sp>
          <p:pic>
            <p:nvPicPr>
              <p:cNvPr id="46" name="Graphic 45" descr="Programmer female with solid fill">
                <a:extLst>
                  <a:ext uri="{FF2B5EF4-FFF2-40B4-BE49-F238E27FC236}">
                    <a16:creationId xmlns:a16="http://schemas.microsoft.com/office/drawing/2014/main" id="{D8FFAB8D-1699-010C-E1AC-66B0D8F20370}"/>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4241499" y="2491826"/>
                <a:ext cx="548640" cy="548640"/>
              </a:xfrm>
              <a:prstGeom prst="rect">
                <a:avLst/>
              </a:prstGeom>
              <a:effectLst/>
            </p:spPr>
          </p:pic>
        </p:grpSp>
        <p:sp>
          <p:nvSpPr>
            <p:cNvPr id="57" name="TextBox 56">
              <a:extLst>
                <a:ext uri="{FF2B5EF4-FFF2-40B4-BE49-F238E27FC236}">
                  <a16:creationId xmlns:a16="http://schemas.microsoft.com/office/drawing/2014/main" id="{A681CF0C-3B08-93EA-710B-D999E0C83410}"/>
                </a:ext>
              </a:extLst>
            </p:cNvPr>
            <p:cNvSpPr txBox="1"/>
            <p:nvPr/>
          </p:nvSpPr>
          <p:spPr>
            <a:xfrm>
              <a:off x="7458632" y="2600397"/>
              <a:ext cx="4018432" cy="394493"/>
            </a:xfrm>
            <a:prstGeom prst="rect">
              <a:avLst/>
            </a:prstGeom>
            <a:noFill/>
          </p:spPr>
          <p:txBody>
            <a:bodyPr wrap="square" lIns="0" tIns="0" rIns="0" bIns="0" rtlCol="0">
              <a:noAutofit/>
            </a:bodyPr>
            <a:lstStyle/>
            <a:p>
              <a:pPr marL="182880" indent="-182880" defTabSz="912276" fontAlgn="base">
                <a:spcAft>
                  <a:spcPts val="1000"/>
                </a:spcAft>
                <a:buClr>
                  <a:schemeClr val="bg1"/>
                </a:buClr>
                <a:buSzPct val="100000"/>
                <a:buFont typeface="Arial" panose="020B0604020202020204" pitchFamily="34" charset="0"/>
                <a:buChar char="•"/>
              </a:pPr>
              <a:r>
                <a:rPr lang="en-GB" sz="1200" dirty="0">
                  <a:solidFill>
                    <a:schemeClr val="bg1"/>
                  </a:solidFill>
                </a:rPr>
                <a:t>Enforced by system rules in SFDC; leads cannot be generated in the VDC without an active Activity ID.</a:t>
              </a:r>
              <a:endParaRPr lang="en-GB" sz="1200" kern="1200" dirty="0">
                <a:solidFill>
                  <a:schemeClr val="bg1"/>
                </a:solidFill>
                <a:latin typeface="+mn-lt"/>
                <a:ea typeface="ＭＳ Ｐゴシック" charset="0"/>
              </a:endParaRPr>
            </a:p>
          </p:txBody>
        </p:sp>
      </p:grpSp>
      <p:grpSp>
        <p:nvGrpSpPr>
          <p:cNvPr id="63" name="Group 62">
            <a:extLst>
              <a:ext uri="{FF2B5EF4-FFF2-40B4-BE49-F238E27FC236}">
                <a16:creationId xmlns:a16="http://schemas.microsoft.com/office/drawing/2014/main" id="{CAA8F769-013C-2403-6DD0-D254A98F555B}"/>
              </a:ext>
            </a:extLst>
          </p:cNvPr>
          <p:cNvGrpSpPr/>
          <p:nvPr/>
        </p:nvGrpSpPr>
        <p:grpSpPr>
          <a:xfrm>
            <a:off x="4504970" y="3068877"/>
            <a:ext cx="7183660" cy="786331"/>
            <a:chOff x="4504970" y="3412992"/>
            <a:chExt cx="7183660" cy="786331"/>
          </a:xfrm>
        </p:grpSpPr>
        <p:sp>
          <p:nvSpPr>
            <p:cNvPr id="17" name="Rectangle: Rounded Corners 16">
              <a:extLst>
                <a:ext uri="{FF2B5EF4-FFF2-40B4-BE49-F238E27FC236}">
                  <a16:creationId xmlns:a16="http://schemas.microsoft.com/office/drawing/2014/main" id="{B3056046-CA60-5264-B504-950DCDCB52D6}"/>
                </a:ext>
              </a:extLst>
            </p:cNvPr>
            <p:cNvSpPr/>
            <p:nvPr/>
          </p:nvSpPr>
          <p:spPr>
            <a:xfrm>
              <a:off x="6385110" y="3412992"/>
              <a:ext cx="5303520" cy="786331"/>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8" name="Arrow: Pentagon 17">
              <a:extLst>
                <a:ext uri="{FF2B5EF4-FFF2-40B4-BE49-F238E27FC236}">
                  <a16:creationId xmlns:a16="http://schemas.microsoft.com/office/drawing/2014/main" id="{EA580A6E-9C5B-0D99-5C07-D0FC601461EB}"/>
                </a:ext>
              </a:extLst>
            </p:cNvPr>
            <p:cNvSpPr/>
            <p:nvPr/>
          </p:nvSpPr>
          <p:spPr>
            <a:xfrm>
              <a:off x="5012572" y="3412992"/>
              <a:ext cx="2334002" cy="786331"/>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30" name="TextBox 29">
              <a:extLst>
                <a:ext uri="{FF2B5EF4-FFF2-40B4-BE49-F238E27FC236}">
                  <a16:creationId xmlns:a16="http://schemas.microsoft.com/office/drawing/2014/main" id="{3BB0145A-542D-51A9-B942-0A3EA0E3FBFD}"/>
                </a:ext>
              </a:extLst>
            </p:cNvPr>
            <p:cNvSpPr txBox="1"/>
            <p:nvPr/>
          </p:nvSpPr>
          <p:spPr>
            <a:xfrm>
              <a:off x="5559244" y="3535556"/>
              <a:ext cx="1737360" cy="541203"/>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Program Alignment</a:t>
              </a:r>
              <a:endParaRPr lang="en-GB" sz="1600" kern="1200" dirty="0" err="1">
                <a:solidFill>
                  <a:schemeClr val="bg1"/>
                </a:solidFill>
                <a:latin typeface="+mn-lt"/>
                <a:ea typeface="ＭＳ Ｐゴシック" charset="0"/>
              </a:endParaRPr>
            </a:p>
          </p:txBody>
        </p:sp>
        <p:grpSp>
          <p:nvGrpSpPr>
            <p:cNvPr id="53" name="Group 52">
              <a:extLst>
                <a:ext uri="{FF2B5EF4-FFF2-40B4-BE49-F238E27FC236}">
                  <a16:creationId xmlns:a16="http://schemas.microsoft.com/office/drawing/2014/main" id="{6942F44A-A6BD-F588-AF6C-BF5237B99F35}"/>
                </a:ext>
              </a:extLst>
            </p:cNvPr>
            <p:cNvGrpSpPr/>
            <p:nvPr/>
          </p:nvGrpSpPr>
          <p:grpSpPr>
            <a:xfrm>
              <a:off x="4504970" y="3412992"/>
              <a:ext cx="786332" cy="786331"/>
              <a:chOff x="4145235" y="3396983"/>
              <a:chExt cx="786332" cy="786331"/>
            </a:xfrm>
          </p:grpSpPr>
          <p:sp>
            <p:nvSpPr>
              <p:cNvPr id="19" name="Shape1_20250523_195849">
                <a:extLst>
                  <a:ext uri="{FF2B5EF4-FFF2-40B4-BE49-F238E27FC236}">
                    <a16:creationId xmlns:a16="http://schemas.microsoft.com/office/drawing/2014/main" id="{9FCB5A31-3785-4F2A-937C-0AFDEB91CC45}"/>
                  </a:ext>
                </a:extLst>
              </p:cNvPr>
              <p:cNvSpPr txBox="1">
                <a:spLocks noChangeAspect="1"/>
              </p:cNvSpPr>
              <p:nvPr>
                <p:custDataLst>
                  <p:tags r:id="rId2"/>
                </p:custDataLst>
              </p:nvPr>
            </p:nvSpPr>
            <p:spPr>
              <a:xfrm>
                <a:off x="4145235" y="3396983"/>
                <a:ext cx="786332" cy="786331"/>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en-US"/>
                </a:defPPr>
                <a:lvl1pPr algn="ctr">
                  <a:defRPr>
                    <a:solidFill>
                      <a:schemeClr val="bg1"/>
                    </a:solidFill>
                  </a:defRPr>
                </a:lvl1pPr>
                <a:lvl2pPr>
                  <a:defRPr>
                    <a:solidFill>
                      <a:srgbClr val="414244"/>
                    </a:solidFill>
                    <a:latin typeface="CiscoSansTT Light"/>
                    <a:ea typeface="ＭＳ Ｐゴシック" charset="0"/>
                    <a:cs typeface="ＭＳ Ｐゴシック" charset="0"/>
                  </a:defRPr>
                </a:lvl2pPr>
                <a:lvl3pPr>
                  <a:defRPr>
                    <a:solidFill>
                      <a:srgbClr val="414244"/>
                    </a:solidFill>
                    <a:latin typeface="CiscoSansTT Light"/>
                    <a:ea typeface="ＭＳ Ｐゴシック" charset="0"/>
                    <a:cs typeface="ＭＳ Ｐゴシック" charset="0"/>
                  </a:defRPr>
                </a:lvl3pPr>
                <a:lvl4pPr>
                  <a:defRPr>
                    <a:solidFill>
                      <a:srgbClr val="414244"/>
                    </a:solidFill>
                    <a:latin typeface="CiscoSansTT Light"/>
                    <a:ea typeface="ＭＳ Ｐゴシック" charset="0"/>
                    <a:cs typeface="ＭＳ Ｐゴシック" charset="0"/>
                  </a:defRPr>
                </a:lvl4pPr>
                <a:lvl5pPr>
                  <a:defRPr>
                    <a:solidFill>
                      <a:srgbClr val="414244"/>
                    </a:solidFill>
                    <a:latin typeface="CiscoSansTT Light"/>
                    <a:ea typeface="ＭＳ Ｐゴシック" charset="0"/>
                    <a:cs typeface="ＭＳ Ｐゴシック" charset="0"/>
                  </a:defRPr>
                </a:lvl5pPr>
                <a:lvl6pPr>
                  <a:defRPr>
                    <a:solidFill>
                      <a:srgbClr val="414244"/>
                    </a:solidFill>
                    <a:latin typeface="CiscoSansTT Light"/>
                    <a:ea typeface="ＭＳ Ｐゴシック" charset="0"/>
                    <a:cs typeface="ＭＳ Ｐゴシック" charset="0"/>
                  </a:defRPr>
                </a:lvl6pPr>
                <a:lvl7pPr>
                  <a:defRPr>
                    <a:solidFill>
                      <a:srgbClr val="414244"/>
                    </a:solidFill>
                    <a:latin typeface="CiscoSansTT Light"/>
                    <a:ea typeface="ＭＳ Ｐゴシック" charset="0"/>
                    <a:cs typeface="ＭＳ Ｐゴシック" charset="0"/>
                  </a:defRPr>
                </a:lvl7pPr>
                <a:lvl8pPr>
                  <a:defRPr>
                    <a:solidFill>
                      <a:srgbClr val="414244"/>
                    </a:solidFill>
                    <a:latin typeface="CiscoSansTT Light"/>
                    <a:ea typeface="ＭＳ Ｐゴシック" charset="0"/>
                    <a:cs typeface="ＭＳ Ｐゴシック" charset="0"/>
                  </a:defRPr>
                </a:lvl8pPr>
                <a:lvl9pPr>
                  <a:defRPr>
                    <a:solidFill>
                      <a:srgbClr val="414244"/>
                    </a:solidFill>
                    <a:latin typeface="CiscoSansTT Light"/>
                    <a:ea typeface="ＭＳ Ｐゴシック" charset="0"/>
                    <a:cs typeface="ＭＳ Ｐゴシック" charset="0"/>
                  </a:defRPr>
                </a:lvl9pPr>
              </a:lstStyle>
              <a:p>
                <a:endParaRPr dirty="0">
                  <a:sym typeface="Arial"/>
                </a:endParaRPr>
              </a:p>
            </p:txBody>
          </p:sp>
          <p:pic>
            <p:nvPicPr>
              <p:cNvPr id="44" name="Graphic 43" descr="Ethernet with solid fill">
                <a:extLst>
                  <a:ext uri="{FF2B5EF4-FFF2-40B4-BE49-F238E27FC236}">
                    <a16:creationId xmlns:a16="http://schemas.microsoft.com/office/drawing/2014/main" id="{D2CCC441-7C99-0D90-C108-704380FE59F6}"/>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264081" y="3515828"/>
                <a:ext cx="548640" cy="548640"/>
              </a:xfrm>
              <a:prstGeom prst="rect">
                <a:avLst/>
              </a:prstGeom>
            </p:spPr>
          </p:pic>
        </p:grpSp>
        <p:sp>
          <p:nvSpPr>
            <p:cNvPr id="58" name="TextBox 57">
              <a:extLst>
                <a:ext uri="{FF2B5EF4-FFF2-40B4-BE49-F238E27FC236}">
                  <a16:creationId xmlns:a16="http://schemas.microsoft.com/office/drawing/2014/main" id="{EE4D6CED-6599-D5F5-F262-86A9A3A13CC8}"/>
                </a:ext>
              </a:extLst>
            </p:cNvPr>
            <p:cNvSpPr txBox="1"/>
            <p:nvPr/>
          </p:nvSpPr>
          <p:spPr>
            <a:xfrm>
              <a:off x="7458632" y="3517045"/>
              <a:ext cx="4018432" cy="578224"/>
            </a:xfrm>
            <a:prstGeom prst="rect">
              <a:avLst/>
            </a:prstGeom>
            <a:noFill/>
          </p:spPr>
          <p:txBody>
            <a:bodyPr wrap="square" lIns="0" tIns="0" rIns="0" bIns="0" rtlCol="0">
              <a:noAutofit/>
            </a:bodyPr>
            <a:lstStyle>
              <a:defPPr>
                <a:defRPr lang="en-US"/>
              </a:defPPr>
              <a:lvl1pPr marL="182880" indent="-182880" defTabSz="912276" fontAlgn="base">
                <a:spcAft>
                  <a:spcPts val="1000"/>
                </a:spcAft>
                <a:buClr>
                  <a:schemeClr val="bg1"/>
                </a:buClr>
                <a:buSzPct val="100000"/>
                <a:buFont typeface="Arial" panose="020B0604020202020204" pitchFamily="34" charset="0"/>
                <a:buChar char="•"/>
                <a:defRPr sz="1200">
                  <a:solidFill>
                    <a:schemeClr val="bg1"/>
                  </a:solidFill>
                </a:defRPr>
              </a:lvl1pPr>
            </a:lstStyle>
            <a:p>
              <a:r>
                <a:rPr lang="en-GB" dirty="0"/>
                <a:t>Unlocks the mandatory 80% campaign alignment target. Accreditation relies entirely on ID data attributes.</a:t>
              </a:r>
            </a:p>
          </p:txBody>
        </p:sp>
      </p:grpSp>
      <p:sp>
        <p:nvSpPr>
          <p:cNvPr id="59" name="TextBox 58">
            <a:extLst>
              <a:ext uri="{FF2B5EF4-FFF2-40B4-BE49-F238E27FC236}">
                <a16:creationId xmlns:a16="http://schemas.microsoft.com/office/drawing/2014/main" id="{D51B47CC-FE9E-F5A0-C5CB-124ED6672144}"/>
              </a:ext>
            </a:extLst>
          </p:cNvPr>
          <p:cNvSpPr txBox="1"/>
          <p:nvPr/>
        </p:nvSpPr>
        <p:spPr>
          <a:xfrm>
            <a:off x="7458632" y="4121592"/>
            <a:ext cx="4018432" cy="786331"/>
          </a:xfrm>
          <a:prstGeom prst="rect">
            <a:avLst/>
          </a:prstGeom>
          <a:noFill/>
        </p:spPr>
        <p:txBody>
          <a:bodyPr wrap="square" lIns="0" tIns="0" rIns="0" bIns="0" rtlCol="0">
            <a:noAutofit/>
          </a:bodyPr>
          <a:lstStyle>
            <a:defPPr>
              <a:defRPr lang="en-US"/>
            </a:defPPr>
            <a:lvl1pPr marL="182880" indent="-182880" defTabSz="912276" fontAlgn="base">
              <a:spcAft>
                <a:spcPts val="1000"/>
              </a:spcAft>
              <a:buClr>
                <a:schemeClr val="bg1"/>
              </a:buClr>
              <a:buSzPct val="100000"/>
              <a:buFont typeface="Arial" panose="020B0604020202020204" pitchFamily="34" charset="0"/>
              <a:buChar char="•"/>
              <a:defRPr sz="1200">
                <a:solidFill>
                  <a:schemeClr val="bg1"/>
                </a:solidFill>
              </a:defRPr>
            </a:lvl1pPr>
          </a:lstStyle>
          <a:p>
            <a:r>
              <a:rPr lang="en-GB" dirty="0"/>
              <a:t>Automatically routes contacts into structured, always-on campaigns or generic journeys using program metadata.</a:t>
            </a:r>
          </a:p>
        </p:txBody>
      </p:sp>
      <p:grpSp>
        <p:nvGrpSpPr>
          <p:cNvPr id="65" name="Group 64">
            <a:extLst>
              <a:ext uri="{FF2B5EF4-FFF2-40B4-BE49-F238E27FC236}">
                <a16:creationId xmlns:a16="http://schemas.microsoft.com/office/drawing/2014/main" id="{E5CE58D5-8E1D-4AB6-99F1-7568B59CDFCB}"/>
              </a:ext>
            </a:extLst>
          </p:cNvPr>
          <p:cNvGrpSpPr/>
          <p:nvPr/>
        </p:nvGrpSpPr>
        <p:grpSpPr>
          <a:xfrm>
            <a:off x="4504970" y="5055461"/>
            <a:ext cx="7183660" cy="786331"/>
            <a:chOff x="4504970" y="5411815"/>
            <a:chExt cx="7183660" cy="786331"/>
          </a:xfrm>
        </p:grpSpPr>
        <p:sp>
          <p:nvSpPr>
            <p:cNvPr id="25" name="Rectangle: Rounded Corners 24">
              <a:extLst>
                <a:ext uri="{FF2B5EF4-FFF2-40B4-BE49-F238E27FC236}">
                  <a16:creationId xmlns:a16="http://schemas.microsoft.com/office/drawing/2014/main" id="{D9C003E3-76DB-012B-A1D6-3A23F2AE1EB8}"/>
                </a:ext>
              </a:extLst>
            </p:cNvPr>
            <p:cNvSpPr/>
            <p:nvPr/>
          </p:nvSpPr>
          <p:spPr>
            <a:xfrm>
              <a:off x="6385110" y="5411815"/>
              <a:ext cx="5303520" cy="786331"/>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26" name="Arrow: Pentagon 25">
              <a:extLst>
                <a:ext uri="{FF2B5EF4-FFF2-40B4-BE49-F238E27FC236}">
                  <a16:creationId xmlns:a16="http://schemas.microsoft.com/office/drawing/2014/main" id="{7496B746-760D-ABDF-790E-4FEAE0C55051}"/>
                </a:ext>
              </a:extLst>
            </p:cNvPr>
            <p:cNvSpPr/>
            <p:nvPr/>
          </p:nvSpPr>
          <p:spPr>
            <a:xfrm>
              <a:off x="5012572" y="5411815"/>
              <a:ext cx="2334002" cy="786331"/>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32" name="TextBox 31">
              <a:extLst>
                <a:ext uri="{FF2B5EF4-FFF2-40B4-BE49-F238E27FC236}">
                  <a16:creationId xmlns:a16="http://schemas.microsoft.com/office/drawing/2014/main" id="{6297C681-BAF3-C130-3573-561A57CC468D}"/>
                </a:ext>
              </a:extLst>
            </p:cNvPr>
            <p:cNvSpPr txBox="1"/>
            <p:nvPr/>
          </p:nvSpPr>
          <p:spPr>
            <a:xfrm>
              <a:off x="5559244" y="5656943"/>
              <a:ext cx="1737360" cy="296074"/>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600" dirty="0">
                  <a:solidFill>
                    <a:schemeClr val="bg1"/>
                  </a:solidFill>
                  <a:ea typeface="ＭＳ Ｐゴシック" charset="0"/>
                </a:rPr>
                <a:t>Reporting</a:t>
              </a:r>
              <a:endParaRPr lang="en-GB" sz="1600" kern="1200" dirty="0" err="1">
                <a:solidFill>
                  <a:schemeClr val="bg1"/>
                </a:solidFill>
                <a:latin typeface="+mn-lt"/>
                <a:ea typeface="ＭＳ Ｐゴシック" charset="0"/>
              </a:endParaRPr>
            </a:p>
          </p:txBody>
        </p:sp>
        <p:grpSp>
          <p:nvGrpSpPr>
            <p:cNvPr id="55" name="Group 54">
              <a:extLst>
                <a:ext uri="{FF2B5EF4-FFF2-40B4-BE49-F238E27FC236}">
                  <a16:creationId xmlns:a16="http://schemas.microsoft.com/office/drawing/2014/main" id="{95D02743-8427-0F05-9395-CC7E3F948471}"/>
                </a:ext>
              </a:extLst>
            </p:cNvPr>
            <p:cNvGrpSpPr/>
            <p:nvPr/>
          </p:nvGrpSpPr>
          <p:grpSpPr>
            <a:xfrm>
              <a:off x="4504970" y="5411815"/>
              <a:ext cx="786332" cy="786331"/>
              <a:chOff x="4174579" y="5408577"/>
              <a:chExt cx="786332" cy="786331"/>
            </a:xfrm>
          </p:grpSpPr>
          <p:sp>
            <p:nvSpPr>
              <p:cNvPr id="27" name="Shape1_20250523_195849">
                <a:extLst>
                  <a:ext uri="{FF2B5EF4-FFF2-40B4-BE49-F238E27FC236}">
                    <a16:creationId xmlns:a16="http://schemas.microsoft.com/office/drawing/2014/main" id="{2E91409C-898C-2DE1-F050-C1D7B30AF707}"/>
                  </a:ext>
                </a:extLst>
              </p:cNvPr>
              <p:cNvSpPr txBox="1">
                <a:spLocks noChangeAspect="1"/>
              </p:cNvSpPr>
              <p:nvPr>
                <p:custDataLst>
                  <p:tags r:id="rId1"/>
                </p:custDataLst>
              </p:nvPr>
            </p:nvSpPr>
            <p:spPr>
              <a:xfrm>
                <a:off x="4174579" y="5408577"/>
                <a:ext cx="786332" cy="786331"/>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en-US"/>
                </a:defPPr>
                <a:lvl1pPr algn="ctr">
                  <a:defRPr>
                    <a:solidFill>
                      <a:schemeClr val="bg1"/>
                    </a:solidFill>
                  </a:defRPr>
                </a:lvl1pPr>
                <a:lvl2pPr>
                  <a:defRPr>
                    <a:solidFill>
                      <a:srgbClr val="414244"/>
                    </a:solidFill>
                    <a:latin typeface="CiscoSansTT Light"/>
                    <a:ea typeface="ＭＳ Ｐゴシック" charset="0"/>
                    <a:cs typeface="ＭＳ Ｐゴシック" charset="0"/>
                  </a:defRPr>
                </a:lvl2pPr>
                <a:lvl3pPr>
                  <a:defRPr>
                    <a:solidFill>
                      <a:srgbClr val="414244"/>
                    </a:solidFill>
                    <a:latin typeface="CiscoSansTT Light"/>
                    <a:ea typeface="ＭＳ Ｐゴシック" charset="0"/>
                    <a:cs typeface="ＭＳ Ｐゴシック" charset="0"/>
                  </a:defRPr>
                </a:lvl3pPr>
                <a:lvl4pPr>
                  <a:defRPr>
                    <a:solidFill>
                      <a:srgbClr val="414244"/>
                    </a:solidFill>
                    <a:latin typeface="CiscoSansTT Light"/>
                    <a:ea typeface="ＭＳ Ｐゴシック" charset="0"/>
                    <a:cs typeface="ＭＳ Ｐゴシック" charset="0"/>
                  </a:defRPr>
                </a:lvl4pPr>
                <a:lvl5pPr>
                  <a:defRPr>
                    <a:solidFill>
                      <a:srgbClr val="414244"/>
                    </a:solidFill>
                    <a:latin typeface="CiscoSansTT Light"/>
                    <a:ea typeface="ＭＳ Ｐゴシック" charset="0"/>
                    <a:cs typeface="ＭＳ Ｐゴシック" charset="0"/>
                  </a:defRPr>
                </a:lvl5pPr>
                <a:lvl6pPr>
                  <a:defRPr>
                    <a:solidFill>
                      <a:srgbClr val="414244"/>
                    </a:solidFill>
                    <a:latin typeface="CiscoSansTT Light"/>
                    <a:ea typeface="ＭＳ Ｐゴシック" charset="0"/>
                    <a:cs typeface="ＭＳ Ｐゴシック" charset="0"/>
                  </a:defRPr>
                </a:lvl6pPr>
                <a:lvl7pPr>
                  <a:defRPr>
                    <a:solidFill>
                      <a:srgbClr val="414244"/>
                    </a:solidFill>
                    <a:latin typeface="CiscoSansTT Light"/>
                    <a:ea typeface="ＭＳ Ｐゴシック" charset="0"/>
                    <a:cs typeface="ＭＳ Ｐゴシック" charset="0"/>
                  </a:defRPr>
                </a:lvl7pPr>
                <a:lvl8pPr>
                  <a:defRPr>
                    <a:solidFill>
                      <a:srgbClr val="414244"/>
                    </a:solidFill>
                    <a:latin typeface="CiscoSansTT Light"/>
                    <a:ea typeface="ＭＳ Ｐゴシック" charset="0"/>
                    <a:cs typeface="ＭＳ Ｐゴシック" charset="0"/>
                  </a:defRPr>
                </a:lvl8pPr>
                <a:lvl9pPr>
                  <a:defRPr>
                    <a:solidFill>
                      <a:srgbClr val="414244"/>
                    </a:solidFill>
                    <a:latin typeface="CiscoSansTT Light"/>
                    <a:ea typeface="ＭＳ Ｐゴシック" charset="0"/>
                    <a:cs typeface="ＭＳ Ｐゴシック" charset="0"/>
                  </a:defRPr>
                </a:lvl9pPr>
              </a:lstStyle>
              <a:p>
                <a:endParaRPr dirty="0">
                  <a:sym typeface="Arial"/>
                </a:endParaRPr>
              </a:p>
            </p:txBody>
          </p:sp>
          <p:pic>
            <p:nvPicPr>
              <p:cNvPr id="40" name="Graphic 39" descr="Document with solid fill">
                <a:extLst>
                  <a:ext uri="{FF2B5EF4-FFF2-40B4-BE49-F238E27FC236}">
                    <a16:creationId xmlns:a16="http://schemas.microsoft.com/office/drawing/2014/main" id="{10799A40-B5FE-BF7A-97C8-19123B824192}"/>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4293425" y="5527422"/>
                <a:ext cx="548640" cy="548640"/>
              </a:xfrm>
              <a:prstGeom prst="rect">
                <a:avLst/>
              </a:prstGeom>
            </p:spPr>
          </p:pic>
        </p:grpSp>
        <p:sp>
          <p:nvSpPr>
            <p:cNvPr id="60" name="TextBox 59">
              <a:extLst>
                <a:ext uri="{FF2B5EF4-FFF2-40B4-BE49-F238E27FC236}">
                  <a16:creationId xmlns:a16="http://schemas.microsoft.com/office/drawing/2014/main" id="{BB03FB54-F413-123A-5259-96CD54D015D5}"/>
                </a:ext>
              </a:extLst>
            </p:cNvPr>
            <p:cNvSpPr txBox="1"/>
            <p:nvPr/>
          </p:nvSpPr>
          <p:spPr>
            <a:xfrm>
              <a:off x="7458632" y="5530660"/>
              <a:ext cx="4018432" cy="548640"/>
            </a:xfrm>
            <a:prstGeom prst="rect">
              <a:avLst/>
            </a:prstGeom>
            <a:noFill/>
          </p:spPr>
          <p:txBody>
            <a:bodyPr wrap="square" lIns="0" tIns="0" rIns="0" bIns="0" rtlCol="0">
              <a:noAutofit/>
            </a:bodyPr>
            <a:lstStyle>
              <a:defPPr>
                <a:defRPr lang="en-US"/>
              </a:defPPr>
              <a:lvl1pPr marL="182880" indent="-182880" defTabSz="912276" fontAlgn="base">
                <a:spcAft>
                  <a:spcPts val="1000"/>
                </a:spcAft>
                <a:buClr>
                  <a:schemeClr val="bg1"/>
                </a:buClr>
                <a:buSzPct val="100000"/>
                <a:buFont typeface="Arial" panose="020B0604020202020204" pitchFamily="34" charset="0"/>
                <a:buChar char="•"/>
                <a:defRPr sz="1200">
                  <a:solidFill>
                    <a:schemeClr val="bg1"/>
                  </a:solidFill>
                </a:defRPr>
              </a:lvl1pPr>
            </a:lstStyle>
            <a:p>
              <a:r>
                <a:rPr lang="en-GB" dirty="0"/>
                <a:t>Feeds full-funnel pipeline reporting and fractional attribution models to evaluate real-world ROI.</a:t>
              </a:r>
            </a:p>
          </p:txBody>
        </p:sp>
      </p:grpSp>
      <p:cxnSp>
        <p:nvCxnSpPr>
          <p:cNvPr id="66" name="Straight Connector 65">
            <a:extLst>
              <a:ext uri="{FF2B5EF4-FFF2-40B4-BE49-F238E27FC236}">
                <a16:creationId xmlns:a16="http://schemas.microsoft.com/office/drawing/2014/main" id="{8A088CC1-EBBF-1172-8600-98F8B791B0E7}"/>
              </a:ext>
            </a:extLst>
          </p:cNvPr>
          <p:cNvCxnSpPr>
            <a:cxnSpLocks/>
          </p:cNvCxnSpPr>
          <p:nvPr/>
        </p:nvCxnSpPr>
        <p:spPr>
          <a:xfrm>
            <a:off x="4223792" y="868680"/>
            <a:ext cx="0" cy="5120640"/>
          </a:xfrm>
          <a:prstGeom prst="line">
            <a:avLst/>
          </a:prstGeom>
          <a:noFill/>
          <a:ln w="44450">
            <a:gradFill>
              <a:gsLst>
                <a:gs pos="37000">
                  <a:srgbClr val="02C8FF"/>
                </a:gs>
                <a:gs pos="5000">
                  <a:srgbClr val="0A60FF"/>
                </a:gs>
                <a:gs pos="44000">
                  <a:srgbClr val="02C8FF"/>
                </a:gs>
                <a:gs pos="75000">
                  <a:srgbClr val="FF007F"/>
                </a:gs>
                <a:gs pos="95000">
                  <a:srgbClr val="FF9000"/>
                </a:gs>
              </a:gsLst>
              <a:lin ang="5400000" scaled="1"/>
            </a:gradFill>
            <a:prstDash val="solid"/>
          </a:ln>
          <a:effectLst/>
        </p:spPr>
        <p:style>
          <a:lnRef idx="2">
            <a:schemeClr val="accent1">
              <a:shade val="50000"/>
            </a:schemeClr>
          </a:lnRef>
          <a:fillRef idx="1">
            <a:schemeClr val="accent1"/>
          </a:fillRef>
          <a:effectRef idx="0">
            <a:schemeClr val="accent1"/>
          </a:effectRef>
          <a:fontRef idx="minor">
            <a:schemeClr val="lt1"/>
          </a:fontRef>
        </p:style>
      </p:cxnSp>
    </p:spTree>
    <p:extLst>
      <p:ext uri="{BB962C8B-B14F-4D97-AF65-F5344CB8AC3E}">
        <p14:creationId xmlns:p14="http://schemas.microsoft.com/office/powerpoint/2010/main" val="5913188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153B51-5ABF-5E58-FB8A-2DC0476BDCDC}"/>
              </a:ext>
            </a:extLst>
          </p:cNvPr>
          <p:cNvSpPr>
            <a:spLocks noGrp="1"/>
          </p:cNvSpPr>
          <p:nvPr>
            <p:ph type="title"/>
          </p:nvPr>
        </p:nvSpPr>
        <p:spPr/>
        <p:txBody>
          <a:bodyPr/>
          <a:lstStyle/>
          <a:p>
            <a:r>
              <a:rPr lang="en-US" dirty="0"/>
              <a:t>Structure of an Activity ID</a:t>
            </a:r>
            <a:endParaRPr lang="en-GB" dirty="0"/>
          </a:p>
        </p:txBody>
      </p:sp>
      <p:grpSp>
        <p:nvGrpSpPr>
          <p:cNvPr id="62" name="Group 61">
            <a:extLst>
              <a:ext uri="{FF2B5EF4-FFF2-40B4-BE49-F238E27FC236}">
                <a16:creationId xmlns:a16="http://schemas.microsoft.com/office/drawing/2014/main" id="{02AC9969-2FA3-207D-3050-4C92FF34680E}"/>
              </a:ext>
            </a:extLst>
          </p:cNvPr>
          <p:cNvGrpSpPr/>
          <p:nvPr/>
        </p:nvGrpSpPr>
        <p:grpSpPr>
          <a:xfrm>
            <a:off x="502848" y="2089658"/>
            <a:ext cx="5706660" cy="2998635"/>
            <a:chOff x="1510553" y="1337709"/>
            <a:chExt cx="8317692" cy="4370634"/>
          </a:xfrm>
        </p:grpSpPr>
        <p:grpSp>
          <p:nvGrpSpPr>
            <p:cNvPr id="45" name="Group 44">
              <a:extLst>
                <a:ext uri="{FF2B5EF4-FFF2-40B4-BE49-F238E27FC236}">
                  <a16:creationId xmlns:a16="http://schemas.microsoft.com/office/drawing/2014/main" id="{0564C304-BE05-5EB2-BFA1-7E30BBAFEBF8}"/>
                </a:ext>
              </a:extLst>
            </p:cNvPr>
            <p:cNvGrpSpPr/>
            <p:nvPr/>
          </p:nvGrpSpPr>
          <p:grpSpPr>
            <a:xfrm>
              <a:off x="4772406" y="4343023"/>
              <a:ext cx="2056738" cy="1213505"/>
              <a:chOff x="5225124" y="4067734"/>
              <a:chExt cx="2267712" cy="1337983"/>
            </a:xfrm>
          </p:grpSpPr>
          <p:grpSp>
            <p:nvGrpSpPr>
              <p:cNvPr id="8" name="Group 7">
                <a:extLst>
                  <a:ext uri="{FF2B5EF4-FFF2-40B4-BE49-F238E27FC236}">
                    <a16:creationId xmlns:a16="http://schemas.microsoft.com/office/drawing/2014/main" id="{2C748C6C-59C2-B74E-6372-A6F05AA99859}"/>
                  </a:ext>
                </a:extLst>
              </p:cNvPr>
              <p:cNvGrpSpPr/>
              <p:nvPr/>
            </p:nvGrpSpPr>
            <p:grpSpPr>
              <a:xfrm>
                <a:off x="5225124" y="4067734"/>
                <a:ext cx="2267712" cy="1337983"/>
                <a:chOff x="2521324" y="4067735"/>
                <a:chExt cx="2267712" cy="1337983"/>
              </a:xfrm>
            </p:grpSpPr>
            <p:sp>
              <p:nvSpPr>
                <p:cNvPr id="9" name="Rectangle: Rounded Corners 8">
                  <a:extLst>
                    <a:ext uri="{FF2B5EF4-FFF2-40B4-BE49-F238E27FC236}">
                      <a16:creationId xmlns:a16="http://schemas.microsoft.com/office/drawing/2014/main" id="{E00B5DB9-86A1-D615-25DB-3E8AC58DFDB3}"/>
                    </a:ext>
                  </a:extLst>
                </p:cNvPr>
                <p:cNvSpPr/>
                <p:nvPr/>
              </p:nvSpPr>
              <p:spPr>
                <a:xfrm>
                  <a:off x="2522266" y="4067735"/>
                  <a:ext cx="2265829" cy="1337983"/>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cxnSp>
              <p:nvCxnSpPr>
                <p:cNvPr id="10" name="Straight Connector 9">
                  <a:extLst>
                    <a:ext uri="{FF2B5EF4-FFF2-40B4-BE49-F238E27FC236}">
                      <a16:creationId xmlns:a16="http://schemas.microsoft.com/office/drawing/2014/main" id="{A36173C6-F967-A10F-9E1E-D77E143E4DD2}"/>
                    </a:ext>
                  </a:extLst>
                </p:cNvPr>
                <p:cNvCxnSpPr>
                  <a:cxnSpLocks/>
                </p:cNvCxnSpPr>
                <p:nvPr/>
              </p:nvCxnSpPr>
              <p:spPr>
                <a:xfrm>
                  <a:off x="2521324" y="4492235"/>
                  <a:ext cx="2267712" cy="0"/>
                </a:xfrm>
                <a:prstGeom prst="line">
                  <a:avLst/>
                </a:prstGeom>
                <a:noFill/>
                <a:ln w="79375">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sp>
              <p:nvSpPr>
                <p:cNvPr id="11" name="TextBox 10">
                  <a:extLst>
                    <a:ext uri="{FF2B5EF4-FFF2-40B4-BE49-F238E27FC236}">
                      <a16:creationId xmlns:a16="http://schemas.microsoft.com/office/drawing/2014/main" id="{B6874433-55AF-9217-50E5-31F0F356BD50}"/>
                    </a:ext>
                  </a:extLst>
                </p:cNvPr>
                <p:cNvSpPr txBox="1"/>
                <p:nvPr/>
              </p:nvSpPr>
              <p:spPr>
                <a:xfrm>
                  <a:off x="2959295" y="4067735"/>
                  <a:ext cx="1391771" cy="349623"/>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kern="1200" dirty="0">
                      <a:solidFill>
                        <a:schemeClr val="accent3"/>
                      </a:solidFill>
                      <a:latin typeface="+mn-lt"/>
                      <a:ea typeface="ＭＳ Ｐゴシック" charset="0"/>
                    </a:rPr>
                    <a:t>Program</a:t>
                  </a:r>
                  <a:endParaRPr lang="en-GB" sz="1000" kern="1200" dirty="0" err="1">
                    <a:solidFill>
                      <a:schemeClr val="accent3"/>
                    </a:solidFill>
                    <a:latin typeface="+mn-lt"/>
                    <a:ea typeface="ＭＳ Ｐゴシック" charset="0"/>
                  </a:endParaRPr>
                </a:p>
              </p:txBody>
            </p:sp>
            <p:sp>
              <p:nvSpPr>
                <p:cNvPr id="12" name="TextBox 11">
                  <a:extLst>
                    <a:ext uri="{FF2B5EF4-FFF2-40B4-BE49-F238E27FC236}">
                      <a16:creationId xmlns:a16="http://schemas.microsoft.com/office/drawing/2014/main" id="{670CDEE5-B956-6C04-9497-0442A2E6AEBE}"/>
                    </a:ext>
                  </a:extLst>
                </p:cNvPr>
                <p:cNvSpPr txBox="1"/>
                <p:nvPr/>
              </p:nvSpPr>
              <p:spPr>
                <a:xfrm>
                  <a:off x="2767025" y="4628544"/>
                  <a:ext cx="1776311" cy="576384"/>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kern="1200" dirty="0">
                      <a:solidFill>
                        <a:schemeClr val="bg1"/>
                      </a:solidFill>
                      <a:latin typeface="+mn-lt"/>
                      <a:ea typeface="ＭＳ Ｐゴシック" charset="0"/>
                    </a:rPr>
                    <a:t>Mid Market Networking</a:t>
                  </a:r>
                  <a:endParaRPr lang="en-GB" sz="1000" kern="1200" dirty="0" err="1">
                    <a:solidFill>
                      <a:schemeClr val="bg1"/>
                    </a:solidFill>
                    <a:latin typeface="+mn-lt"/>
                    <a:ea typeface="ＭＳ Ｐゴシック" charset="0"/>
                  </a:endParaRPr>
                </a:p>
              </p:txBody>
            </p:sp>
          </p:grpSp>
          <p:pic>
            <p:nvPicPr>
              <p:cNvPr id="39" name="Graphic 38" descr="Processor with solid fill">
                <a:extLst>
                  <a:ext uri="{FF2B5EF4-FFF2-40B4-BE49-F238E27FC236}">
                    <a16:creationId xmlns:a16="http://schemas.microsoft.com/office/drawing/2014/main" id="{E31FC2C7-ED93-AD32-3598-538DC14A63E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71355" y="4079929"/>
                <a:ext cx="400110" cy="400110"/>
              </a:xfrm>
              <a:prstGeom prst="rect">
                <a:avLst/>
              </a:prstGeom>
            </p:spPr>
          </p:pic>
        </p:grpSp>
        <p:grpSp>
          <p:nvGrpSpPr>
            <p:cNvPr id="44" name="Group 43">
              <a:extLst>
                <a:ext uri="{FF2B5EF4-FFF2-40B4-BE49-F238E27FC236}">
                  <a16:creationId xmlns:a16="http://schemas.microsoft.com/office/drawing/2014/main" id="{CF5349D9-53F4-DB5D-9821-0F76BF6A7517}"/>
                </a:ext>
              </a:extLst>
            </p:cNvPr>
            <p:cNvGrpSpPr/>
            <p:nvPr/>
          </p:nvGrpSpPr>
          <p:grpSpPr>
            <a:xfrm>
              <a:off x="7476206" y="4343023"/>
              <a:ext cx="2056738" cy="1213505"/>
              <a:chOff x="7928924" y="4067733"/>
              <a:chExt cx="2267712" cy="1337983"/>
            </a:xfrm>
          </p:grpSpPr>
          <p:grpSp>
            <p:nvGrpSpPr>
              <p:cNvPr id="13" name="Group 12">
                <a:extLst>
                  <a:ext uri="{FF2B5EF4-FFF2-40B4-BE49-F238E27FC236}">
                    <a16:creationId xmlns:a16="http://schemas.microsoft.com/office/drawing/2014/main" id="{792FD355-4549-26AC-8721-260A1578939B}"/>
                  </a:ext>
                </a:extLst>
              </p:cNvPr>
              <p:cNvGrpSpPr/>
              <p:nvPr/>
            </p:nvGrpSpPr>
            <p:grpSpPr>
              <a:xfrm>
                <a:off x="7928924" y="4067733"/>
                <a:ext cx="2267712" cy="1337983"/>
                <a:chOff x="2521324" y="4067735"/>
                <a:chExt cx="2267712" cy="1337983"/>
              </a:xfrm>
            </p:grpSpPr>
            <p:sp>
              <p:nvSpPr>
                <p:cNvPr id="14" name="Rectangle: Rounded Corners 13">
                  <a:extLst>
                    <a:ext uri="{FF2B5EF4-FFF2-40B4-BE49-F238E27FC236}">
                      <a16:creationId xmlns:a16="http://schemas.microsoft.com/office/drawing/2014/main" id="{1386BAE0-00EA-0FE3-95AE-43C5EDACD7D0}"/>
                    </a:ext>
                  </a:extLst>
                </p:cNvPr>
                <p:cNvSpPr/>
                <p:nvPr/>
              </p:nvSpPr>
              <p:spPr>
                <a:xfrm>
                  <a:off x="2522266" y="4067735"/>
                  <a:ext cx="2265829" cy="1337983"/>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cxnSp>
              <p:nvCxnSpPr>
                <p:cNvPr id="15" name="Straight Connector 14">
                  <a:extLst>
                    <a:ext uri="{FF2B5EF4-FFF2-40B4-BE49-F238E27FC236}">
                      <a16:creationId xmlns:a16="http://schemas.microsoft.com/office/drawing/2014/main" id="{92A82F3A-EDFF-D3FD-7E5C-AF7F1E51E6BD}"/>
                    </a:ext>
                  </a:extLst>
                </p:cNvPr>
                <p:cNvCxnSpPr>
                  <a:cxnSpLocks/>
                </p:cNvCxnSpPr>
                <p:nvPr/>
              </p:nvCxnSpPr>
              <p:spPr>
                <a:xfrm>
                  <a:off x="2521324" y="4492235"/>
                  <a:ext cx="2267712" cy="0"/>
                </a:xfrm>
                <a:prstGeom prst="line">
                  <a:avLst/>
                </a:prstGeom>
                <a:noFill/>
                <a:ln w="79375">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sp>
              <p:nvSpPr>
                <p:cNvPr id="16" name="TextBox 15">
                  <a:extLst>
                    <a:ext uri="{FF2B5EF4-FFF2-40B4-BE49-F238E27FC236}">
                      <a16:creationId xmlns:a16="http://schemas.microsoft.com/office/drawing/2014/main" id="{C47E3910-9A92-D8E5-F66A-F3777EDA5E92}"/>
                    </a:ext>
                  </a:extLst>
                </p:cNvPr>
                <p:cNvSpPr txBox="1"/>
                <p:nvPr/>
              </p:nvSpPr>
              <p:spPr>
                <a:xfrm>
                  <a:off x="2959295" y="4067735"/>
                  <a:ext cx="1391771" cy="349623"/>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kern="1200" dirty="0">
                      <a:solidFill>
                        <a:schemeClr val="accent4"/>
                      </a:solidFill>
                      <a:latin typeface="+mn-lt"/>
                      <a:ea typeface="ＭＳ Ｐゴシック" charset="0"/>
                    </a:rPr>
                    <a:t>Motion</a:t>
                  </a:r>
                  <a:endParaRPr lang="en-GB" sz="1000" kern="1200" dirty="0" err="1">
                    <a:solidFill>
                      <a:schemeClr val="accent4"/>
                    </a:solidFill>
                    <a:latin typeface="+mn-lt"/>
                    <a:ea typeface="ＭＳ Ｐゴシック" charset="0"/>
                  </a:endParaRPr>
                </a:p>
              </p:txBody>
            </p:sp>
            <p:sp>
              <p:nvSpPr>
                <p:cNvPr id="17" name="TextBox 16">
                  <a:extLst>
                    <a:ext uri="{FF2B5EF4-FFF2-40B4-BE49-F238E27FC236}">
                      <a16:creationId xmlns:a16="http://schemas.microsoft.com/office/drawing/2014/main" id="{11A2B7D4-F1B1-109B-E75D-5AAC0BD56309}"/>
                    </a:ext>
                  </a:extLst>
                </p:cNvPr>
                <p:cNvSpPr txBox="1"/>
                <p:nvPr/>
              </p:nvSpPr>
              <p:spPr>
                <a:xfrm>
                  <a:off x="2767025" y="4628544"/>
                  <a:ext cx="1776311" cy="576384"/>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kern="1200" dirty="0">
                      <a:solidFill>
                        <a:schemeClr val="bg1"/>
                      </a:solidFill>
                      <a:latin typeface="+mn-lt"/>
                      <a:ea typeface="ＭＳ Ｐゴシック" charset="0"/>
                    </a:rPr>
                    <a:t>Scale</a:t>
                  </a:r>
                  <a:endParaRPr lang="en-GB" sz="1000" kern="1200" dirty="0" err="1">
                    <a:solidFill>
                      <a:schemeClr val="bg1"/>
                    </a:solidFill>
                    <a:latin typeface="+mn-lt"/>
                    <a:ea typeface="ＭＳ Ｐゴシック" charset="0"/>
                  </a:endParaRPr>
                </a:p>
              </p:txBody>
            </p:sp>
          </p:grpSp>
          <p:pic>
            <p:nvPicPr>
              <p:cNvPr id="41" name="Graphic 40" descr="Circles with arrows with solid fill">
                <a:extLst>
                  <a:ext uri="{FF2B5EF4-FFF2-40B4-BE49-F238E27FC236}">
                    <a16:creationId xmlns:a16="http://schemas.microsoft.com/office/drawing/2014/main" id="{ECDE1571-F0AD-0149-4AFB-67C18DBB621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000955" y="4079928"/>
                <a:ext cx="400110" cy="400110"/>
              </a:xfrm>
              <a:prstGeom prst="rect">
                <a:avLst/>
              </a:prstGeom>
            </p:spPr>
          </p:pic>
        </p:grpSp>
        <p:grpSp>
          <p:nvGrpSpPr>
            <p:cNvPr id="46" name="Group 45">
              <a:extLst>
                <a:ext uri="{FF2B5EF4-FFF2-40B4-BE49-F238E27FC236}">
                  <a16:creationId xmlns:a16="http://schemas.microsoft.com/office/drawing/2014/main" id="{0C61B11B-ECCA-394A-0AB8-56BA652E8F35}"/>
                </a:ext>
              </a:extLst>
            </p:cNvPr>
            <p:cNvGrpSpPr/>
            <p:nvPr/>
          </p:nvGrpSpPr>
          <p:grpSpPr>
            <a:xfrm>
              <a:off x="2068606" y="4336499"/>
              <a:ext cx="2056738" cy="1225339"/>
              <a:chOff x="2521324" y="4054687"/>
              <a:chExt cx="2267712" cy="1351031"/>
            </a:xfrm>
          </p:grpSpPr>
          <p:grpSp>
            <p:nvGrpSpPr>
              <p:cNvPr id="7" name="Group 6">
                <a:extLst>
                  <a:ext uri="{FF2B5EF4-FFF2-40B4-BE49-F238E27FC236}">
                    <a16:creationId xmlns:a16="http://schemas.microsoft.com/office/drawing/2014/main" id="{638C6DFC-3914-3143-1B94-BD43FE5D49D8}"/>
                  </a:ext>
                </a:extLst>
              </p:cNvPr>
              <p:cNvGrpSpPr/>
              <p:nvPr/>
            </p:nvGrpSpPr>
            <p:grpSpPr>
              <a:xfrm>
                <a:off x="2521324" y="4067735"/>
                <a:ext cx="2267712" cy="1337983"/>
                <a:chOff x="2521324" y="4067735"/>
                <a:chExt cx="2267712" cy="1337983"/>
              </a:xfrm>
            </p:grpSpPr>
            <p:sp>
              <p:nvSpPr>
                <p:cNvPr id="3" name="Rectangle: Rounded Corners 2">
                  <a:extLst>
                    <a:ext uri="{FF2B5EF4-FFF2-40B4-BE49-F238E27FC236}">
                      <a16:creationId xmlns:a16="http://schemas.microsoft.com/office/drawing/2014/main" id="{25671DA9-70C5-1A18-ED2F-D3C13504D790}"/>
                    </a:ext>
                  </a:extLst>
                </p:cNvPr>
                <p:cNvSpPr/>
                <p:nvPr/>
              </p:nvSpPr>
              <p:spPr>
                <a:xfrm>
                  <a:off x="2522266" y="4067735"/>
                  <a:ext cx="2265829" cy="1337983"/>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cxnSp>
              <p:nvCxnSpPr>
                <p:cNvPr id="4" name="Straight Connector 3">
                  <a:extLst>
                    <a:ext uri="{FF2B5EF4-FFF2-40B4-BE49-F238E27FC236}">
                      <a16:creationId xmlns:a16="http://schemas.microsoft.com/office/drawing/2014/main" id="{E8DC1658-7DF1-6292-1258-0EC878A0A123}"/>
                    </a:ext>
                  </a:extLst>
                </p:cNvPr>
                <p:cNvCxnSpPr>
                  <a:cxnSpLocks/>
                </p:cNvCxnSpPr>
                <p:nvPr/>
              </p:nvCxnSpPr>
              <p:spPr>
                <a:xfrm>
                  <a:off x="2521324" y="4492235"/>
                  <a:ext cx="2267712" cy="0"/>
                </a:xfrm>
                <a:prstGeom prst="line">
                  <a:avLst/>
                </a:prstGeom>
                <a:noFill/>
                <a:ln w="79375">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sp>
              <p:nvSpPr>
                <p:cNvPr id="5" name="TextBox 4">
                  <a:extLst>
                    <a:ext uri="{FF2B5EF4-FFF2-40B4-BE49-F238E27FC236}">
                      <a16:creationId xmlns:a16="http://schemas.microsoft.com/office/drawing/2014/main" id="{9E1CAE67-B398-20DA-72BA-FCDE49E507FF}"/>
                    </a:ext>
                  </a:extLst>
                </p:cNvPr>
                <p:cNvSpPr txBox="1"/>
                <p:nvPr/>
              </p:nvSpPr>
              <p:spPr>
                <a:xfrm>
                  <a:off x="2959295" y="4067735"/>
                  <a:ext cx="1391771" cy="349623"/>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kern="1200" dirty="0">
                      <a:solidFill>
                        <a:schemeClr val="accent2"/>
                      </a:solidFill>
                      <a:latin typeface="+mn-lt"/>
                      <a:ea typeface="ＭＳ Ｐゴシック" charset="0"/>
                    </a:rPr>
                    <a:t>Campaign</a:t>
                  </a:r>
                  <a:endParaRPr lang="en-GB" sz="1000" kern="1200" dirty="0" err="1">
                    <a:solidFill>
                      <a:schemeClr val="accent2"/>
                    </a:solidFill>
                    <a:latin typeface="+mn-lt"/>
                    <a:ea typeface="ＭＳ Ｐゴシック" charset="0"/>
                  </a:endParaRPr>
                </a:p>
              </p:txBody>
            </p:sp>
            <p:sp>
              <p:nvSpPr>
                <p:cNvPr id="6" name="TextBox 5">
                  <a:extLst>
                    <a:ext uri="{FF2B5EF4-FFF2-40B4-BE49-F238E27FC236}">
                      <a16:creationId xmlns:a16="http://schemas.microsoft.com/office/drawing/2014/main" id="{5364A726-753E-B873-6416-27E3A5AB348E}"/>
                    </a:ext>
                  </a:extLst>
                </p:cNvPr>
                <p:cNvSpPr txBox="1"/>
                <p:nvPr/>
              </p:nvSpPr>
              <p:spPr>
                <a:xfrm>
                  <a:off x="2767025" y="4628544"/>
                  <a:ext cx="1776311" cy="576384"/>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kern="1200" dirty="0">
                      <a:solidFill>
                        <a:schemeClr val="bg1"/>
                      </a:solidFill>
                      <a:latin typeface="+mn-lt"/>
                      <a:ea typeface="ＭＳ Ｐゴシック" charset="0"/>
                    </a:rPr>
                    <a:t>Future-Proofed Workplaces</a:t>
                  </a:r>
                  <a:endParaRPr lang="en-GB" sz="1000" kern="1200" dirty="0" err="1">
                    <a:solidFill>
                      <a:schemeClr val="bg1"/>
                    </a:solidFill>
                    <a:latin typeface="+mn-lt"/>
                    <a:ea typeface="ＭＳ Ｐゴシック" charset="0"/>
                  </a:endParaRPr>
                </a:p>
              </p:txBody>
            </p:sp>
          </p:grpSp>
          <p:pic>
            <p:nvPicPr>
              <p:cNvPr id="43" name="Graphic 42" descr="Cycle with people with solid fill">
                <a:extLst>
                  <a:ext uri="{FF2B5EF4-FFF2-40B4-BE49-F238E27FC236}">
                    <a16:creationId xmlns:a16="http://schemas.microsoft.com/office/drawing/2014/main" id="{E7EFB222-9BDE-B2E3-2078-29F18E95B5E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646830" y="4054687"/>
                <a:ext cx="400110" cy="400110"/>
              </a:xfrm>
              <a:prstGeom prst="rect">
                <a:avLst/>
              </a:prstGeom>
            </p:spPr>
          </p:pic>
        </p:grpSp>
        <p:sp>
          <p:nvSpPr>
            <p:cNvPr id="47" name="TextBox 46">
              <a:extLst>
                <a:ext uri="{FF2B5EF4-FFF2-40B4-BE49-F238E27FC236}">
                  <a16:creationId xmlns:a16="http://schemas.microsoft.com/office/drawing/2014/main" id="{2AAE0072-E511-C087-524C-87554ED308E1}"/>
                </a:ext>
              </a:extLst>
            </p:cNvPr>
            <p:cNvSpPr txBox="1"/>
            <p:nvPr/>
          </p:nvSpPr>
          <p:spPr>
            <a:xfrm>
              <a:off x="1661662" y="2280238"/>
              <a:ext cx="8015472" cy="2037946"/>
            </a:xfrm>
            <a:prstGeom prst="rect">
              <a:avLst/>
            </a:prstGeom>
            <a:noFill/>
          </p:spPr>
          <p:txBody>
            <a:bodyPr wrap="square" lIns="0" tIns="0" rIns="0" bIns="0" rtlCol="0">
              <a:noAutofit/>
            </a:bodyPr>
            <a:lstStyle/>
            <a:p>
              <a:pPr defTabSz="912276" fontAlgn="base">
                <a:buClr>
                  <a:schemeClr val="bg1"/>
                </a:buClr>
                <a:buSzPct val="100000"/>
              </a:pPr>
              <a:r>
                <a:rPr lang="en-US" sz="1000" b="1" kern="1200" dirty="0">
                  <a:solidFill>
                    <a:schemeClr val="bg1"/>
                  </a:solidFill>
                  <a:latin typeface="+mn-lt"/>
                  <a:ea typeface="ＭＳ Ｐゴシック" charset="0"/>
                </a:rPr>
                <a:t>Name:</a:t>
              </a:r>
            </a:p>
            <a:p>
              <a:pPr marL="285750" indent="-285750" defTabSz="912276" fontAlgn="base">
                <a:buClr>
                  <a:schemeClr val="bg1"/>
                </a:buClr>
                <a:buSzPct val="100000"/>
                <a:buFont typeface="Arial" panose="020B0604020202020204" pitchFamily="34" charset="0"/>
                <a:buChar char="•"/>
              </a:pPr>
              <a:r>
                <a:rPr lang="en-GB" sz="1000" dirty="0">
                  <a:solidFill>
                    <a:schemeClr val="accent2"/>
                  </a:solidFill>
                </a:rPr>
                <a:t>Drive engagement and pipeline growth in EMEA Band A mid-market segment relating to Zero Trust Access</a:t>
              </a:r>
            </a:p>
            <a:p>
              <a:pPr defTabSz="912276" fontAlgn="base">
                <a:buClr>
                  <a:schemeClr val="bg1"/>
                </a:buClr>
                <a:buSzPct val="100000"/>
              </a:pPr>
              <a:r>
                <a:rPr lang="en-GB" sz="1000" b="1" dirty="0">
                  <a:solidFill>
                    <a:schemeClr val="bg1"/>
                  </a:solidFill>
                  <a:ea typeface="ＭＳ Ｐゴシック" charset="0"/>
                </a:rPr>
                <a:t>Description: </a:t>
              </a:r>
            </a:p>
            <a:p>
              <a:pPr marL="285750" indent="-285750" defTabSz="912276" fontAlgn="base">
                <a:buClr>
                  <a:schemeClr val="bg1"/>
                </a:buClr>
                <a:buSzPct val="100000"/>
                <a:buFont typeface="Arial" panose="020B0604020202020204" pitchFamily="34" charset="0"/>
                <a:buChar char="•"/>
              </a:pPr>
              <a:r>
                <a:rPr lang="en-GB" sz="1000" dirty="0">
                  <a:solidFill>
                    <a:schemeClr val="accent2"/>
                  </a:solidFill>
                </a:rPr>
                <a:t>Drive targeted engagement and accelerate pipeline growth within the EMEA Band A mid-market segment. By focusing specifically on Zero Trust Access solutions, the initiative addresses critical security needs for growing organizations across the region. Ultimately, it establishes a strategic framework to capture market share and nurture high-value prospects through dedicated security messaging</a:t>
              </a:r>
            </a:p>
          </p:txBody>
        </p:sp>
        <p:sp>
          <p:nvSpPr>
            <p:cNvPr id="59" name="Freeform: Shape 58">
              <a:extLst>
                <a:ext uri="{FF2B5EF4-FFF2-40B4-BE49-F238E27FC236}">
                  <a16:creationId xmlns:a16="http://schemas.microsoft.com/office/drawing/2014/main" id="{A3B64A03-501B-2D88-DB8F-5B169C75FC7E}"/>
                </a:ext>
              </a:extLst>
            </p:cNvPr>
            <p:cNvSpPr/>
            <p:nvPr/>
          </p:nvSpPr>
          <p:spPr>
            <a:xfrm>
              <a:off x="1510553" y="1773410"/>
              <a:ext cx="8317692" cy="3934933"/>
            </a:xfrm>
            <a:custGeom>
              <a:avLst/>
              <a:gdLst>
                <a:gd name="csX0" fmla="*/ 319709 w 9170894"/>
                <a:gd name="csY0" fmla="*/ 0 h 4338566"/>
                <a:gd name="csX1" fmla="*/ 683559 w 9170894"/>
                <a:gd name="csY1" fmla="*/ 0 h 4338566"/>
                <a:gd name="csX2" fmla="*/ 683559 w 9170894"/>
                <a:gd name="csY2" fmla="*/ 319022 h 4338566"/>
                <a:gd name="csX3" fmla="*/ 835458 w 9170894"/>
                <a:gd name="csY3" fmla="*/ 470921 h 4338566"/>
                <a:gd name="csX4" fmla="*/ 7250706 w 9170894"/>
                <a:gd name="csY4" fmla="*/ 470921 h 4338566"/>
                <a:gd name="csX5" fmla="*/ 7402605 w 9170894"/>
                <a:gd name="csY5" fmla="*/ 319022 h 4338566"/>
                <a:gd name="csX6" fmla="*/ 7402605 w 9170894"/>
                <a:gd name="csY6" fmla="*/ 0 h 4338566"/>
                <a:gd name="csX7" fmla="*/ 8851185 w 9170894"/>
                <a:gd name="csY7" fmla="*/ 0 h 4338566"/>
                <a:gd name="csX8" fmla="*/ 9170894 w 9170894"/>
                <a:gd name="csY8" fmla="*/ 319709 h 4338566"/>
                <a:gd name="csX9" fmla="*/ 9170894 w 9170894"/>
                <a:gd name="csY9" fmla="*/ 4018857 h 4338566"/>
                <a:gd name="csX10" fmla="*/ 8851185 w 9170894"/>
                <a:gd name="csY10" fmla="*/ 4338566 h 4338566"/>
                <a:gd name="csX11" fmla="*/ 319709 w 9170894"/>
                <a:gd name="csY11" fmla="*/ 4338566 h 4338566"/>
                <a:gd name="csX12" fmla="*/ 0 w 9170894"/>
                <a:gd name="csY12" fmla="*/ 4018857 h 4338566"/>
                <a:gd name="csX13" fmla="*/ 0 w 9170894"/>
                <a:gd name="csY13" fmla="*/ 319709 h 4338566"/>
                <a:gd name="csX14" fmla="*/ 319709 w 9170894"/>
                <a:gd name="csY14" fmla="*/ 0 h 43385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9170894" h="4338566">
                  <a:moveTo>
                    <a:pt x="319709" y="0"/>
                  </a:moveTo>
                  <a:lnTo>
                    <a:pt x="683559" y="0"/>
                  </a:lnTo>
                  <a:lnTo>
                    <a:pt x="683559" y="319022"/>
                  </a:lnTo>
                  <a:cubicBezTo>
                    <a:pt x="683559" y="402914"/>
                    <a:pt x="751566" y="470921"/>
                    <a:pt x="835458" y="470921"/>
                  </a:cubicBezTo>
                  <a:lnTo>
                    <a:pt x="7250706" y="470921"/>
                  </a:lnTo>
                  <a:cubicBezTo>
                    <a:pt x="7334598" y="470921"/>
                    <a:pt x="7402605" y="402914"/>
                    <a:pt x="7402605" y="319022"/>
                  </a:cubicBezTo>
                  <a:lnTo>
                    <a:pt x="7402605" y="0"/>
                  </a:lnTo>
                  <a:lnTo>
                    <a:pt x="8851185" y="0"/>
                  </a:lnTo>
                  <a:cubicBezTo>
                    <a:pt x="9027755" y="0"/>
                    <a:pt x="9170894" y="143139"/>
                    <a:pt x="9170894" y="319709"/>
                  </a:cubicBezTo>
                  <a:lnTo>
                    <a:pt x="9170894" y="4018857"/>
                  </a:lnTo>
                  <a:cubicBezTo>
                    <a:pt x="9170894" y="4195427"/>
                    <a:pt x="9027755" y="4338566"/>
                    <a:pt x="8851185" y="4338566"/>
                  </a:cubicBezTo>
                  <a:lnTo>
                    <a:pt x="319709" y="4338566"/>
                  </a:lnTo>
                  <a:cubicBezTo>
                    <a:pt x="143139" y="4338566"/>
                    <a:pt x="0" y="4195427"/>
                    <a:pt x="0" y="4018857"/>
                  </a:cubicBezTo>
                  <a:lnTo>
                    <a:pt x="0" y="319709"/>
                  </a:lnTo>
                  <a:cubicBezTo>
                    <a:pt x="0" y="143139"/>
                    <a:pt x="143139" y="0"/>
                    <a:pt x="319709" y="0"/>
                  </a:cubicBezTo>
                  <a:close/>
                </a:path>
              </a:pathLst>
            </a:custGeom>
            <a:noFill/>
            <a:ln w="15875">
              <a:solidFill>
                <a:schemeClr val="bg2"/>
              </a:solidFill>
            </a:ln>
            <a:effectLst/>
          </p:spPr>
          <p:style>
            <a:lnRef idx="2">
              <a:schemeClr val="accent1">
                <a:shade val="50000"/>
              </a:schemeClr>
            </a:lnRef>
            <a:fillRef idx="1">
              <a:schemeClr val="accent1"/>
            </a:fillRef>
            <a:effectRef idx="0">
              <a:schemeClr val="accent1"/>
            </a:effectRef>
            <a:fontRef idx="minor">
              <a:schemeClr val="lt1"/>
            </a:fontRef>
          </p:style>
          <p:txBody>
            <a:bodyPr wrap="square"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grpSp>
          <p:nvGrpSpPr>
            <p:cNvPr id="60" name="Group 59">
              <a:extLst>
                <a:ext uri="{FF2B5EF4-FFF2-40B4-BE49-F238E27FC236}">
                  <a16:creationId xmlns:a16="http://schemas.microsoft.com/office/drawing/2014/main" id="{4609A97C-741F-29C6-1ED4-064318B9B0ED}"/>
                </a:ext>
              </a:extLst>
            </p:cNvPr>
            <p:cNvGrpSpPr/>
            <p:nvPr/>
          </p:nvGrpSpPr>
          <p:grpSpPr>
            <a:xfrm>
              <a:off x="2122658" y="1337709"/>
              <a:ext cx="6093948" cy="863285"/>
              <a:chOff x="2568046" y="900391"/>
              <a:chExt cx="6719046" cy="951838"/>
            </a:xfrm>
          </p:grpSpPr>
          <p:sp>
            <p:nvSpPr>
              <p:cNvPr id="58" name="Rectangle: Rounded Corners 57">
                <a:extLst>
                  <a:ext uri="{FF2B5EF4-FFF2-40B4-BE49-F238E27FC236}">
                    <a16:creationId xmlns:a16="http://schemas.microsoft.com/office/drawing/2014/main" id="{32FD235F-C4B1-A996-02CB-9222599EC04F}"/>
                  </a:ext>
                </a:extLst>
              </p:cNvPr>
              <p:cNvSpPr/>
              <p:nvPr/>
            </p:nvSpPr>
            <p:spPr>
              <a:xfrm>
                <a:off x="2568046" y="940853"/>
                <a:ext cx="6719046" cy="911376"/>
              </a:xfrm>
              <a:prstGeom prst="roundRect">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GB" dirty="0">
                  <a:solidFill>
                    <a:schemeClr val="bg1"/>
                  </a:solidFill>
                </a:endParaRPr>
              </a:p>
            </p:txBody>
          </p:sp>
          <p:pic>
            <p:nvPicPr>
              <p:cNvPr id="56" name="Graphic 55" descr="Mandala with solid fill">
                <a:extLst>
                  <a:ext uri="{FF2B5EF4-FFF2-40B4-BE49-F238E27FC236}">
                    <a16:creationId xmlns:a16="http://schemas.microsoft.com/office/drawing/2014/main" id="{83D52CDA-9D23-5167-371A-31D8C9A055A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826124" y="900391"/>
                <a:ext cx="914400" cy="914400"/>
              </a:xfrm>
              <a:prstGeom prst="rect">
                <a:avLst/>
              </a:prstGeom>
            </p:spPr>
          </p:pic>
          <p:sp>
            <p:nvSpPr>
              <p:cNvPr id="57" name="TextBox 56">
                <a:extLst>
                  <a:ext uri="{FF2B5EF4-FFF2-40B4-BE49-F238E27FC236}">
                    <a16:creationId xmlns:a16="http://schemas.microsoft.com/office/drawing/2014/main" id="{DCB1752F-12E3-5E52-2950-D66999B0950F}"/>
                  </a:ext>
                </a:extLst>
              </p:cNvPr>
              <p:cNvSpPr txBox="1"/>
              <p:nvPr/>
            </p:nvSpPr>
            <p:spPr>
              <a:xfrm>
                <a:off x="3980329" y="1058663"/>
                <a:ext cx="3745006" cy="597856"/>
              </a:xfrm>
              <a:prstGeom prst="rect">
                <a:avLst/>
              </a:prstGeom>
              <a:noFill/>
            </p:spPr>
            <p:txBody>
              <a:bodyPr wrap="square" lIns="0" tIns="0" rIns="0" bIns="0" rtlCol="0">
                <a:noAutofit/>
              </a:bodyPr>
              <a:lstStyle/>
              <a:p>
                <a:pPr algn="l" defTabSz="912276" rtl="0" eaLnBrk="1" fontAlgn="base" hangingPunct="1">
                  <a:lnSpc>
                    <a:spcPct val="100000"/>
                  </a:lnSpc>
                  <a:spcBef>
                    <a:spcPts val="0"/>
                  </a:spcBef>
                  <a:spcAft>
                    <a:spcPts val="1000"/>
                  </a:spcAft>
                  <a:buClr>
                    <a:schemeClr val="bg1"/>
                  </a:buClr>
                  <a:buSzPct val="100000"/>
                </a:pPr>
                <a:r>
                  <a:rPr lang="en-US" sz="2400" kern="1200" dirty="0">
                    <a:solidFill>
                      <a:schemeClr val="bg1"/>
                    </a:solidFill>
                    <a:latin typeface="+mn-lt"/>
                    <a:ea typeface="ＭＳ Ｐゴシック" charset="0"/>
                  </a:rPr>
                  <a:t>cc010898</a:t>
                </a:r>
                <a:endParaRPr lang="en-GB" sz="2400" kern="1200" dirty="0" err="1">
                  <a:solidFill>
                    <a:schemeClr val="bg1"/>
                  </a:solidFill>
                  <a:latin typeface="+mn-lt"/>
                  <a:ea typeface="ＭＳ Ｐゴシック" charset="0"/>
                </a:endParaRPr>
              </a:p>
            </p:txBody>
          </p:sp>
        </p:grpSp>
      </p:grpSp>
      <p:cxnSp>
        <p:nvCxnSpPr>
          <p:cNvPr id="102" name="Straight Connector 101">
            <a:extLst>
              <a:ext uri="{FF2B5EF4-FFF2-40B4-BE49-F238E27FC236}">
                <a16:creationId xmlns:a16="http://schemas.microsoft.com/office/drawing/2014/main" id="{4D2D8CFF-6D9E-939E-4DCB-7B2E16EAFD70}"/>
              </a:ext>
            </a:extLst>
          </p:cNvPr>
          <p:cNvCxnSpPr>
            <a:cxnSpLocks/>
          </p:cNvCxnSpPr>
          <p:nvPr/>
        </p:nvCxnSpPr>
        <p:spPr>
          <a:xfrm>
            <a:off x="6456918" y="993089"/>
            <a:ext cx="0" cy="5120640"/>
          </a:xfrm>
          <a:prstGeom prst="line">
            <a:avLst/>
          </a:prstGeom>
          <a:noFill/>
          <a:ln w="44450">
            <a:gradFill>
              <a:gsLst>
                <a:gs pos="37000">
                  <a:srgbClr val="02C8FF"/>
                </a:gs>
                <a:gs pos="5000">
                  <a:srgbClr val="0A60FF"/>
                </a:gs>
                <a:gs pos="44000">
                  <a:srgbClr val="02C8FF"/>
                </a:gs>
                <a:gs pos="75000">
                  <a:srgbClr val="FF007F"/>
                </a:gs>
                <a:gs pos="95000">
                  <a:srgbClr val="FF9000"/>
                </a:gs>
              </a:gsLst>
              <a:lin ang="5400000" scaled="1"/>
            </a:gradFill>
            <a:prstDash val="solid"/>
          </a:ln>
          <a:effectLst/>
        </p:spPr>
        <p:style>
          <a:lnRef idx="2">
            <a:schemeClr val="accent1">
              <a:shade val="50000"/>
            </a:schemeClr>
          </a:lnRef>
          <a:fillRef idx="1">
            <a:schemeClr val="accent1"/>
          </a:fillRef>
          <a:effectRef idx="0">
            <a:schemeClr val="accent1"/>
          </a:effectRef>
          <a:fontRef idx="minor">
            <a:schemeClr val="lt1"/>
          </a:fontRef>
        </p:style>
      </p:cxnSp>
      <p:grpSp>
        <p:nvGrpSpPr>
          <p:cNvPr id="131" name="Group 130">
            <a:extLst>
              <a:ext uri="{FF2B5EF4-FFF2-40B4-BE49-F238E27FC236}">
                <a16:creationId xmlns:a16="http://schemas.microsoft.com/office/drawing/2014/main" id="{CE35D0A7-C53D-85A2-0F22-EBF791457548}"/>
              </a:ext>
            </a:extLst>
          </p:cNvPr>
          <p:cNvGrpSpPr/>
          <p:nvPr/>
        </p:nvGrpSpPr>
        <p:grpSpPr>
          <a:xfrm>
            <a:off x="6689663" y="1277027"/>
            <a:ext cx="5179799" cy="529877"/>
            <a:chOff x="6689663" y="2085046"/>
            <a:chExt cx="5179799" cy="529877"/>
          </a:xfrm>
        </p:grpSpPr>
        <p:sp>
          <p:nvSpPr>
            <p:cNvPr id="104" name="Rectangle: Rounded Corners 103">
              <a:extLst>
                <a:ext uri="{FF2B5EF4-FFF2-40B4-BE49-F238E27FC236}">
                  <a16:creationId xmlns:a16="http://schemas.microsoft.com/office/drawing/2014/main" id="{F41A94C0-56CA-8000-447A-507ED62EA015}"/>
                </a:ext>
              </a:extLst>
            </p:cNvPr>
            <p:cNvSpPr/>
            <p:nvPr/>
          </p:nvSpPr>
          <p:spPr>
            <a:xfrm>
              <a:off x="7937542" y="2112425"/>
              <a:ext cx="3931920" cy="475118"/>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05" name="Arrow: Pentagon 104">
              <a:extLst>
                <a:ext uri="{FF2B5EF4-FFF2-40B4-BE49-F238E27FC236}">
                  <a16:creationId xmlns:a16="http://schemas.microsoft.com/office/drawing/2014/main" id="{6286E43B-654D-E1F6-B964-401F7F3B72EF}"/>
                </a:ext>
              </a:extLst>
            </p:cNvPr>
            <p:cNvSpPr/>
            <p:nvPr/>
          </p:nvSpPr>
          <p:spPr>
            <a:xfrm>
              <a:off x="7036575" y="2112425"/>
              <a:ext cx="1532098" cy="475118"/>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06" name="TextBox 105">
              <a:extLst>
                <a:ext uri="{FF2B5EF4-FFF2-40B4-BE49-F238E27FC236}">
                  <a16:creationId xmlns:a16="http://schemas.microsoft.com/office/drawing/2014/main" id="{1B0E33AB-2E53-2E40-713D-79C0FB6E6B19}"/>
                </a:ext>
              </a:extLst>
            </p:cNvPr>
            <p:cNvSpPr txBox="1"/>
            <p:nvPr/>
          </p:nvSpPr>
          <p:spPr>
            <a:xfrm>
              <a:off x="7395424" y="2260537"/>
              <a:ext cx="1140447" cy="178894"/>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CCID</a:t>
              </a:r>
              <a:endParaRPr lang="en-GB" sz="1600" kern="1200" dirty="0" err="1">
                <a:solidFill>
                  <a:schemeClr val="bg1"/>
                </a:solidFill>
                <a:latin typeface="+mn-lt"/>
                <a:ea typeface="ＭＳ Ｐゴシック" charset="0"/>
              </a:endParaRPr>
            </a:p>
          </p:txBody>
        </p:sp>
        <p:sp>
          <p:nvSpPr>
            <p:cNvPr id="108" name="TextBox 107">
              <a:extLst>
                <a:ext uri="{FF2B5EF4-FFF2-40B4-BE49-F238E27FC236}">
                  <a16:creationId xmlns:a16="http://schemas.microsoft.com/office/drawing/2014/main" id="{B846E208-7320-D919-9284-45ACADE77D87}"/>
                </a:ext>
              </a:extLst>
            </p:cNvPr>
            <p:cNvSpPr txBox="1"/>
            <p:nvPr/>
          </p:nvSpPr>
          <p:spPr>
            <a:xfrm>
              <a:off x="8642230" y="2184234"/>
              <a:ext cx="2637800" cy="331500"/>
            </a:xfrm>
            <a:prstGeom prst="rect">
              <a:avLst/>
            </a:prstGeom>
            <a:noFill/>
          </p:spPr>
          <p:txBody>
            <a:bodyPr wrap="square" lIns="0" tIns="0" rIns="0" bIns="0" rtlCol="0">
              <a:noAutofit/>
            </a:bodyPr>
            <a:lstStyle>
              <a:defPPr>
                <a:defRPr lang="en-US"/>
              </a:defPPr>
              <a:lvl1pPr marL="182880" indent="-182880" defTabSz="912276" fontAlgn="base">
                <a:spcAft>
                  <a:spcPts val="1000"/>
                </a:spcAft>
                <a:buClr>
                  <a:schemeClr val="bg1"/>
                </a:buClr>
                <a:buSzPct val="100000"/>
                <a:buFont typeface="Arial" panose="020B0604020202020204" pitchFamily="34" charset="0"/>
                <a:buChar char="•"/>
                <a:defRPr sz="1200">
                  <a:solidFill>
                    <a:schemeClr val="bg1"/>
                  </a:solidFill>
                </a:defRPr>
              </a:lvl1pPr>
            </a:lstStyle>
            <a:p>
              <a:pPr marL="0" indent="0">
                <a:buNone/>
              </a:pPr>
              <a:r>
                <a:rPr lang="en-GB" sz="1000" dirty="0"/>
                <a:t>On Creation of an Activity ID a CCID is automatically generated</a:t>
              </a:r>
            </a:p>
          </p:txBody>
        </p:sp>
        <p:sp>
          <p:nvSpPr>
            <p:cNvPr id="111" name="Oval 110">
              <a:extLst>
                <a:ext uri="{FF2B5EF4-FFF2-40B4-BE49-F238E27FC236}">
                  <a16:creationId xmlns:a16="http://schemas.microsoft.com/office/drawing/2014/main" id="{7994777B-2627-1196-E0D1-4D9F2BE9B2C3}"/>
                </a:ext>
              </a:extLst>
            </p:cNvPr>
            <p:cNvSpPr/>
            <p:nvPr/>
          </p:nvSpPr>
          <p:spPr>
            <a:xfrm>
              <a:off x="6689663" y="2085046"/>
              <a:ext cx="529877" cy="52987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1</a:t>
              </a:r>
              <a:endParaRPr lang="en-GB" dirty="0">
                <a:solidFill>
                  <a:schemeClr val="bg1"/>
                </a:solidFill>
              </a:endParaRPr>
            </a:p>
          </p:txBody>
        </p:sp>
      </p:grpSp>
      <p:grpSp>
        <p:nvGrpSpPr>
          <p:cNvPr id="132" name="Group 131">
            <a:extLst>
              <a:ext uri="{FF2B5EF4-FFF2-40B4-BE49-F238E27FC236}">
                <a16:creationId xmlns:a16="http://schemas.microsoft.com/office/drawing/2014/main" id="{A499A42C-175B-7A74-9E2A-D95815671180}"/>
              </a:ext>
            </a:extLst>
          </p:cNvPr>
          <p:cNvGrpSpPr/>
          <p:nvPr/>
        </p:nvGrpSpPr>
        <p:grpSpPr>
          <a:xfrm>
            <a:off x="6689663" y="2285654"/>
            <a:ext cx="5179799" cy="529877"/>
            <a:chOff x="6689663" y="2850599"/>
            <a:chExt cx="5179799" cy="529877"/>
          </a:xfrm>
        </p:grpSpPr>
        <p:sp>
          <p:nvSpPr>
            <p:cNvPr id="114" name="Rectangle: Rounded Corners 113">
              <a:extLst>
                <a:ext uri="{FF2B5EF4-FFF2-40B4-BE49-F238E27FC236}">
                  <a16:creationId xmlns:a16="http://schemas.microsoft.com/office/drawing/2014/main" id="{B46256B8-FBEC-5CE1-02E7-967E09315485}"/>
                </a:ext>
              </a:extLst>
            </p:cNvPr>
            <p:cNvSpPr/>
            <p:nvPr/>
          </p:nvSpPr>
          <p:spPr>
            <a:xfrm>
              <a:off x="7937542" y="2877978"/>
              <a:ext cx="3931920" cy="475118"/>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15" name="Arrow: Pentagon 114">
              <a:extLst>
                <a:ext uri="{FF2B5EF4-FFF2-40B4-BE49-F238E27FC236}">
                  <a16:creationId xmlns:a16="http://schemas.microsoft.com/office/drawing/2014/main" id="{0B1D4353-AB22-E856-56DD-F79E79D80BBB}"/>
                </a:ext>
              </a:extLst>
            </p:cNvPr>
            <p:cNvSpPr/>
            <p:nvPr/>
          </p:nvSpPr>
          <p:spPr>
            <a:xfrm>
              <a:off x="7036575" y="2877978"/>
              <a:ext cx="1532098" cy="475118"/>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16" name="TextBox 115">
              <a:extLst>
                <a:ext uri="{FF2B5EF4-FFF2-40B4-BE49-F238E27FC236}">
                  <a16:creationId xmlns:a16="http://schemas.microsoft.com/office/drawing/2014/main" id="{8C3EA2AC-FE92-60F9-C393-5D2AEAAE0FAF}"/>
                </a:ext>
              </a:extLst>
            </p:cNvPr>
            <p:cNvSpPr txBox="1"/>
            <p:nvPr/>
          </p:nvSpPr>
          <p:spPr>
            <a:xfrm>
              <a:off x="7395424" y="3026090"/>
              <a:ext cx="1140447" cy="178894"/>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Information</a:t>
              </a:r>
              <a:endParaRPr lang="en-GB" sz="1600" kern="1200" dirty="0" err="1">
                <a:solidFill>
                  <a:schemeClr val="bg1"/>
                </a:solidFill>
                <a:latin typeface="+mn-lt"/>
                <a:ea typeface="ＭＳ Ｐゴシック" charset="0"/>
              </a:endParaRPr>
            </a:p>
          </p:txBody>
        </p:sp>
        <p:sp>
          <p:nvSpPr>
            <p:cNvPr id="117" name="TextBox 116">
              <a:extLst>
                <a:ext uri="{FF2B5EF4-FFF2-40B4-BE49-F238E27FC236}">
                  <a16:creationId xmlns:a16="http://schemas.microsoft.com/office/drawing/2014/main" id="{A8864AA3-7486-2B90-4CD1-380A5F8BCAF7}"/>
                </a:ext>
              </a:extLst>
            </p:cNvPr>
            <p:cNvSpPr txBox="1"/>
            <p:nvPr/>
          </p:nvSpPr>
          <p:spPr>
            <a:xfrm>
              <a:off x="8642230" y="2877979"/>
              <a:ext cx="2637800" cy="475117"/>
            </a:xfrm>
            <a:prstGeom prst="rect">
              <a:avLst/>
            </a:prstGeom>
            <a:noFill/>
          </p:spPr>
          <p:txBody>
            <a:bodyPr wrap="square" lIns="0" tIns="0" rIns="0" bIns="0" rtlCol="0">
              <a:noAutofit/>
            </a:bodyPr>
            <a:lstStyle>
              <a:defPPr>
                <a:defRPr lang="en-US"/>
              </a:defPPr>
              <a:lvl1pPr marL="182880" indent="-182880" defTabSz="912276" fontAlgn="base">
                <a:spcAft>
                  <a:spcPts val="1000"/>
                </a:spcAft>
                <a:buClr>
                  <a:schemeClr val="bg1"/>
                </a:buClr>
                <a:buSzPct val="100000"/>
                <a:buFont typeface="Arial" panose="020B0604020202020204" pitchFamily="34" charset="0"/>
                <a:buChar char="•"/>
                <a:defRPr sz="1200">
                  <a:solidFill>
                    <a:schemeClr val="bg1"/>
                  </a:solidFill>
                </a:defRPr>
              </a:lvl1pPr>
            </a:lstStyle>
            <a:p>
              <a:pPr marL="0" indent="0">
                <a:buNone/>
              </a:pPr>
              <a:r>
                <a:rPr lang="en-GB" sz="1000" dirty="0"/>
                <a:t>Passed downstream to sellers &amp; must reflect the specific marketing activity used to target the customer.</a:t>
              </a:r>
            </a:p>
          </p:txBody>
        </p:sp>
        <p:sp>
          <p:nvSpPr>
            <p:cNvPr id="118" name="Oval 117">
              <a:extLst>
                <a:ext uri="{FF2B5EF4-FFF2-40B4-BE49-F238E27FC236}">
                  <a16:creationId xmlns:a16="http://schemas.microsoft.com/office/drawing/2014/main" id="{E7D1DB1B-4DCE-BFFB-6557-60A5CB2D1789}"/>
                </a:ext>
              </a:extLst>
            </p:cNvPr>
            <p:cNvSpPr/>
            <p:nvPr/>
          </p:nvSpPr>
          <p:spPr>
            <a:xfrm>
              <a:off x="6689663" y="2850599"/>
              <a:ext cx="529877" cy="52987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2</a:t>
              </a:r>
              <a:endParaRPr lang="en-GB" dirty="0">
                <a:solidFill>
                  <a:schemeClr val="bg1"/>
                </a:solidFill>
              </a:endParaRPr>
            </a:p>
          </p:txBody>
        </p:sp>
      </p:grpSp>
      <p:grpSp>
        <p:nvGrpSpPr>
          <p:cNvPr id="133" name="Group 132">
            <a:extLst>
              <a:ext uri="{FF2B5EF4-FFF2-40B4-BE49-F238E27FC236}">
                <a16:creationId xmlns:a16="http://schemas.microsoft.com/office/drawing/2014/main" id="{B8F68B14-A96C-A119-656E-7DCD5FFA6FFC}"/>
              </a:ext>
            </a:extLst>
          </p:cNvPr>
          <p:cNvGrpSpPr/>
          <p:nvPr/>
        </p:nvGrpSpPr>
        <p:grpSpPr>
          <a:xfrm>
            <a:off x="6689663" y="3294281"/>
            <a:ext cx="5179799" cy="529877"/>
            <a:chOff x="6704329" y="3670911"/>
            <a:chExt cx="5179799" cy="529877"/>
          </a:xfrm>
        </p:grpSpPr>
        <p:sp>
          <p:nvSpPr>
            <p:cNvPr id="120" name="Rectangle: Rounded Corners 119">
              <a:extLst>
                <a:ext uri="{FF2B5EF4-FFF2-40B4-BE49-F238E27FC236}">
                  <a16:creationId xmlns:a16="http://schemas.microsoft.com/office/drawing/2014/main" id="{D84AC78F-06C2-609E-2B2F-09499B418E43}"/>
                </a:ext>
              </a:extLst>
            </p:cNvPr>
            <p:cNvSpPr/>
            <p:nvPr/>
          </p:nvSpPr>
          <p:spPr>
            <a:xfrm>
              <a:off x="7952208" y="3698290"/>
              <a:ext cx="3931920" cy="475118"/>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21" name="Arrow: Pentagon 120">
              <a:extLst>
                <a:ext uri="{FF2B5EF4-FFF2-40B4-BE49-F238E27FC236}">
                  <a16:creationId xmlns:a16="http://schemas.microsoft.com/office/drawing/2014/main" id="{EC443799-B0E7-27D9-E02E-FC72C2ADF815}"/>
                </a:ext>
              </a:extLst>
            </p:cNvPr>
            <p:cNvSpPr/>
            <p:nvPr/>
          </p:nvSpPr>
          <p:spPr>
            <a:xfrm>
              <a:off x="7051241" y="3698290"/>
              <a:ext cx="1532098" cy="475118"/>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22" name="TextBox 121">
              <a:extLst>
                <a:ext uri="{FF2B5EF4-FFF2-40B4-BE49-F238E27FC236}">
                  <a16:creationId xmlns:a16="http://schemas.microsoft.com/office/drawing/2014/main" id="{B1F8FE4E-6F9B-5117-FB73-DF804C6916FA}"/>
                </a:ext>
              </a:extLst>
            </p:cNvPr>
            <p:cNvSpPr txBox="1"/>
            <p:nvPr/>
          </p:nvSpPr>
          <p:spPr>
            <a:xfrm>
              <a:off x="7410090" y="3846402"/>
              <a:ext cx="1140447" cy="178894"/>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Campaign</a:t>
              </a:r>
              <a:endParaRPr lang="en-GB" sz="1600" kern="1200" dirty="0" err="1">
                <a:solidFill>
                  <a:schemeClr val="bg1"/>
                </a:solidFill>
                <a:latin typeface="+mn-lt"/>
                <a:ea typeface="ＭＳ Ｐゴシック" charset="0"/>
              </a:endParaRPr>
            </a:p>
          </p:txBody>
        </p:sp>
        <p:sp>
          <p:nvSpPr>
            <p:cNvPr id="123" name="TextBox 122">
              <a:extLst>
                <a:ext uri="{FF2B5EF4-FFF2-40B4-BE49-F238E27FC236}">
                  <a16:creationId xmlns:a16="http://schemas.microsoft.com/office/drawing/2014/main" id="{35943B9E-7864-8A48-4A6B-8B0F45B05FC6}"/>
                </a:ext>
              </a:extLst>
            </p:cNvPr>
            <p:cNvSpPr txBox="1"/>
            <p:nvPr/>
          </p:nvSpPr>
          <p:spPr>
            <a:xfrm>
              <a:off x="8656896" y="3698291"/>
              <a:ext cx="3211254" cy="475117"/>
            </a:xfrm>
            <a:prstGeom prst="rect">
              <a:avLst/>
            </a:prstGeom>
            <a:noFill/>
          </p:spPr>
          <p:txBody>
            <a:bodyPr wrap="square" lIns="0" tIns="0" rIns="0" bIns="0" rtlCol="0">
              <a:noAutofit/>
            </a:bodyPr>
            <a:lstStyle>
              <a:defPPr>
                <a:defRPr lang="en-US"/>
              </a:defPPr>
              <a:lvl1pPr marL="182880" indent="-182880" defTabSz="912276" fontAlgn="base">
                <a:spcAft>
                  <a:spcPts val="1000"/>
                </a:spcAft>
                <a:buClr>
                  <a:schemeClr val="bg1"/>
                </a:buClr>
                <a:buSzPct val="100000"/>
                <a:buFont typeface="Arial" panose="020B0604020202020204" pitchFamily="34" charset="0"/>
                <a:buChar char="•"/>
                <a:defRPr sz="1200">
                  <a:solidFill>
                    <a:schemeClr val="bg1"/>
                  </a:solidFill>
                </a:defRPr>
              </a:lvl1pPr>
            </a:lstStyle>
            <a:p>
              <a:pPr marL="0" indent="0">
                <a:buNone/>
              </a:pPr>
              <a:r>
                <a:rPr lang="en-GB" sz="1000" dirty="0"/>
                <a:t>A coordinated, structured set of marketing activities targeted at a specific audience segment to achieve a defined, short-term objective..</a:t>
              </a:r>
            </a:p>
          </p:txBody>
        </p:sp>
        <p:sp>
          <p:nvSpPr>
            <p:cNvPr id="124" name="Oval 123">
              <a:extLst>
                <a:ext uri="{FF2B5EF4-FFF2-40B4-BE49-F238E27FC236}">
                  <a16:creationId xmlns:a16="http://schemas.microsoft.com/office/drawing/2014/main" id="{3EB7CF2C-08C3-291B-6421-7F057DC3AFFE}"/>
                </a:ext>
              </a:extLst>
            </p:cNvPr>
            <p:cNvSpPr/>
            <p:nvPr/>
          </p:nvSpPr>
          <p:spPr>
            <a:xfrm>
              <a:off x="6704329" y="3670911"/>
              <a:ext cx="529877" cy="52987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3</a:t>
              </a:r>
              <a:endParaRPr lang="en-GB" dirty="0">
                <a:solidFill>
                  <a:schemeClr val="bg1"/>
                </a:solidFill>
              </a:endParaRPr>
            </a:p>
          </p:txBody>
        </p:sp>
      </p:grpSp>
      <p:grpSp>
        <p:nvGrpSpPr>
          <p:cNvPr id="134" name="Group 133">
            <a:extLst>
              <a:ext uri="{FF2B5EF4-FFF2-40B4-BE49-F238E27FC236}">
                <a16:creationId xmlns:a16="http://schemas.microsoft.com/office/drawing/2014/main" id="{23407C09-BFF8-6094-E88E-930613F7C73D}"/>
              </a:ext>
            </a:extLst>
          </p:cNvPr>
          <p:cNvGrpSpPr/>
          <p:nvPr/>
        </p:nvGrpSpPr>
        <p:grpSpPr>
          <a:xfrm>
            <a:off x="6689663" y="4302908"/>
            <a:ext cx="5179799" cy="529877"/>
            <a:chOff x="6775864" y="4491223"/>
            <a:chExt cx="5179799" cy="529877"/>
          </a:xfrm>
        </p:grpSpPr>
        <p:sp>
          <p:nvSpPr>
            <p:cNvPr id="126" name="Rectangle: Rounded Corners 125">
              <a:extLst>
                <a:ext uri="{FF2B5EF4-FFF2-40B4-BE49-F238E27FC236}">
                  <a16:creationId xmlns:a16="http://schemas.microsoft.com/office/drawing/2014/main" id="{D22300FC-D282-AED7-5F00-116BE3BE1CBB}"/>
                </a:ext>
              </a:extLst>
            </p:cNvPr>
            <p:cNvSpPr/>
            <p:nvPr/>
          </p:nvSpPr>
          <p:spPr>
            <a:xfrm>
              <a:off x="8023743" y="4518602"/>
              <a:ext cx="3931920" cy="475118"/>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27" name="Arrow: Pentagon 126">
              <a:extLst>
                <a:ext uri="{FF2B5EF4-FFF2-40B4-BE49-F238E27FC236}">
                  <a16:creationId xmlns:a16="http://schemas.microsoft.com/office/drawing/2014/main" id="{249A06B2-0F46-7CFE-F199-DD3E143502C2}"/>
                </a:ext>
              </a:extLst>
            </p:cNvPr>
            <p:cNvSpPr/>
            <p:nvPr/>
          </p:nvSpPr>
          <p:spPr>
            <a:xfrm>
              <a:off x="7122776" y="4518602"/>
              <a:ext cx="1532098" cy="475118"/>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28" name="TextBox 127">
              <a:extLst>
                <a:ext uri="{FF2B5EF4-FFF2-40B4-BE49-F238E27FC236}">
                  <a16:creationId xmlns:a16="http://schemas.microsoft.com/office/drawing/2014/main" id="{862AC5BF-3679-501F-E270-1A06B0FAC7EA}"/>
                </a:ext>
              </a:extLst>
            </p:cNvPr>
            <p:cNvSpPr txBox="1"/>
            <p:nvPr/>
          </p:nvSpPr>
          <p:spPr>
            <a:xfrm>
              <a:off x="7481625" y="4666714"/>
              <a:ext cx="1140447" cy="178894"/>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Program</a:t>
              </a:r>
              <a:endParaRPr lang="en-GB" sz="1600" kern="1200" dirty="0" err="1">
                <a:solidFill>
                  <a:schemeClr val="bg1"/>
                </a:solidFill>
                <a:latin typeface="+mn-lt"/>
                <a:ea typeface="ＭＳ Ｐゴシック" charset="0"/>
              </a:endParaRPr>
            </a:p>
          </p:txBody>
        </p:sp>
        <p:sp>
          <p:nvSpPr>
            <p:cNvPr id="129" name="TextBox 128">
              <a:extLst>
                <a:ext uri="{FF2B5EF4-FFF2-40B4-BE49-F238E27FC236}">
                  <a16:creationId xmlns:a16="http://schemas.microsoft.com/office/drawing/2014/main" id="{C78C41E6-4041-7666-60C3-FD9B1B71D84D}"/>
                </a:ext>
              </a:extLst>
            </p:cNvPr>
            <p:cNvSpPr txBox="1"/>
            <p:nvPr/>
          </p:nvSpPr>
          <p:spPr>
            <a:xfrm>
              <a:off x="8728430" y="4518603"/>
              <a:ext cx="3155697" cy="475117"/>
            </a:xfrm>
            <a:prstGeom prst="rect">
              <a:avLst/>
            </a:prstGeom>
            <a:noFill/>
          </p:spPr>
          <p:txBody>
            <a:bodyPr wrap="square" lIns="0" tIns="0" rIns="0" bIns="0" rtlCol="0">
              <a:noAutofit/>
            </a:bodyPr>
            <a:lstStyle>
              <a:defPPr>
                <a:defRPr lang="en-US"/>
              </a:defPPr>
              <a:lvl1pPr marL="182880" indent="-182880" defTabSz="912276" fontAlgn="base">
                <a:spcAft>
                  <a:spcPts val="1000"/>
                </a:spcAft>
                <a:buClr>
                  <a:schemeClr val="bg1"/>
                </a:buClr>
                <a:buSzPct val="100000"/>
                <a:buFont typeface="Arial" panose="020B0604020202020204" pitchFamily="34" charset="0"/>
                <a:buChar char="•"/>
                <a:defRPr sz="1200">
                  <a:solidFill>
                    <a:schemeClr val="bg1"/>
                  </a:solidFill>
                </a:defRPr>
              </a:lvl1pPr>
            </a:lstStyle>
            <a:p>
              <a:pPr marL="0" indent="0">
                <a:buNone/>
              </a:pPr>
              <a:r>
                <a:rPr lang="en-GB" sz="1000" dirty="0"/>
                <a:t>A broader, ongoing strategic framework that encompasses and coordinates multiple related campaigns and initiatives over a longer period.</a:t>
              </a:r>
            </a:p>
          </p:txBody>
        </p:sp>
        <p:sp>
          <p:nvSpPr>
            <p:cNvPr id="130" name="Oval 129">
              <a:extLst>
                <a:ext uri="{FF2B5EF4-FFF2-40B4-BE49-F238E27FC236}">
                  <a16:creationId xmlns:a16="http://schemas.microsoft.com/office/drawing/2014/main" id="{5C0A75BB-D059-5CFF-96ED-C48D53B9D1A2}"/>
                </a:ext>
              </a:extLst>
            </p:cNvPr>
            <p:cNvSpPr/>
            <p:nvPr/>
          </p:nvSpPr>
          <p:spPr>
            <a:xfrm>
              <a:off x="6775864" y="4491223"/>
              <a:ext cx="529877" cy="52987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4</a:t>
              </a:r>
              <a:endParaRPr lang="en-GB" dirty="0">
                <a:solidFill>
                  <a:schemeClr val="bg1"/>
                </a:solidFill>
              </a:endParaRPr>
            </a:p>
          </p:txBody>
        </p:sp>
      </p:grpSp>
      <p:grpSp>
        <p:nvGrpSpPr>
          <p:cNvPr id="135" name="Group 134">
            <a:extLst>
              <a:ext uri="{FF2B5EF4-FFF2-40B4-BE49-F238E27FC236}">
                <a16:creationId xmlns:a16="http://schemas.microsoft.com/office/drawing/2014/main" id="{13A19C2F-6843-1B6C-FDDD-85A0BDEE2550}"/>
              </a:ext>
            </a:extLst>
          </p:cNvPr>
          <p:cNvGrpSpPr/>
          <p:nvPr/>
        </p:nvGrpSpPr>
        <p:grpSpPr>
          <a:xfrm>
            <a:off x="6689663" y="5311535"/>
            <a:ext cx="5179799" cy="529877"/>
            <a:chOff x="6775864" y="4491223"/>
            <a:chExt cx="5179799" cy="529877"/>
          </a:xfrm>
        </p:grpSpPr>
        <p:sp>
          <p:nvSpPr>
            <p:cNvPr id="136" name="Rectangle: Rounded Corners 135">
              <a:extLst>
                <a:ext uri="{FF2B5EF4-FFF2-40B4-BE49-F238E27FC236}">
                  <a16:creationId xmlns:a16="http://schemas.microsoft.com/office/drawing/2014/main" id="{B7758F79-2F93-9971-F2F3-C04160090DE9}"/>
                </a:ext>
              </a:extLst>
            </p:cNvPr>
            <p:cNvSpPr/>
            <p:nvPr/>
          </p:nvSpPr>
          <p:spPr>
            <a:xfrm>
              <a:off x="8023743" y="4518602"/>
              <a:ext cx="3931920" cy="475118"/>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37" name="Arrow: Pentagon 136">
              <a:extLst>
                <a:ext uri="{FF2B5EF4-FFF2-40B4-BE49-F238E27FC236}">
                  <a16:creationId xmlns:a16="http://schemas.microsoft.com/office/drawing/2014/main" id="{2E34256B-55A3-13E5-020B-0C39F82EE490}"/>
                </a:ext>
              </a:extLst>
            </p:cNvPr>
            <p:cNvSpPr/>
            <p:nvPr/>
          </p:nvSpPr>
          <p:spPr>
            <a:xfrm>
              <a:off x="7122776" y="4518602"/>
              <a:ext cx="1532098" cy="475118"/>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38" name="TextBox 137">
              <a:extLst>
                <a:ext uri="{FF2B5EF4-FFF2-40B4-BE49-F238E27FC236}">
                  <a16:creationId xmlns:a16="http://schemas.microsoft.com/office/drawing/2014/main" id="{104B10A5-EE27-B206-2B4D-E61925FB8F90}"/>
                </a:ext>
              </a:extLst>
            </p:cNvPr>
            <p:cNvSpPr txBox="1"/>
            <p:nvPr/>
          </p:nvSpPr>
          <p:spPr>
            <a:xfrm>
              <a:off x="7481625" y="4666714"/>
              <a:ext cx="1140447" cy="178894"/>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Motion</a:t>
              </a:r>
              <a:endParaRPr lang="en-GB" sz="1600" kern="1200" dirty="0" err="1">
                <a:solidFill>
                  <a:schemeClr val="bg1"/>
                </a:solidFill>
                <a:latin typeface="+mn-lt"/>
                <a:ea typeface="ＭＳ Ｐゴシック" charset="0"/>
              </a:endParaRPr>
            </a:p>
          </p:txBody>
        </p:sp>
        <p:sp>
          <p:nvSpPr>
            <p:cNvPr id="139" name="TextBox 138">
              <a:extLst>
                <a:ext uri="{FF2B5EF4-FFF2-40B4-BE49-F238E27FC236}">
                  <a16:creationId xmlns:a16="http://schemas.microsoft.com/office/drawing/2014/main" id="{3AE0F64E-9E72-03FF-697F-A24FA6ACFF83}"/>
                </a:ext>
              </a:extLst>
            </p:cNvPr>
            <p:cNvSpPr txBox="1"/>
            <p:nvPr/>
          </p:nvSpPr>
          <p:spPr>
            <a:xfrm>
              <a:off x="8728430" y="4518603"/>
              <a:ext cx="3155697" cy="475117"/>
            </a:xfrm>
            <a:prstGeom prst="rect">
              <a:avLst/>
            </a:prstGeom>
            <a:noFill/>
          </p:spPr>
          <p:txBody>
            <a:bodyPr wrap="square" lIns="0" tIns="0" rIns="0" bIns="0" rtlCol="0">
              <a:noAutofit/>
            </a:bodyPr>
            <a:lstStyle>
              <a:defPPr>
                <a:defRPr lang="en-US"/>
              </a:defPPr>
              <a:lvl1pPr marL="182880" indent="-182880" defTabSz="912276" fontAlgn="base">
                <a:spcAft>
                  <a:spcPts val="1000"/>
                </a:spcAft>
                <a:buClr>
                  <a:schemeClr val="bg1"/>
                </a:buClr>
                <a:buSzPct val="100000"/>
                <a:buFont typeface="Arial" panose="020B0604020202020204" pitchFamily="34" charset="0"/>
                <a:buChar char="•"/>
                <a:defRPr sz="1200">
                  <a:solidFill>
                    <a:schemeClr val="bg1"/>
                  </a:solidFill>
                </a:defRPr>
              </a:lvl1pPr>
            </a:lstStyle>
            <a:p>
              <a:pPr marL="0" indent="0">
                <a:buNone/>
              </a:pPr>
              <a:r>
                <a:rPr lang="en-GB" sz="1000" dirty="0"/>
                <a:t>How teams target prospects based on personalization level, ranging from high-touch ABM and ABX to broad-reach Scale Marketing</a:t>
              </a:r>
            </a:p>
          </p:txBody>
        </p:sp>
        <p:sp>
          <p:nvSpPr>
            <p:cNvPr id="140" name="Oval 139">
              <a:extLst>
                <a:ext uri="{FF2B5EF4-FFF2-40B4-BE49-F238E27FC236}">
                  <a16:creationId xmlns:a16="http://schemas.microsoft.com/office/drawing/2014/main" id="{28AFCD27-317A-6E2C-BB9E-374DF50846FF}"/>
                </a:ext>
              </a:extLst>
            </p:cNvPr>
            <p:cNvSpPr/>
            <p:nvPr/>
          </p:nvSpPr>
          <p:spPr>
            <a:xfrm>
              <a:off x="6775864" y="4491223"/>
              <a:ext cx="529877" cy="52987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5</a:t>
              </a:r>
              <a:endParaRPr lang="en-GB" dirty="0">
                <a:solidFill>
                  <a:schemeClr val="bg1"/>
                </a:solidFill>
              </a:endParaRPr>
            </a:p>
          </p:txBody>
        </p:sp>
      </p:grpSp>
      <p:sp>
        <p:nvSpPr>
          <p:cNvPr id="141" name="Oval 140">
            <a:extLst>
              <a:ext uri="{FF2B5EF4-FFF2-40B4-BE49-F238E27FC236}">
                <a16:creationId xmlns:a16="http://schemas.microsoft.com/office/drawing/2014/main" id="{2D0261BC-95F8-9E8E-0B1E-3F52AAA13C2B}"/>
              </a:ext>
            </a:extLst>
          </p:cNvPr>
          <p:cNvSpPr/>
          <p:nvPr/>
        </p:nvSpPr>
        <p:spPr>
          <a:xfrm>
            <a:off x="131198" y="2251427"/>
            <a:ext cx="274320" cy="274320"/>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sz="1100" dirty="0">
                <a:solidFill>
                  <a:schemeClr val="bg1"/>
                </a:solidFill>
              </a:rPr>
              <a:t>1</a:t>
            </a:r>
            <a:endParaRPr lang="en-GB" sz="1100" dirty="0">
              <a:solidFill>
                <a:schemeClr val="bg1"/>
              </a:solidFill>
            </a:endParaRPr>
          </a:p>
        </p:txBody>
      </p:sp>
      <p:sp>
        <p:nvSpPr>
          <p:cNvPr id="142" name="Oval 141">
            <a:extLst>
              <a:ext uri="{FF2B5EF4-FFF2-40B4-BE49-F238E27FC236}">
                <a16:creationId xmlns:a16="http://schemas.microsoft.com/office/drawing/2014/main" id="{A81F1DC4-6244-54BE-5C88-4E46FC4DF8E7}"/>
              </a:ext>
            </a:extLst>
          </p:cNvPr>
          <p:cNvSpPr/>
          <p:nvPr/>
        </p:nvSpPr>
        <p:spPr>
          <a:xfrm>
            <a:off x="126044" y="3195452"/>
            <a:ext cx="274320" cy="274320"/>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sz="1100" dirty="0">
                <a:solidFill>
                  <a:schemeClr val="bg1"/>
                </a:solidFill>
              </a:rPr>
              <a:t>2</a:t>
            </a:r>
            <a:endParaRPr lang="en-GB" sz="1100" dirty="0">
              <a:solidFill>
                <a:schemeClr val="bg1"/>
              </a:solidFill>
            </a:endParaRPr>
          </a:p>
        </p:txBody>
      </p:sp>
      <p:sp>
        <p:nvSpPr>
          <p:cNvPr id="143" name="Oval 142">
            <a:extLst>
              <a:ext uri="{FF2B5EF4-FFF2-40B4-BE49-F238E27FC236}">
                <a16:creationId xmlns:a16="http://schemas.microsoft.com/office/drawing/2014/main" id="{E4161A12-51AF-6529-7EA3-54CE649E14FC}"/>
              </a:ext>
            </a:extLst>
          </p:cNvPr>
          <p:cNvSpPr/>
          <p:nvPr/>
        </p:nvSpPr>
        <p:spPr>
          <a:xfrm>
            <a:off x="1454111" y="5222629"/>
            <a:ext cx="274320" cy="274320"/>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sz="1100" dirty="0">
                <a:solidFill>
                  <a:schemeClr val="bg1"/>
                </a:solidFill>
              </a:rPr>
              <a:t>3</a:t>
            </a:r>
            <a:endParaRPr lang="en-GB" sz="1100" dirty="0">
              <a:solidFill>
                <a:schemeClr val="bg1"/>
              </a:solidFill>
            </a:endParaRPr>
          </a:p>
        </p:txBody>
      </p:sp>
      <p:sp>
        <p:nvSpPr>
          <p:cNvPr id="144" name="Oval 143">
            <a:extLst>
              <a:ext uri="{FF2B5EF4-FFF2-40B4-BE49-F238E27FC236}">
                <a16:creationId xmlns:a16="http://schemas.microsoft.com/office/drawing/2014/main" id="{562F8351-D3C6-7012-6D20-B862D59E21C6}"/>
              </a:ext>
            </a:extLst>
          </p:cNvPr>
          <p:cNvSpPr/>
          <p:nvPr/>
        </p:nvSpPr>
        <p:spPr>
          <a:xfrm>
            <a:off x="3219017" y="5222629"/>
            <a:ext cx="274320" cy="274320"/>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sz="1100" dirty="0">
                <a:solidFill>
                  <a:schemeClr val="bg1"/>
                </a:solidFill>
              </a:rPr>
              <a:t>4</a:t>
            </a:r>
            <a:endParaRPr lang="en-GB" sz="1100" dirty="0">
              <a:solidFill>
                <a:schemeClr val="bg1"/>
              </a:solidFill>
            </a:endParaRPr>
          </a:p>
        </p:txBody>
      </p:sp>
      <p:sp>
        <p:nvSpPr>
          <p:cNvPr id="145" name="Oval 144">
            <a:extLst>
              <a:ext uri="{FF2B5EF4-FFF2-40B4-BE49-F238E27FC236}">
                <a16:creationId xmlns:a16="http://schemas.microsoft.com/office/drawing/2014/main" id="{8C25C122-9E8D-35F9-C7DF-FA443C0F7489}"/>
              </a:ext>
            </a:extLst>
          </p:cNvPr>
          <p:cNvSpPr/>
          <p:nvPr/>
        </p:nvSpPr>
        <p:spPr>
          <a:xfrm>
            <a:off x="5164195" y="5222629"/>
            <a:ext cx="274320" cy="274320"/>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sz="1100" dirty="0">
                <a:solidFill>
                  <a:schemeClr val="bg1"/>
                </a:solidFill>
              </a:rPr>
              <a:t>5</a:t>
            </a:r>
            <a:endParaRPr lang="en-GB" sz="1100" dirty="0">
              <a:solidFill>
                <a:schemeClr val="bg1"/>
              </a:solidFill>
            </a:endParaRPr>
          </a:p>
        </p:txBody>
      </p:sp>
    </p:spTree>
    <p:extLst>
      <p:ext uri="{BB962C8B-B14F-4D97-AF65-F5344CB8AC3E}">
        <p14:creationId xmlns:p14="http://schemas.microsoft.com/office/powerpoint/2010/main" val="330093317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C2B6B8-FC5F-428E-6804-22F61536852D}"/>
              </a:ext>
            </a:extLst>
          </p:cNvPr>
          <p:cNvSpPr>
            <a:spLocks noGrp="1"/>
          </p:cNvSpPr>
          <p:nvPr>
            <p:ph type="title"/>
          </p:nvPr>
        </p:nvSpPr>
        <p:spPr/>
        <p:txBody>
          <a:bodyPr/>
          <a:lstStyle/>
          <a:p>
            <a:r>
              <a:rPr lang="en-US" dirty="0"/>
              <a:t>Create an ID for Each of your Initiatives</a:t>
            </a:r>
            <a:endParaRPr lang="en-GB" dirty="0"/>
          </a:p>
        </p:txBody>
      </p:sp>
      <p:grpSp>
        <p:nvGrpSpPr>
          <p:cNvPr id="38" name="Group 37">
            <a:extLst>
              <a:ext uri="{FF2B5EF4-FFF2-40B4-BE49-F238E27FC236}">
                <a16:creationId xmlns:a16="http://schemas.microsoft.com/office/drawing/2014/main" id="{F7E3C8D3-0F7B-AC21-9214-D6F17AFC0F5E}"/>
              </a:ext>
            </a:extLst>
          </p:cNvPr>
          <p:cNvGrpSpPr/>
          <p:nvPr/>
        </p:nvGrpSpPr>
        <p:grpSpPr>
          <a:xfrm>
            <a:off x="941293" y="1192613"/>
            <a:ext cx="5029200" cy="2532222"/>
            <a:chOff x="2292723" y="2436466"/>
            <a:chExt cx="5029200" cy="2532222"/>
          </a:xfrm>
        </p:grpSpPr>
        <p:sp>
          <p:nvSpPr>
            <p:cNvPr id="10" name="Freeform: Shape 9">
              <a:extLst>
                <a:ext uri="{FF2B5EF4-FFF2-40B4-BE49-F238E27FC236}">
                  <a16:creationId xmlns:a16="http://schemas.microsoft.com/office/drawing/2014/main" id="{486B663B-933D-BC73-6993-2EA91B6EDF7D}"/>
                </a:ext>
              </a:extLst>
            </p:cNvPr>
            <p:cNvSpPr/>
            <p:nvPr/>
          </p:nvSpPr>
          <p:spPr>
            <a:xfrm>
              <a:off x="2292723" y="2682688"/>
              <a:ext cx="5029200" cy="2286000"/>
            </a:xfrm>
            <a:custGeom>
              <a:avLst/>
              <a:gdLst>
                <a:gd name="csX0" fmla="*/ 226360 w 5029200"/>
                <a:gd name="csY0" fmla="*/ 0 h 2286000"/>
                <a:gd name="csX1" fmla="*/ 510989 w 5029200"/>
                <a:gd name="csY1" fmla="*/ 0 h 2286000"/>
                <a:gd name="csX2" fmla="*/ 510989 w 5029200"/>
                <a:gd name="csY2" fmla="*/ 164146 h 2286000"/>
                <a:gd name="csX3" fmla="*/ 593064 w 5029200"/>
                <a:gd name="csY3" fmla="*/ 246221 h 2286000"/>
                <a:gd name="csX4" fmla="*/ 3104878 w 5029200"/>
                <a:gd name="csY4" fmla="*/ 246221 h 2286000"/>
                <a:gd name="csX5" fmla="*/ 3186953 w 5029200"/>
                <a:gd name="csY5" fmla="*/ 164146 h 2286000"/>
                <a:gd name="csX6" fmla="*/ 3186953 w 5029200"/>
                <a:gd name="csY6" fmla="*/ 0 h 2286000"/>
                <a:gd name="csX7" fmla="*/ 4802840 w 5029200"/>
                <a:gd name="csY7" fmla="*/ 0 h 2286000"/>
                <a:gd name="csX8" fmla="*/ 5029200 w 5029200"/>
                <a:gd name="csY8" fmla="*/ 226360 h 2286000"/>
                <a:gd name="csX9" fmla="*/ 5029200 w 5029200"/>
                <a:gd name="csY9" fmla="*/ 2059640 h 2286000"/>
                <a:gd name="csX10" fmla="*/ 4802840 w 5029200"/>
                <a:gd name="csY10" fmla="*/ 2286000 h 2286000"/>
                <a:gd name="csX11" fmla="*/ 226360 w 5029200"/>
                <a:gd name="csY11" fmla="*/ 2286000 h 2286000"/>
                <a:gd name="csX12" fmla="*/ 0 w 5029200"/>
                <a:gd name="csY12" fmla="*/ 2059640 h 2286000"/>
                <a:gd name="csX13" fmla="*/ 0 w 5029200"/>
                <a:gd name="csY13" fmla="*/ 226360 h 2286000"/>
                <a:gd name="csX14" fmla="*/ 226360 w 5029200"/>
                <a:gd name="csY14" fmla="*/ 0 h 2286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029200" h="2286000">
                  <a:moveTo>
                    <a:pt x="226360" y="0"/>
                  </a:moveTo>
                  <a:lnTo>
                    <a:pt x="510989" y="0"/>
                  </a:lnTo>
                  <a:lnTo>
                    <a:pt x="510989" y="164146"/>
                  </a:lnTo>
                  <a:cubicBezTo>
                    <a:pt x="510989" y="209475"/>
                    <a:pt x="547735" y="246221"/>
                    <a:pt x="593064" y="246221"/>
                  </a:cubicBezTo>
                  <a:lnTo>
                    <a:pt x="3104878" y="246221"/>
                  </a:lnTo>
                  <a:cubicBezTo>
                    <a:pt x="3150207" y="246221"/>
                    <a:pt x="3186953" y="209475"/>
                    <a:pt x="3186953" y="164146"/>
                  </a:cubicBezTo>
                  <a:lnTo>
                    <a:pt x="3186953" y="0"/>
                  </a:lnTo>
                  <a:lnTo>
                    <a:pt x="4802840" y="0"/>
                  </a:lnTo>
                  <a:cubicBezTo>
                    <a:pt x="4927855" y="0"/>
                    <a:pt x="5029200" y="101345"/>
                    <a:pt x="5029200" y="226360"/>
                  </a:cubicBezTo>
                  <a:lnTo>
                    <a:pt x="5029200" y="2059640"/>
                  </a:lnTo>
                  <a:cubicBezTo>
                    <a:pt x="5029200" y="2184655"/>
                    <a:pt x="4927855" y="2286000"/>
                    <a:pt x="4802840" y="2286000"/>
                  </a:cubicBezTo>
                  <a:lnTo>
                    <a:pt x="226360" y="2286000"/>
                  </a:lnTo>
                  <a:cubicBezTo>
                    <a:pt x="101345" y="2286000"/>
                    <a:pt x="0" y="2184655"/>
                    <a:pt x="0" y="2059640"/>
                  </a:cubicBezTo>
                  <a:lnTo>
                    <a:pt x="0" y="226360"/>
                  </a:lnTo>
                  <a:cubicBezTo>
                    <a:pt x="0" y="101345"/>
                    <a:pt x="101345" y="0"/>
                    <a:pt x="226360" y="0"/>
                  </a:cubicBezTo>
                  <a:close/>
                </a:path>
              </a:pathLst>
            </a:custGeom>
            <a:noFill/>
            <a:ln w="15875">
              <a:solidFill>
                <a:schemeClr val="bg2"/>
              </a:solidFill>
            </a:ln>
            <a:effectLst/>
          </p:spPr>
          <p:style>
            <a:lnRef idx="2">
              <a:schemeClr val="accent1">
                <a:shade val="50000"/>
              </a:schemeClr>
            </a:lnRef>
            <a:fillRef idx="1">
              <a:schemeClr val="accent1"/>
            </a:fillRef>
            <a:effectRef idx="0">
              <a:schemeClr val="accent1"/>
            </a:effectRef>
            <a:fontRef idx="minor">
              <a:schemeClr val="lt1"/>
            </a:fontRef>
          </p:style>
          <p:txBody>
            <a:bodyPr wrap="square"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grpSp>
          <p:nvGrpSpPr>
            <p:cNvPr id="14" name="Group 13">
              <a:extLst>
                <a:ext uri="{FF2B5EF4-FFF2-40B4-BE49-F238E27FC236}">
                  <a16:creationId xmlns:a16="http://schemas.microsoft.com/office/drawing/2014/main" id="{25905EC8-CAB0-D670-CCC2-576567A1F9D0}"/>
                </a:ext>
              </a:extLst>
            </p:cNvPr>
            <p:cNvGrpSpPr/>
            <p:nvPr/>
          </p:nvGrpSpPr>
          <p:grpSpPr>
            <a:xfrm>
              <a:off x="2794747" y="2436466"/>
              <a:ext cx="2675964" cy="492443"/>
              <a:chOff x="2794747" y="2436466"/>
              <a:chExt cx="2675964" cy="492443"/>
            </a:xfrm>
          </p:grpSpPr>
          <p:sp>
            <p:nvSpPr>
              <p:cNvPr id="9" name="Rectangle: Rounded Corners 8">
                <a:extLst>
                  <a:ext uri="{FF2B5EF4-FFF2-40B4-BE49-F238E27FC236}">
                    <a16:creationId xmlns:a16="http://schemas.microsoft.com/office/drawing/2014/main" id="{51FCB0CB-6ABE-D41B-CFDB-262117B3C5CC}"/>
                  </a:ext>
                </a:extLst>
              </p:cNvPr>
              <p:cNvSpPr/>
              <p:nvPr/>
            </p:nvSpPr>
            <p:spPr>
              <a:xfrm>
                <a:off x="2794747" y="2436466"/>
                <a:ext cx="2675964" cy="492443"/>
              </a:xfrm>
              <a:prstGeom prst="roundRect">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GB" dirty="0">
                  <a:solidFill>
                    <a:schemeClr val="bg1"/>
                  </a:solidFill>
                </a:endParaRPr>
              </a:p>
            </p:txBody>
          </p:sp>
          <p:pic>
            <p:nvPicPr>
              <p:cNvPr id="12" name="Graphic 11" descr="Mandala with solid fill">
                <a:extLst>
                  <a:ext uri="{FF2B5EF4-FFF2-40B4-BE49-F238E27FC236}">
                    <a16:creationId xmlns:a16="http://schemas.microsoft.com/office/drawing/2014/main" id="{11C12668-5676-4547-6739-7BB9583A1C2E}"/>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929218" y="2466259"/>
                <a:ext cx="432856" cy="432856"/>
              </a:xfrm>
              <a:prstGeom prst="rect">
                <a:avLst/>
              </a:prstGeom>
            </p:spPr>
          </p:pic>
          <p:sp>
            <p:nvSpPr>
              <p:cNvPr id="13" name="TextBox 12">
                <a:extLst>
                  <a:ext uri="{FF2B5EF4-FFF2-40B4-BE49-F238E27FC236}">
                    <a16:creationId xmlns:a16="http://schemas.microsoft.com/office/drawing/2014/main" id="{0802225D-9CAE-6745-9D3D-2A5D91BCCE1E}"/>
                  </a:ext>
                </a:extLst>
              </p:cNvPr>
              <p:cNvSpPr txBox="1"/>
              <p:nvPr/>
            </p:nvSpPr>
            <p:spPr>
              <a:xfrm>
                <a:off x="3496545" y="2569025"/>
                <a:ext cx="1512484" cy="227325"/>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2400" kern="1200" dirty="0">
                    <a:solidFill>
                      <a:schemeClr val="bg1"/>
                    </a:solidFill>
                    <a:latin typeface="+mn-lt"/>
                    <a:ea typeface="ＭＳ Ｐゴシック" charset="0"/>
                  </a:rPr>
                  <a:t>cc010898</a:t>
                </a:r>
                <a:endParaRPr lang="en-GB" sz="2400" kern="1200" dirty="0" err="1">
                  <a:solidFill>
                    <a:schemeClr val="bg1"/>
                  </a:solidFill>
                  <a:latin typeface="+mn-lt"/>
                  <a:ea typeface="ＭＳ Ｐゴシック" charset="0"/>
                </a:endParaRPr>
              </a:p>
            </p:txBody>
          </p:sp>
        </p:grpSp>
        <p:grpSp>
          <p:nvGrpSpPr>
            <p:cNvPr id="36" name="Group 35">
              <a:extLst>
                <a:ext uri="{FF2B5EF4-FFF2-40B4-BE49-F238E27FC236}">
                  <a16:creationId xmlns:a16="http://schemas.microsoft.com/office/drawing/2014/main" id="{58FDC1CC-E061-DB07-8648-25EC861E8F89}"/>
                </a:ext>
              </a:extLst>
            </p:cNvPr>
            <p:cNvGrpSpPr/>
            <p:nvPr/>
          </p:nvGrpSpPr>
          <p:grpSpPr>
            <a:xfrm>
              <a:off x="2605869" y="4048152"/>
              <a:ext cx="4402908" cy="805656"/>
              <a:chOff x="2582839" y="3959740"/>
              <a:chExt cx="4402908" cy="805656"/>
            </a:xfrm>
          </p:grpSpPr>
          <p:grpSp>
            <p:nvGrpSpPr>
              <p:cNvPr id="15" name="Group 14">
                <a:extLst>
                  <a:ext uri="{FF2B5EF4-FFF2-40B4-BE49-F238E27FC236}">
                    <a16:creationId xmlns:a16="http://schemas.microsoft.com/office/drawing/2014/main" id="{F0B9DB11-B6C9-6179-A0D2-2ADAAC6B97B2}"/>
                  </a:ext>
                </a:extLst>
              </p:cNvPr>
              <p:cNvGrpSpPr/>
              <p:nvPr/>
            </p:nvGrpSpPr>
            <p:grpSpPr>
              <a:xfrm>
                <a:off x="4108143" y="3963630"/>
                <a:ext cx="1352299" cy="797876"/>
                <a:chOff x="5225124" y="4067734"/>
                <a:chExt cx="2267712" cy="1337983"/>
              </a:xfrm>
            </p:grpSpPr>
            <p:grpSp>
              <p:nvGrpSpPr>
                <p:cNvPr id="16" name="Group 15">
                  <a:extLst>
                    <a:ext uri="{FF2B5EF4-FFF2-40B4-BE49-F238E27FC236}">
                      <a16:creationId xmlns:a16="http://schemas.microsoft.com/office/drawing/2014/main" id="{7E24A011-BDA7-CFB6-063D-4BC181423A1B}"/>
                    </a:ext>
                  </a:extLst>
                </p:cNvPr>
                <p:cNvGrpSpPr/>
                <p:nvPr/>
              </p:nvGrpSpPr>
              <p:grpSpPr>
                <a:xfrm>
                  <a:off x="5225124" y="4067734"/>
                  <a:ext cx="2267712" cy="1337983"/>
                  <a:chOff x="2521324" y="4067735"/>
                  <a:chExt cx="2267712" cy="1337983"/>
                </a:xfrm>
              </p:grpSpPr>
              <p:sp>
                <p:nvSpPr>
                  <p:cNvPr id="18" name="Rectangle: Rounded Corners 17">
                    <a:extLst>
                      <a:ext uri="{FF2B5EF4-FFF2-40B4-BE49-F238E27FC236}">
                        <a16:creationId xmlns:a16="http://schemas.microsoft.com/office/drawing/2014/main" id="{78A894C9-3724-7DB2-BBAA-22563BF56474}"/>
                      </a:ext>
                    </a:extLst>
                  </p:cNvPr>
                  <p:cNvSpPr/>
                  <p:nvPr/>
                </p:nvSpPr>
                <p:spPr>
                  <a:xfrm>
                    <a:off x="2522266" y="4067735"/>
                    <a:ext cx="2265829" cy="1337983"/>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000" dirty="0">
                      <a:solidFill>
                        <a:schemeClr val="bg1"/>
                      </a:solidFill>
                    </a:endParaRPr>
                  </a:p>
                </p:txBody>
              </p:sp>
              <p:cxnSp>
                <p:nvCxnSpPr>
                  <p:cNvPr id="19" name="Straight Connector 18">
                    <a:extLst>
                      <a:ext uri="{FF2B5EF4-FFF2-40B4-BE49-F238E27FC236}">
                        <a16:creationId xmlns:a16="http://schemas.microsoft.com/office/drawing/2014/main" id="{CEE621D4-00AE-3A15-CF9A-ABF6AF197144}"/>
                      </a:ext>
                    </a:extLst>
                  </p:cNvPr>
                  <p:cNvCxnSpPr>
                    <a:cxnSpLocks/>
                  </p:cNvCxnSpPr>
                  <p:nvPr/>
                </p:nvCxnSpPr>
                <p:spPr>
                  <a:xfrm>
                    <a:off x="2521324" y="4492235"/>
                    <a:ext cx="2267712" cy="0"/>
                  </a:xfrm>
                  <a:prstGeom prst="line">
                    <a:avLst/>
                  </a:prstGeom>
                  <a:noFill/>
                  <a:ln w="79375">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sp>
                <p:nvSpPr>
                  <p:cNvPr id="20" name="TextBox 19">
                    <a:extLst>
                      <a:ext uri="{FF2B5EF4-FFF2-40B4-BE49-F238E27FC236}">
                        <a16:creationId xmlns:a16="http://schemas.microsoft.com/office/drawing/2014/main" id="{82237BD4-83AF-1540-8286-A9C1C520C66C}"/>
                      </a:ext>
                    </a:extLst>
                  </p:cNvPr>
                  <p:cNvSpPr txBox="1"/>
                  <p:nvPr/>
                </p:nvSpPr>
                <p:spPr>
                  <a:xfrm>
                    <a:off x="2959295" y="4067735"/>
                    <a:ext cx="1391771" cy="349623"/>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kern="1200" dirty="0">
                        <a:solidFill>
                          <a:schemeClr val="accent3"/>
                        </a:solidFill>
                        <a:latin typeface="+mn-lt"/>
                        <a:ea typeface="ＭＳ Ｐゴシック" charset="0"/>
                      </a:rPr>
                      <a:t>Program</a:t>
                    </a:r>
                    <a:endParaRPr lang="en-GB" sz="1000" kern="1200" dirty="0" err="1">
                      <a:solidFill>
                        <a:schemeClr val="accent3"/>
                      </a:solidFill>
                      <a:latin typeface="+mn-lt"/>
                      <a:ea typeface="ＭＳ Ｐゴシック" charset="0"/>
                    </a:endParaRPr>
                  </a:p>
                </p:txBody>
              </p:sp>
              <p:sp>
                <p:nvSpPr>
                  <p:cNvPr id="21" name="TextBox 20">
                    <a:extLst>
                      <a:ext uri="{FF2B5EF4-FFF2-40B4-BE49-F238E27FC236}">
                        <a16:creationId xmlns:a16="http://schemas.microsoft.com/office/drawing/2014/main" id="{8A7F94E6-DBFA-A5D4-A9E9-046917572C7A}"/>
                      </a:ext>
                    </a:extLst>
                  </p:cNvPr>
                  <p:cNvSpPr txBox="1"/>
                  <p:nvPr/>
                </p:nvSpPr>
                <p:spPr>
                  <a:xfrm>
                    <a:off x="2767025" y="4628544"/>
                    <a:ext cx="1776311" cy="576384"/>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kern="1200" dirty="0">
                        <a:solidFill>
                          <a:schemeClr val="bg1"/>
                        </a:solidFill>
                        <a:latin typeface="+mn-lt"/>
                        <a:ea typeface="ＭＳ Ｐゴシック" charset="0"/>
                      </a:rPr>
                      <a:t>Mid Market Networking</a:t>
                    </a:r>
                    <a:endParaRPr lang="en-GB" sz="1000" kern="1200" dirty="0" err="1">
                      <a:solidFill>
                        <a:schemeClr val="bg1"/>
                      </a:solidFill>
                      <a:latin typeface="+mn-lt"/>
                      <a:ea typeface="ＭＳ Ｐゴシック" charset="0"/>
                    </a:endParaRPr>
                  </a:p>
                </p:txBody>
              </p:sp>
            </p:grpSp>
            <p:pic>
              <p:nvPicPr>
                <p:cNvPr id="17" name="Graphic 16" descr="Processor with solid fill">
                  <a:extLst>
                    <a:ext uri="{FF2B5EF4-FFF2-40B4-BE49-F238E27FC236}">
                      <a16:creationId xmlns:a16="http://schemas.microsoft.com/office/drawing/2014/main" id="{102F0B3B-930B-5F73-4845-ED8872AFD13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71355" y="4079929"/>
                  <a:ext cx="400110" cy="400110"/>
                </a:xfrm>
                <a:prstGeom prst="rect">
                  <a:avLst/>
                </a:prstGeom>
              </p:spPr>
            </p:pic>
          </p:grpSp>
          <p:grpSp>
            <p:nvGrpSpPr>
              <p:cNvPr id="22" name="Group 21">
                <a:extLst>
                  <a:ext uri="{FF2B5EF4-FFF2-40B4-BE49-F238E27FC236}">
                    <a16:creationId xmlns:a16="http://schemas.microsoft.com/office/drawing/2014/main" id="{34400E22-5246-3309-800C-AC7A66952BE5}"/>
                  </a:ext>
                </a:extLst>
              </p:cNvPr>
              <p:cNvGrpSpPr/>
              <p:nvPr/>
            </p:nvGrpSpPr>
            <p:grpSpPr>
              <a:xfrm>
                <a:off x="5633448" y="3963630"/>
                <a:ext cx="1352299" cy="797876"/>
                <a:chOff x="7928924" y="4067733"/>
                <a:chExt cx="2267712" cy="1337983"/>
              </a:xfrm>
            </p:grpSpPr>
            <p:grpSp>
              <p:nvGrpSpPr>
                <p:cNvPr id="23" name="Group 22">
                  <a:extLst>
                    <a:ext uri="{FF2B5EF4-FFF2-40B4-BE49-F238E27FC236}">
                      <a16:creationId xmlns:a16="http://schemas.microsoft.com/office/drawing/2014/main" id="{6C56D2DC-2486-E4E0-7EE8-8D528B9DD28E}"/>
                    </a:ext>
                  </a:extLst>
                </p:cNvPr>
                <p:cNvGrpSpPr/>
                <p:nvPr/>
              </p:nvGrpSpPr>
              <p:grpSpPr>
                <a:xfrm>
                  <a:off x="7928924" y="4067733"/>
                  <a:ext cx="2267712" cy="1337983"/>
                  <a:chOff x="2521324" y="4067735"/>
                  <a:chExt cx="2267712" cy="1337983"/>
                </a:xfrm>
              </p:grpSpPr>
              <p:sp>
                <p:nvSpPr>
                  <p:cNvPr id="25" name="Rectangle: Rounded Corners 24">
                    <a:extLst>
                      <a:ext uri="{FF2B5EF4-FFF2-40B4-BE49-F238E27FC236}">
                        <a16:creationId xmlns:a16="http://schemas.microsoft.com/office/drawing/2014/main" id="{43898BBE-7CCF-9E59-7343-E431B556A025}"/>
                      </a:ext>
                    </a:extLst>
                  </p:cNvPr>
                  <p:cNvSpPr/>
                  <p:nvPr/>
                </p:nvSpPr>
                <p:spPr>
                  <a:xfrm>
                    <a:off x="2522266" y="4067735"/>
                    <a:ext cx="2265829" cy="1337983"/>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000" dirty="0">
                      <a:solidFill>
                        <a:schemeClr val="bg1"/>
                      </a:solidFill>
                    </a:endParaRPr>
                  </a:p>
                </p:txBody>
              </p:sp>
              <p:cxnSp>
                <p:nvCxnSpPr>
                  <p:cNvPr id="26" name="Straight Connector 25">
                    <a:extLst>
                      <a:ext uri="{FF2B5EF4-FFF2-40B4-BE49-F238E27FC236}">
                        <a16:creationId xmlns:a16="http://schemas.microsoft.com/office/drawing/2014/main" id="{6874EF5D-69D4-AF8C-B6E8-65C7C1F4DC68}"/>
                      </a:ext>
                    </a:extLst>
                  </p:cNvPr>
                  <p:cNvCxnSpPr>
                    <a:cxnSpLocks/>
                  </p:cNvCxnSpPr>
                  <p:nvPr/>
                </p:nvCxnSpPr>
                <p:spPr>
                  <a:xfrm>
                    <a:off x="2521324" y="4492235"/>
                    <a:ext cx="2267712" cy="0"/>
                  </a:xfrm>
                  <a:prstGeom prst="line">
                    <a:avLst/>
                  </a:prstGeom>
                  <a:noFill/>
                  <a:ln w="79375">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sp>
                <p:nvSpPr>
                  <p:cNvPr id="27" name="TextBox 26">
                    <a:extLst>
                      <a:ext uri="{FF2B5EF4-FFF2-40B4-BE49-F238E27FC236}">
                        <a16:creationId xmlns:a16="http://schemas.microsoft.com/office/drawing/2014/main" id="{82262CFA-3191-FF24-C1C2-CCF20809B2C8}"/>
                      </a:ext>
                    </a:extLst>
                  </p:cNvPr>
                  <p:cNvSpPr txBox="1"/>
                  <p:nvPr/>
                </p:nvSpPr>
                <p:spPr>
                  <a:xfrm>
                    <a:off x="2959295" y="4067735"/>
                    <a:ext cx="1391771" cy="349623"/>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kern="1200" dirty="0">
                        <a:solidFill>
                          <a:schemeClr val="accent4"/>
                        </a:solidFill>
                        <a:latin typeface="+mn-lt"/>
                        <a:ea typeface="ＭＳ Ｐゴシック" charset="0"/>
                      </a:rPr>
                      <a:t>Motion</a:t>
                    </a:r>
                    <a:endParaRPr lang="en-GB" sz="1000" kern="1200" dirty="0" err="1">
                      <a:solidFill>
                        <a:schemeClr val="accent4"/>
                      </a:solidFill>
                      <a:latin typeface="+mn-lt"/>
                      <a:ea typeface="ＭＳ Ｐゴシック" charset="0"/>
                    </a:endParaRPr>
                  </a:p>
                </p:txBody>
              </p:sp>
              <p:sp>
                <p:nvSpPr>
                  <p:cNvPr id="28" name="TextBox 27">
                    <a:extLst>
                      <a:ext uri="{FF2B5EF4-FFF2-40B4-BE49-F238E27FC236}">
                        <a16:creationId xmlns:a16="http://schemas.microsoft.com/office/drawing/2014/main" id="{8A90ED0F-9F33-FB31-377E-04E24668CBD2}"/>
                      </a:ext>
                    </a:extLst>
                  </p:cNvPr>
                  <p:cNvSpPr txBox="1"/>
                  <p:nvPr/>
                </p:nvSpPr>
                <p:spPr>
                  <a:xfrm>
                    <a:off x="2767025" y="4628544"/>
                    <a:ext cx="1776311" cy="576384"/>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kern="1200" dirty="0">
                        <a:solidFill>
                          <a:schemeClr val="bg1"/>
                        </a:solidFill>
                        <a:latin typeface="+mn-lt"/>
                        <a:ea typeface="ＭＳ Ｐゴシック" charset="0"/>
                      </a:rPr>
                      <a:t>Scale</a:t>
                    </a:r>
                    <a:endParaRPr lang="en-GB" sz="1000" kern="1200" dirty="0" err="1">
                      <a:solidFill>
                        <a:schemeClr val="bg1"/>
                      </a:solidFill>
                      <a:latin typeface="+mn-lt"/>
                      <a:ea typeface="ＭＳ Ｐゴシック" charset="0"/>
                    </a:endParaRPr>
                  </a:p>
                </p:txBody>
              </p:sp>
            </p:grpSp>
            <p:pic>
              <p:nvPicPr>
                <p:cNvPr id="24" name="Graphic 23" descr="Circles with arrows with solid fill">
                  <a:extLst>
                    <a:ext uri="{FF2B5EF4-FFF2-40B4-BE49-F238E27FC236}">
                      <a16:creationId xmlns:a16="http://schemas.microsoft.com/office/drawing/2014/main" id="{BE55DF24-19BF-23E3-F37F-D5A1A308B43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000955" y="4079928"/>
                  <a:ext cx="400110" cy="400110"/>
                </a:xfrm>
                <a:prstGeom prst="rect">
                  <a:avLst/>
                </a:prstGeom>
              </p:spPr>
            </p:pic>
          </p:grpSp>
          <p:grpSp>
            <p:nvGrpSpPr>
              <p:cNvPr id="29" name="Group 28">
                <a:extLst>
                  <a:ext uri="{FF2B5EF4-FFF2-40B4-BE49-F238E27FC236}">
                    <a16:creationId xmlns:a16="http://schemas.microsoft.com/office/drawing/2014/main" id="{DC54F2D7-2951-464B-3B2F-BEE6D72F1ED9}"/>
                  </a:ext>
                </a:extLst>
              </p:cNvPr>
              <p:cNvGrpSpPr/>
              <p:nvPr/>
            </p:nvGrpSpPr>
            <p:grpSpPr>
              <a:xfrm>
                <a:off x="2582839" y="3959740"/>
                <a:ext cx="1352298" cy="805656"/>
                <a:chOff x="2521324" y="4054687"/>
                <a:chExt cx="2267712" cy="1351031"/>
              </a:xfrm>
            </p:grpSpPr>
            <p:grpSp>
              <p:nvGrpSpPr>
                <p:cNvPr id="30" name="Group 29">
                  <a:extLst>
                    <a:ext uri="{FF2B5EF4-FFF2-40B4-BE49-F238E27FC236}">
                      <a16:creationId xmlns:a16="http://schemas.microsoft.com/office/drawing/2014/main" id="{DB4004C8-1E26-0479-AADF-2CB5D0A12684}"/>
                    </a:ext>
                  </a:extLst>
                </p:cNvPr>
                <p:cNvGrpSpPr/>
                <p:nvPr/>
              </p:nvGrpSpPr>
              <p:grpSpPr>
                <a:xfrm>
                  <a:off x="2521324" y="4067735"/>
                  <a:ext cx="2267712" cy="1337983"/>
                  <a:chOff x="2521324" y="4067735"/>
                  <a:chExt cx="2267712" cy="1337983"/>
                </a:xfrm>
              </p:grpSpPr>
              <p:sp>
                <p:nvSpPr>
                  <p:cNvPr id="32" name="Rectangle: Rounded Corners 31">
                    <a:extLst>
                      <a:ext uri="{FF2B5EF4-FFF2-40B4-BE49-F238E27FC236}">
                        <a16:creationId xmlns:a16="http://schemas.microsoft.com/office/drawing/2014/main" id="{1CF09517-0F9A-AEB5-E29A-6C5D7C6F8A47}"/>
                      </a:ext>
                    </a:extLst>
                  </p:cNvPr>
                  <p:cNvSpPr/>
                  <p:nvPr/>
                </p:nvSpPr>
                <p:spPr>
                  <a:xfrm>
                    <a:off x="2522266" y="4067735"/>
                    <a:ext cx="2265829" cy="1337983"/>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000" dirty="0">
                      <a:solidFill>
                        <a:schemeClr val="bg1"/>
                      </a:solidFill>
                    </a:endParaRPr>
                  </a:p>
                </p:txBody>
              </p:sp>
              <p:cxnSp>
                <p:nvCxnSpPr>
                  <p:cNvPr id="33" name="Straight Connector 32">
                    <a:extLst>
                      <a:ext uri="{FF2B5EF4-FFF2-40B4-BE49-F238E27FC236}">
                        <a16:creationId xmlns:a16="http://schemas.microsoft.com/office/drawing/2014/main" id="{34416A1E-2218-1852-DBAE-B130409651B8}"/>
                      </a:ext>
                    </a:extLst>
                  </p:cNvPr>
                  <p:cNvCxnSpPr>
                    <a:cxnSpLocks/>
                  </p:cNvCxnSpPr>
                  <p:nvPr/>
                </p:nvCxnSpPr>
                <p:spPr>
                  <a:xfrm>
                    <a:off x="2521324" y="4492235"/>
                    <a:ext cx="2267712" cy="0"/>
                  </a:xfrm>
                  <a:prstGeom prst="line">
                    <a:avLst/>
                  </a:prstGeom>
                  <a:noFill/>
                  <a:ln w="79375">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sp>
                <p:nvSpPr>
                  <p:cNvPr id="34" name="TextBox 33">
                    <a:extLst>
                      <a:ext uri="{FF2B5EF4-FFF2-40B4-BE49-F238E27FC236}">
                        <a16:creationId xmlns:a16="http://schemas.microsoft.com/office/drawing/2014/main" id="{16CE68BF-EED8-15F1-1F42-6E273BD88D97}"/>
                      </a:ext>
                    </a:extLst>
                  </p:cNvPr>
                  <p:cNvSpPr txBox="1"/>
                  <p:nvPr/>
                </p:nvSpPr>
                <p:spPr>
                  <a:xfrm>
                    <a:off x="2959295" y="4067735"/>
                    <a:ext cx="1391771" cy="349623"/>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kern="1200" dirty="0">
                        <a:solidFill>
                          <a:schemeClr val="accent2"/>
                        </a:solidFill>
                        <a:latin typeface="+mn-lt"/>
                        <a:ea typeface="ＭＳ Ｐゴシック" charset="0"/>
                      </a:rPr>
                      <a:t>Campaign</a:t>
                    </a:r>
                    <a:endParaRPr lang="en-GB" sz="1000" kern="1200" dirty="0" err="1">
                      <a:solidFill>
                        <a:schemeClr val="accent2"/>
                      </a:solidFill>
                      <a:latin typeface="+mn-lt"/>
                      <a:ea typeface="ＭＳ Ｐゴシック" charset="0"/>
                    </a:endParaRPr>
                  </a:p>
                </p:txBody>
              </p:sp>
              <p:sp>
                <p:nvSpPr>
                  <p:cNvPr id="35" name="TextBox 34">
                    <a:extLst>
                      <a:ext uri="{FF2B5EF4-FFF2-40B4-BE49-F238E27FC236}">
                        <a16:creationId xmlns:a16="http://schemas.microsoft.com/office/drawing/2014/main" id="{75E3CE59-0168-6704-A6E3-C49CCF215698}"/>
                      </a:ext>
                    </a:extLst>
                  </p:cNvPr>
                  <p:cNvSpPr txBox="1"/>
                  <p:nvPr/>
                </p:nvSpPr>
                <p:spPr>
                  <a:xfrm>
                    <a:off x="2767025" y="4628544"/>
                    <a:ext cx="1776311" cy="576384"/>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kern="1200" dirty="0">
                        <a:solidFill>
                          <a:schemeClr val="bg1"/>
                        </a:solidFill>
                        <a:latin typeface="+mn-lt"/>
                        <a:ea typeface="ＭＳ Ｐゴシック" charset="0"/>
                      </a:rPr>
                      <a:t>Future-Proofed Workplaces</a:t>
                    </a:r>
                    <a:endParaRPr lang="en-GB" sz="1000" kern="1200" dirty="0" err="1">
                      <a:solidFill>
                        <a:schemeClr val="bg1"/>
                      </a:solidFill>
                      <a:latin typeface="+mn-lt"/>
                      <a:ea typeface="ＭＳ Ｐゴシック" charset="0"/>
                    </a:endParaRPr>
                  </a:p>
                </p:txBody>
              </p:sp>
            </p:grpSp>
            <p:pic>
              <p:nvPicPr>
                <p:cNvPr id="31" name="Graphic 30" descr="Cycle with people with solid fill">
                  <a:extLst>
                    <a:ext uri="{FF2B5EF4-FFF2-40B4-BE49-F238E27FC236}">
                      <a16:creationId xmlns:a16="http://schemas.microsoft.com/office/drawing/2014/main" id="{599158BF-4F27-C10B-080B-026363E1B0C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646830" y="4054687"/>
                  <a:ext cx="400110" cy="400110"/>
                </a:xfrm>
                <a:prstGeom prst="rect">
                  <a:avLst/>
                </a:prstGeom>
              </p:spPr>
            </p:pic>
          </p:grpSp>
        </p:grpSp>
        <p:sp>
          <p:nvSpPr>
            <p:cNvPr id="37" name="TextBox 36">
              <a:extLst>
                <a:ext uri="{FF2B5EF4-FFF2-40B4-BE49-F238E27FC236}">
                  <a16:creationId xmlns:a16="http://schemas.microsoft.com/office/drawing/2014/main" id="{16120CF3-EC9B-AD5E-91A3-F4E3320BB965}"/>
                </a:ext>
              </a:extLst>
            </p:cNvPr>
            <p:cNvSpPr txBox="1"/>
            <p:nvPr/>
          </p:nvSpPr>
          <p:spPr>
            <a:xfrm>
              <a:off x="2444001" y="2929038"/>
              <a:ext cx="4726641" cy="1070063"/>
            </a:xfrm>
            <a:prstGeom prst="rect">
              <a:avLst/>
            </a:prstGeom>
            <a:noFill/>
          </p:spPr>
          <p:txBody>
            <a:bodyPr wrap="square" lIns="0" tIns="0" rIns="0" bIns="0" rtlCol="0">
              <a:noAutofit/>
            </a:bodyPr>
            <a:lstStyle/>
            <a:p>
              <a:pPr defTabSz="912276" fontAlgn="base">
                <a:buClr>
                  <a:schemeClr val="bg1"/>
                </a:buClr>
                <a:buSzPct val="100000"/>
              </a:pPr>
              <a:r>
                <a:rPr lang="en-US" sz="800" b="1" kern="1200" dirty="0">
                  <a:solidFill>
                    <a:schemeClr val="bg1"/>
                  </a:solidFill>
                  <a:latin typeface="+mn-lt"/>
                  <a:ea typeface="ＭＳ Ｐゴシック" charset="0"/>
                </a:rPr>
                <a:t>Name:</a:t>
              </a:r>
            </a:p>
            <a:p>
              <a:pPr marL="285750" indent="-285750" defTabSz="912276" fontAlgn="base">
                <a:buClr>
                  <a:schemeClr val="bg1"/>
                </a:buClr>
                <a:buSzPct val="100000"/>
                <a:buFont typeface="Arial" panose="020B0604020202020204" pitchFamily="34" charset="0"/>
                <a:buChar char="•"/>
              </a:pPr>
              <a:r>
                <a:rPr lang="en-GB" sz="800" dirty="0">
                  <a:solidFill>
                    <a:schemeClr val="accent2"/>
                  </a:solidFill>
                </a:rPr>
                <a:t>Drive engagement and pipeline growth in EMEA Band A mid-market segment relating to Zero Trust Access</a:t>
              </a:r>
            </a:p>
            <a:p>
              <a:pPr defTabSz="912276" fontAlgn="base">
                <a:buClr>
                  <a:schemeClr val="bg1"/>
                </a:buClr>
                <a:buSzPct val="100000"/>
              </a:pPr>
              <a:r>
                <a:rPr lang="en-GB" sz="800" b="1" dirty="0">
                  <a:solidFill>
                    <a:schemeClr val="bg1"/>
                  </a:solidFill>
                  <a:ea typeface="ＭＳ Ｐゴシック" charset="0"/>
                </a:rPr>
                <a:t>Description: </a:t>
              </a:r>
            </a:p>
            <a:p>
              <a:pPr marL="285750" indent="-285750" defTabSz="912276" fontAlgn="base">
                <a:buClr>
                  <a:schemeClr val="bg1"/>
                </a:buClr>
                <a:buSzPct val="100000"/>
                <a:buFont typeface="Arial" panose="020B0604020202020204" pitchFamily="34" charset="0"/>
                <a:buChar char="•"/>
              </a:pPr>
              <a:r>
                <a:rPr lang="en-GB" sz="800" dirty="0">
                  <a:solidFill>
                    <a:schemeClr val="accent2"/>
                  </a:solidFill>
                </a:rPr>
                <a:t>Drive targeted engagement and accelerate pipeline growth within the EMEA Band A mid-market segment. By focusing specifically on Zero Trust Access solutions, the initiative addresses critical security needs for growing organizations across the region. Ultimately, it establishes a strategic framework to capture market share and nurture high-value prospects through dedicated security messaging</a:t>
              </a:r>
            </a:p>
          </p:txBody>
        </p:sp>
      </p:grpSp>
      <p:grpSp>
        <p:nvGrpSpPr>
          <p:cNvPr id="39" name="Group 38">
            <a:extLst>
              <a:ext uri="{FF2B5EF4-FFF2-40B4-BE49-F238E27FC236}">
                <a16:creationId xmlns:a16="http://schemas.microsoft.com/office/drawing/2014/main" id="{4ADE1DD4-F09C-8417-503C-5AC644FDFB69}"/>
              </a:ext>
            </a:extLst>
          </p:cNvPr>
          <p:cNvGrpSpPr/>
          <p:nvPr/>
        </p:nvGrpSpPr>
        <p:grpSpPr>
          <a:xfrm>
            <a:off x="6372790" y="1143307"/>
            <a:ext cx="5029200" cy="2532222"/>
            <a:chOff x="2292723" y="2436466"/>
            <a:chExt cx="5029200" cy="2532222"/>
          </a:xfrm>
        </p:grpSpPr>
        <p:sp>
          <p:nvSpPr>
            <p:cNvPr id="40" name="Freeform: Shape 39">
              <a:extLst>
                <a:ext uri="{FF2B5EF4-FFF2-40B4-BE49-F238E27FC236}">
                  <a16:creationId xmlns:a16="http://schemas.microsoft.com/office/drawing/2014/main" id="{FE8EF383-41B5-F134-2EC9-F787D60F3D72}"/>
                </a:ext>
              </a:extLst>
            </p:cNvPr>
            <p:cNvSpPr/>
            <p:nvPr/>
          </p:nvSpPr>
          <p:spPr>
            <a:xfrm>
              <a:off x="2292723" y="2682688"/>
              <a:ext cx="5029200" cy="2286000"/>
            </a:xfrm>
            <a:custGeom>
              <a:avLst/>
              <a:gdLst>
                <a:gd name="csX0" fmla="*/ 226360 w 5029200"/>
                <a:gd name="csY0" fmla="*/ 0 h 2286000"/>
                <a:gd name="csX1" fmla="*/ 510989 w 5029200"/>
                <a:gd name="csY1" fmla="*/ 0 h 2286000"/>
                <a:gd name="csX2" fmla="*/ 510989 w 5029200"/>
                <a:gd name="csY2" fmla="*/ 164146 h 2286000"/>
                <a:gd name="csX3" fmla="*/ 593064 w 5029200"/>
                <a:gd name="csY3" fmla="*/ 246221 h 2286000"/>
                <a:gd name="csX4" fmla="*/ 3104878 w 5029200"/>
                <a:gd name="csY4" fmla="*/ 246221 h 2286000"/>
                <a:gd name="csX5" fmla="*/ 3186953 w 5029200"/>
                <a:gd name="csY5" fmla="*/ 164146 h 2286000"/>
                <a:gd name="csX6" fmla="*/ 3186953 w 5029200"/>
                <a:gd name="csY6" fmla="*/ 0 h 2286000"/>
                <a:gd name="csX7" fmla="*/ 4802840 w 5029200"/>
                <a:gd name="csY7" fmla="*/ 0 h 2286000"/>
                <a:gd name="csX8" fmla="*/ 5029200 w 5029200"/>
                <a:gd name="csY8" fmla="*/ 226360 h 2286000"/>
                <a:gd name="csX9" fmla="*/ 5029200 w 5029200"/>
                <a:gd name="csY9" fmla="*/ 2059640 h 2286000"/>
                <a:gd name="csX10" fmla="*/ 4802840 w 5029200"/>
                <a:gd name="csY10" fmla="*/ 2286000 h 2286000"/>
                <a:gd name="csX11" fmla="*/ 226360 w 5029200"/>
                <a:gd name="csY11" fmla="*/ 2286000 h 2286000"/>
                <a:gd name="csX12" fmla="*/ 0 w 5029200"/>
                <a:gd name="csY12" fmla="*/ 2059640 h 2286000"/>
                <a:gd name="csX13" fmla="*/ 0 w 5029200"/>
                <a:gd name="csY13" fmla="*/ 226360 h 2286000"/>
                <a:gd name="csX14" fmla="*/ 226360 w 5029200"/>
                <a:gd name="csY14" fmla="*/ 0 h 2286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029200" h="2286000">
                  <a:moveTo>
                    <a:pt x="226360" y="0"/>
                  </a:moveTo>
                  <a:lnTo>
                    <a:pt x="510989" y="0"/>
                  </a:lnTo>
                  <a:lnTo>
                    <a:pt x="510989" y="164146"/>
                  </a:lnTo>
                  <a:cubicBezTo>
                    <a:pt x="510989" y="209475"/>
                    <a:pt x="547735" y="246221"/>
                    <a:pt x="593064" y="246221"/>
                  </a:cubicBezTo>
                  <a:lnTo>
                    <a:pt x="3104878" y="246221"/>
                  </a:lnTo>
                  <a:cubicBezTo>
                    <a:pt x="3150207" y="246221"/>
                    <a:pt x="3186953" y="209475"/>
                    <a:pt x="3186953" y="164146"/>
                  </a:cubicBezTo>
                  <a:lnTo>
                    <a:pt x="3186953" y="0"/>
                  </a:lnTo>
                  <a:lnTo>
                    <a:pt x="4802840" y="0"/>
                  </a:lnTo>
                  <a:cubicBezTo>
                    <a:pt x="4927855" y="0"/>
                    <a:pt x="5029200" y="101345"/>
                    <a:pt x="5029200" y="226360"/>
                  </a:cubicBezTo>
                  <a:lnTo>
                    <a:pt x="5029200" y="2059640"/>
                  </a:lnTo>
                  <a:cubicBezTo>
                    <a:pt x="5029200" y="2184655"/>
                    <a:pt x="4927855" y="2286000"/>
                    <a:pt x="4802840" y="2286000"/>
                  </a:cubicBezTo>
                  <a:lnTo>
                    <a:pt x="226360" y="2286000"/>
                  </a:lnTo>
                  <a:cubicBezTo>
                    <a:pt x="101345" y="2286000"/>
                    <a:pt x="0" y="2184655"/>
                    <a:pt x="0" y="2059640"/>
                  </a:cubicBezTo>
                  <a:lnTo>
                    <a:pt x="0" y="226360"/>
                  </a:lnTo>
                  <a:cubicBezTo>
                    <a:pt x="0" y="101345"/>
                    <a:pt x="101345" y="0"/>
                    <a:pt x="226360" y="0"/>
                  </a:cubicBezTo>
                  <a:close/>
                </a:path>
              </a:pathLst>
            </a:custGeom>
            <a:noFill/>
            <a:ln w="15875">
              <a:solidFill>
                <a:schemeClr val="bg2"/>
              </a:solidFill>
            </a:ln>
            <a:effectLst/>
          </p:spPr>
          <p:style>
            <a:lnRef idx="2">
              <a:schemeClr val="accent1">
                <a:shade val="50000"/>
              </a:schemeClr>
            </a:lnRef>
            <a:fillRef idx="1">
              <a:schemeClr val="accent1"/>
            </a:fillRef>
            <a:effectRef idx="0">
              <a:schemeClr val="accent1"/>
            </a:effectRef>
            <a:fontRef idx="minor">
              <a:schemeClr val="lt1"/>
            </a:fontRef>
          </p:style>
          <p:txBody>
            <a:bodyPr wrap="square"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grpSp>
          <p:nvGrpSpPr>
            <p:cNvPr id="41" name="Group 40">
              <a:extLst>
                <a:ext uri="{FF2B5EF4-FFF2-40B4-BE49-F238E27FC236}">
                  <a16:creationId xmlns:a16="http://schemas.microsoft.com/office/drawing/2014/main" id="{D8D2AB1A-7AEF-7B68-9EE9-8F8C998A90A1}"/>
                </a:ext>
              </a:extLst>
            </p:cNvPr>
            <p:cNvGrpSpPr/>
            <p:nvPr/>
          </p:nvGrpSpPr>
          <p:grpSpPr>
            <a:xfrm>
              <a:off x="2794747" y="2436466"/>
              <a:ext cx="2675964" cy="492443"/>
              <a:chOff x="2794747" y="2436466"/>
              <a:chExt cx="2675964" cy="492443"/>
            </a:xfrm>
          </p:grpSpPr>
          <p:sp>
            <p:nvSpPr>
              <p:cNvPr id="65" name="Rectangle: Rounded Corners 64">
                <a:extLst>
                  <a:ext uri="{FF2B5EF4-FFF2-40B4-BE49-F238E27FC236}">
                    <a16:creationId xmlns:a16="http://schemas.microsoft.com/office/drawing/2014/main" id="{6CA78B3E-398E-BFA5-F420-995CC965A318}"/>
                  </a:ext>
                </a:extLst>
              </p:cNvPr>
              <p:cNvSpPr/>
              <p:nvPr/>
            </p:nvSpPr>
            <p:spPr>
              <a:xfrm>
                <a:off x="2794747" y="2436466"/>
                <a:ext cx="2675964" cy="492443"/>
              </a:xfrm>
              <a:prstGeom prst="roundRect">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GB" dirty="0">
                  <a:solidFill>
                    <a:schemeClr val="bg1"/>
                  </a:solidFill>
                </a:endParaRPr>
              </a:p>
            </p:txBody>
          </p:sp>
          <p:pic>
            <p:nvPicPr>
              <p:cNvPr id="66" name="Graphic 65" descr="Mandala with solid fill">
                <a:extLst>
                  <a:ext uri="{FF2B5EF4-FFF2-40B4-BE49-F238E27FC236}">
                    <a16:creationId xmlns:a16="http://schemas.microsoft.com/office/drawing/2014/main" id="{95CEC54F-6F61-9E89-25A7-F7B2DBE9427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929218" y="2466259"/>
                <a:ext cx="432856" cy="432856"/>
              </a:xfrm>
              <a:prstGeom prst="rect">
                <a:avLst/>
              </a:prstGeom>
            </p:spPr>
          </p:pic>
          <p:sp>
            <p:nvSpPr>
              <p:cNvPr id="67" name="TextBox 66">
                <a:extLst>
                  <a:ext uri="{FF2B5EF4-FFF2-40B4-BE49-F238E27FC236}">
                    <a16:creationId xmlns:a16="http://schemas.microsoft.com/office/drawing/2014/main" id="{72A93691-AEE7-E8C1-6CD1-ADD294732A90}"/>
                  </a:ext>
                </a:extLst>
              </p:cNvPr>
              <p:cNvSpPr txBox="1"/>
              <p:nvPr/>
            </p:nvSpPr>
            <p:spPr>
              <a:xfrm>
                <a:off x="3496545" y="2569025"/>
                <a:ext cx="1512484" cy="227325"/>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2400" kern="1200" dirty="0">
                    <a:solidFill>
                      <a:schemeClr val="bg1"/>
                    </a:solidFill>
                    <a:latin typeface="+mn-lt"/>
                    <a:ea typeface="ＭＳ Ｐゴシック" charset="0"/>
                  </a:rPr>
                  <a:t>cc010912</a:t>
                </a:r>
                <a:endParaRPr lang="en-GB" sz="2400" kern="1200" dirty="0" err="1">
                  <a:solidFill>
                    <a:schemeClr val="bg1"/>
                  </a:solidFill>
                  <a:latin typeface="+mn-lt"/>
                  <a:ea typeface="ＭＳ Ｐゴシック" charset="0"/>
                </a:endParaRPr>
              </a:p>
            </p:txBody>
          </p:sp>
        </p:grpSp>
        <p:grpSp>
          <p:nvGrpSpPr>
            <p:cNvPr id="42" name="Group 41">
              <a:extLst>
                <a:ext uri="{FF2B5EF4-FFF2-40B4-BE49-F238E27FC236}">
                  <a16:creationId xmlns:a16="http://schemas.microsoft.com/office/drawing/2014/main" id="{9AE462E3-0BF4-DA22-D884-3F0FB4156A3C}"/>
                </a:ext>
              </a:extLst>
            </p:cNvPr>
            <p:cNvGrpSpPr/>
            <p:nvPr/>
          </p:nvGrpSpPr>
          <p:grpSpPr>
            <a:xfrm>
              <a:off x="2605869" y="4048152"/>
              <a:ext cx="4402908" cy="805656"/>
              <a:chOff x="2582839" y="3959740"/>
              <a:chExt cx="4402908" cy="805656"/>
            </a:xfrm>
          </p:grpSpPr>
          <p:grpSp>
            <p:nvGrpSpPr>
              <p:cNvPr id="44" name="Group 43">
                <a:extLst>
                  <a:ext uri="{FF2B5EF4-FFF2-40B4-BE49-F238E27FC236}">
                    <a16:creationId xmlns:a16="http://schemas.microsoft.com/office/drawing/2014/main" id="{480C8070-6DAE-0EA0-7038-60E987EBCFC1}"/>
                  </a:ext>
                </a:extLst>
              </p:cNvPr>
              <p:cNvGrpSpPr/>
              <p:nvPr/>
            </p:nvGrpSpPr>
            <p:grpSpPr>
              <a:xfrm>
                <a:off x="4108143" y="3963630"/>
                <a:ext cx="1352299" cy="797876"/>
                <a:chOff x="5225124" y="4067734"/>
                <a:chExt cx="2267712" cy="1337983"/>
              </a:xfrm>
            </p:grpSpPr>
            <p:grpSp>
              <p:nvGrpSpPr>
                <p:cNvPr id="59" name="Group 58">
                  <a:extLst>
                    <a:ext uri="{FF2B5EF4-FFF2-40B4-BE49-F238E27FC236}">
                      <a16:creationId xmlns:a16="http://schemas.microsoft.com/office/drawing/2014/main" id="{D9C4BF71-EE16-0AE4-3E39-09F0E0CFA93E}"/>
                    </a:ext>
                  </a:extLst>
                </p:cNvPr>
                <p:cNvGrpSpPr/>
                <p:nvPr/>
              </p:nvGrpSpPr>
              <p:grpSpPr>
                <a:xfrm>
                  <a:off x="5225124" y="4067734"/>
                  <a:ext cx="2267712" cy="1337983"/>
                  <a:chOff x="2521324" y="4067735"/>
                  <a:chExt cx="2267712" cy="1337983"/>
                </a:xfrm>
              </p:grpSpPr>
              <p:sp>
                <p:nvSpPr>
                  <p:cNvPr id="61" name="Rectangle: Rounded Corners 60">
                    <a:extLst>
                      <a:ext uri="{FF2B5EF4-FFF2-40B4-BE49-F238E27FC236}">
                        <a16:creationId xmlns:a16="http://schemas.microsoft.com/office/drawing/2014/main" id="{0F9D5ED0-BFE2-039D-94EC-CB685A1E59D5}"/>
                      </a:ext>
                    </a:extLst>
                  </p:cNvPr>
                  <p:cNvSpPr/>
                  <p:nvPr/>
                </p:nvSpPr>
                <p:spPr>
                  <a:xfrm>
                    <a:off x="2522266" y="4067735"/>
                    <a:ext cx="2265829" cy="1337983"/>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000" dirty="0">
                      <a:solidFill>
                        <a:schemeClr val="bg1"/>
                      </a:solidFill>
                    </a:endParaRPr>
                  </a:p>
                </p:txBody>
              </p:sp>
              <p:cxnSp>
                <p:nvCxnSpPr>
                  <p:cNvPr id="62" name="Straight Connector 61">
                    <a:extLst>
                      <a:ext uri="{FF2B5EF4-FFF2-40B4-BE49-F238E27FC236}">
                        <a16:creationId xmlns:a16="http://schemas.microsoft.com/office/drawing/2014/main" id="{75F947C1-8E0E-9C76-80AC-BE08E9885103}"/>
                      </a:ext>
                    </a:extLst>
                  </p:cNvPr>
                  <p:cNvCxnSpPr>
                    <a:cxnSpLocks/>
                  </p:cNvCxnSpPr>
                  <p:nvPr/>
                </p:nvCxnSpPr>
                <p:spPr>
                  <a:xfrm>
                    <a:off x="2521324" y="4492235"/>
                    <a:ext cx="2267712" cy="0"/>
                  </a:xfrm>
                  <a:prstGeom prst="line">
                    <a:avLst/>
                  </a:prstGeom>
                  <a:noFill/>
                  <a:ln w="79375">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sp>
                <p:nvSpPr>
                  <p:cNvPr id="63" name="TextBox 62">
                    <a:extLst>
                      <a:ext uri="{FF2B5EF4-FFF2-40B4-BE49-F238E27FC236}">
                        <a16:creationId xmlns:a16="http://schemas.microsoft.com/office/drawing/2014/main" id="{5AB8FE06-5D7C-3A7B-C652-5C1EA8FD34C0}"/>
                      </a:ext>
                    </a:extLst>
                  </p:cNvPr>
                  <p:cNvSpPr txBox="1"/>
                  <p:nvPr/>
                </p:nvSpPr>
                <p:spPr>
                  <a:xfrm>
                    <a:off x="2959295" y="4067735"/>
                    <a:ext cx="1391771" cy="349623"/>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kern="1200" dirty="0">
                        <a:solidFill>
                          <a:schemeClr val="accent3"/>
                        </a:solidFill>
                        <a:latin typeface="+mn-lt"/>
                        <a:ea typeface="ＭＳ Ｐゴシック" charset="0"/>
                      </a:rPr>
                      <a:t>Program</a:t>
                    </a:r>
                    <a:endParaRPr lang="en-GB" sz="1000" kern="1200" dirty="0" err="1">
                      <a:solidFill>
                        <a:schemeClr val="accent3"/>
                      </a:solidFill>
                      <a:latin typeface="+mn-lt"/>
                      <a:ea typeface="ＭＳ Ｐゴシック" charset="0"/>
                    </a:endParaRPr>
                  </a:p>
                </p:txBody>
              </p:sp>
              <p:sp>
                <p:nvSpPr>
                  <p:cNvPr id="64" name="TextBox 63">
                    <a:extLst>
                      <a:ext uri="{FF2B5EF4-FFF2-40B4-BE49-F238E27FC236}">
                        <a16:creationId xmlns:a16="http://schemas.microsoft.com/office/drawing/2014/main" id="{248601D1-1BB5-07C1-F7FF-EACB9CF17E76}"/>
                      </a:ext>
                    </a:extLst>
                  </p:cNvPr>
                  <p:cNvSpPr txBox="1"/>
                  <p:nvPr/>
                </p:nvSpPr>
                <p:spPr>
                  <a:xfrm>
                    <a:off x="2767025" y="4628544"/>
                    <a:ext cx="1776311" cy="576384"/>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kern="1200" dirty="0">
                        <a:solidFill>
                          <a:schemeClr val="bg1"/>
                        </a:solidFill>
                        <a:latin typeface="+mn-lt"/>
                        <a:ea typeface="ＭＳ Ｐゴシック" charset="0"/>
                      </a:rPr>
                      <a:t>Mid Market Networking</a:t>
                    </a:r>
                    <a:endParaRPr lang="en-GB" sz="1000" kern="1200" dirty="0" err="1">
                      <a:solidFill>
                        <a:schemeClr val="bg1"/>
                      </a:solidFill>
                      <a:latin typeface="+mn-lt"/>
                      <a:ea typeface="ＭＳ Ｐゴシック" charset="0"/>
                    </a:endParaRPr>
                  </a:p>
                </p:txBody>
              </p:sp>
            </p:grpSp>
            <p:pic>
              <p:nvPicPr>
                <p:cNvPr id="60" name="Graphic 59" descr="Processor with solid fill">
                  <a:extLst>
                    <a:ext uri="{FF2B5EF4-FFF2-40B4-BE49-F238E27FC236}">
                      <a16:creationId xmlns:a16="http://schemas.microsoft.com/office/drawing/2014/main" id="{1B41E877-EE78-8FE9-1203-D33190ED879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71355" y="4079929"/>
                  <a:ext cx="400110" cy="400110"/>
                </a:xfrm>
                <a:prstGeom prst="rect">
                  <a:avLst/>
                </a:prstGeom>
              </p:spPr>
            </p:pic>
          </p:grpSp>
          <p:grpSp>
            <p:nvGrpSpPr>
              <p:cNvPr id="45" name="Group 44">
                <a:extLst>
                  <a:ext uri="{FF2B5EF4-FFF2-40B4-BE49-F238E27FC236}">
                    <a16:creationId xmlns:a16="http://schemas.microsoft.com/office/drawing/2014/main" id="{9D0E758B-37E3-9E9B-57AE-06B2E60CB2BC}"/>
                  </a:ext>
                </a:extLst>
              </p:cNvPr>
              <p:cNvGrpSpPr/>
              <p:nvPr/>
            </p:nvGrpSpPr>
            <p:grpSpPr>
              <a:xfrm>
                <a:off x="5633448" y="3963630"/>
                <a:ext cx="1352299" cy="797876"/>
                <a:chOff x="7928924" y="4067733"/>
                <a:chExt cx="2267712" cy="1337983"/>
              </a:xfrm>
            </p:grpSpPr>
            <p:grpSp>
              <p:nvGrpSpPr>
                <p:cNvPr id="53" name="Group 52">
                  <a:extLst>
                    <a:ext uri="{FF2B5EF4-FFF2-40B4-BE49-F238E27FC236}">
                      <a16:creationId xmlns:a16="http://schemas.microsoft.com/office/drawing/2014/main" id="{1D09A211-D89A-A6FE-AB31-673D0ADE3032}"/>
                    </a:ext>
                  </a:extLst>
                </p:cNvPr>
                <p:cNvGrpSpPr/>
                <p:nvPr/>
              </p:nvGrpSpPr>
              <p:grpSpPr>
                <a:xfrm>
                  <a:off x="7928924" y="4067733"/>
                  <a:ext cx="2267712" cy="1337983"/>
                  <a:chOff x="2521324" y="4067735"/>
                  <a:chExt cx="2267712" cy="1337983"/>
                </a:xfrm>
              </p:grpSpPr>
              <p:sp>
                <p:nvSpPr>
                  <p:cNvPr id="55" name="Rectangle: Rounded Corners 54">
                    <a:extLst>
                      <a:ext uri="{FF2B5EF4-FFF2-40B4-BE49-F238E27FC236}">
                        <a16:creationId xmlns:a16="http://schemas.microsoft.com/office/drawing/2014/main" id="{F4CF44B9-5339-7018-2DD2-E674B7AEAC3D}"/>
                      </a:ext>
                    </a:extLst>
                  </p:cNvPr>
                  <p:cNvSpPr/>
                  <p:nvPr/>
                </p:nvSpPr>
                <p:spPr>
                  <a:xfrm>
                    <a:off x="2522266" y="4067735"/>
                    <a:ext cx="2265829" cy="1337983"/>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000" dirty="0">
                      <a:solidFill>
                        <a:schemeClr val="bg1"/>
                      </a:solidFill>
                    </a:endParaRPr>
                  </a:p>
                </p:txBody>
              </p:sp>
              <p:cxnSp>
                <p:nvCxnSpPr>
                  <p:cNvPr id="56" name="Straight Connector 55">
                    <a:extLst>
                      <a:ext uri="{FF2B5EF4-FFF2-40B4-BE49-F238E27FC236}">
                        <a16:creationId xmlns:a16="http://schemas.microsoft.com/office/drawing/2014/main" id="{679818F6-9385-6FAB-1721-7D5D3224B2C6}"/>
                      </a:ext>
                    </a:extLst>
                  </p:cNvPr>
                  <p:cNvCxnSpPr>
                    <a:cxnSpLocks/>
                  </p:cNvCxnSpPr>
                  <p:nvPr/>
                </p:nvCxnSpPr>
                <p:spPr>
                  <a:xfrm>
                    <a:off x="2521324" y="4492235"/>
                    <a:ext cx="2267712" cy="0"/>
                  </a:xfrm>
                  <a:prstGeom prst="line">
                    <a:avLst/>
                  </a:prstGeom>
                  <a:noFill/>
                  <a:ln w="79375">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sp>
                <p:nvSpPr>
                  <p:cNvPr id="57" name="TextBox 56">
                    <a:extLst>
                      <a:ext uri="{FF2B5EF4-FFF2-40B4-BE49-F238E27FC236}">
                        <a16:creationId xmlns:a16="http://schemas.microsoft.com/office/drawing/2014/main" id="{B49E0821-ABBE-E4C4-C746-43C48CE4B868}"/>
                      </a:ext>
                    </a:extLst>
                  </p:cNvPr>
                  <p:cNvSpPr txBox="1"/>
                  <p:nvPr/>
                </p:nvSpPr>
                <p:spPr>
                  <a:xfrm>
                    <a:off x="2959295" y="4067735"/>
                    <a:ext cx="1391771" cy="349623"/>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kern="1200" dirty="0">
                        <a:solidFill>
                          <a:schemeClr val="accent4"/>
                        </a:solidFill>
                        <a:latin typeface="+mn-lt"/>
                        <a:ea typeface="ＭＳ Ｐゴシック" charset="0"/>
                      </a:rPr>
                      <a:t>Motion</a:t>
                    </a:r>
                    <a:endParaRPr lang="en-GB" sz="1000" kern="1200" dirty="0" err="1">
                      <a:solidFill>
                        <a:schemeClr val="accent4"/>
                      </a:solidFill>
                      <a:latin typeface="+mn-lt"/>
                      <a:ea typeface="ＭＳ Ｐゴシック" charset="0"/>
                    </a:endParaRPr>
                  </a:p>
                </p:txBody>
              </p:sp>
              <p:sp>
                <p:nvSpPr>
                  <p:cNvPr id="58" name="TextBox 57">
                    <a:extLst>
                      <a:ext uri="{FF2B5EF4-FFF2-40B4-BE49-F238E27FC236}">
                        <a16:creationId xmlns:a16="http://schemas.microsoft.com/office/drawing/2014/main" id="{BD98BF59-9FA5-9CE8-CD74-32B723AF98A0}"/>
                      </a:ext>
                    </a:extLst>
                  </p:cNvPr>
                  <p:cNvSpPr txBox="1"/>
                  <p:nvPr/>
                </p:nvSpPr>
                <p:spPr>
                  <a:xfrm>
                    <a:off x="2767025" y="4628544"/>
                    <a:ext cx="1776311" cy="576384"/>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kern="1200" dirty="0">
                        <a:solidFill>
                          <a:schemeClr val="bg1"/>
                        </a:solidFill>
                        <a:latin typeface="+mn-lt"/>
                        <a:ea typeface="ＭＳ Ｐゴシック" charset="0"/>
                      </a:rPr>
                      <a:t>Scale</a:t>
                    </a:r>
                    <a:endParaRPr lang="en-GB" sz="1000" kern="1200" dirty="0" err="1">
                      <a:solidFill>
                        <a:schemeClr val="bg1"/>
                      </a:solidFill>
                      <a:latin typeface="+mn-lt"/>
                      <a:ea typeface="ＭＳ Ｐゴシック" charset="0"/>
                    </a:endParaRPr>
                  </a:p>
                </p:txBody>
              </p:sp>
            </p:grpSp>
            <p:pic>
              <p:nvPicPr>
                <p:cNvPr id="54" name="Graphic 53" descr="Circles with arrows with solid fill">
                  <a:extLst>
                    <a:ext uri="{FF2B5EF4-FFF2-40B4-BE49-F238E27FC236}">
                      <a16:creationId xmlns:a16="http://schemas.microsoft.com/office/drawing/2014/main" id="{1F51A4AA-1570-A9EE-A042-9DA58912C2A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000955" y="4079928"/>
                  <a:ext cx="400110" cy="400110"/>
                </a:xfrm>
                <a:prstGeom prst="rect">
                  <a:avLst/>
                </a:prstGeom>
              </p:spPr>
            </p:pic>
          </p:grpSp>
          <p:grpSp>
            <p:nvGrpSpPr>
              <p:cNvPr id="46" name="Group 45">
                <a:extLst>
                  <a:ext uri="{FF2B5EF4-FFF2-40B4-BE49-F238E27FC236}">
                    <a16:creationId xmlns:a16="http://schemas.microsoft.com/office/drawing/2014/main" id="{B4CC83C9-57B5-7CC5-9D2A-F24B1544C297}"/>
                  </a:ext>
                </a:extLst>
              </p:cNvPr>
              <p:cNvGrpSpPr/>
              <p:nvPr/>
            </p:nvGrpSpPr>
            <p:grpSpPr>
              <a:xfrm>
                <a:off x="2582839" y="3959740"/>
                <a:ext cx="1352298" cy="805656"/>
                <a:chOff x="2521324" y="4054687"/>
                <a:chExt cx="2267712" cy="1351031"/>
              </a:xfrm>
            </p:grpSpPr>
            <p:grpSp>
              <p:nvGrpSpPr>
                <p:cNvPr id="47" name="Group 46">
                  <a:extLst>
                    <a:ext uri="{FF2B5EF4-FFF2-40B4-BE49-F238E27FC236}">
                      <a16:creationId xmlns:a16="http://schemas.microsoft.com/office/drawing/2014/main" id="{1CEE94F1-6ED3-A809-E180-AFB2D027035D}"/>
                    </a:ext>
                  </a:extLst>
                </p:cNvPr>
                <p:cNvGrpSpPr/>
                <p:nvPr/>
              </p:nvGrpSpPr>
              <p:grpSpPr>
                <a:xfrm>
                  <a:off x="2521324" y="4067735"/>
                  <a:ext cx="2267712" cy="1337983"/>
                  <a:chOff x="2521324" y="4067735"/>
                  <a:chExt cx="2267712" cy="1337983"/>
                </a:xfrm>
              </p:grpSpPr>
              <p:sp>
                <p:nvSpPr>
                  <p:cNvPr id="49" name="Rectangle: Rounded Corners 48">
                    <a:extLst>
                      <a:ext uri="{FF2B5EF4-FFF2-40B4-BE49-F238E27FC236}">
                        <a16:creationId xmlns:a16="http://schemas.microsoft.com/office/drawing/2014/main" id="{45BCCE7A-A3D3-3523-C367-14F6C6BE7D4E}"/>
                      </a:ext>
                    </a:extLst>
                  </p:cNvPr>
                  <p:cNvSpPr/>
                  <p:nvPr/>
                </p:nvSpPr>
                <p:spPr>
                  <a:xfrm>
                    <a:off x="2522266" y="4067735"/>
                    <a:ext cx="2265829" cy="1337983"/>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000" dirty="0">
                      <a:solidFill>
                        <a:schemeClr val="bg1"/>
                      </a:solidFill>
                    </a:endParaRPr>
                  </a:p>
                </p:txBody>
              </p:sp>
              <p:cxnSp>
                <p:nvCxnSpPr>
                  <p:cNvPr id="50" name="Straight Connector 49">
                    <a:extLst>
                      <a:ext uri="{FF2B5EF4-FFF2-40B4-BE49-F238E27FC236}">
                        <a16:creationId xmlns:a16="http://schemas.microsoft.com/office/drawing/2014/main" id="{4BDB3299-D16F-06EF-EFCF-60FC503594A2}"/>
                      </a:ext>
                    </a:extLst>
                  </p:cNvPr>
                  <p:cNvCxnSpPr>
                    <a:cxnSpLocks/>
                  </p:cNvCxnSpPr>
                  <p:nvPr/>
                </p:nvCxnSpPr>
                <p:spPr>
                  <a:xfrm>
                    <a:off x="2521324" y="4492235"/>
                    <a:ext cx="2267712" cy="0"/>
                  </a:xfrm>
                  <a:prstGeom prst="line">
                    <a:avLst/>
                  </a:prstGeom>
                  <a:noFill/>
                  <a:ln w="79375">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sp>
                <p:nvSpPr>
                  <p:cNvPr id="51" name="TextBox 50">
                    <a:extLst>
                      <a:ext uri="{FF2B5EF4-FFF2-40B4-BE49-F238E27FC236}">
                        <a16:creationId xmlns:a16="http://schemas.microsoft.com/office/drawing/2014/main" id="{AA3AD59B-C854-7F58-F61D-FF4DC7547B7A}"/>
                      </a:ext>
                    </a:extLst>
                  </p:cNvPr>
                  <p:cNvSpPr txBox="1"/>
                  <p:nvPr/>
                </p:nvSpPr>
                <p:spPr>
                  <a:xfrm>
                    <a:off x="2959295" y="4067735"/>
                    <a:ext cx="1391771" cy="349623"/>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kern="1200" dirty="0">
                        <a:solidFill>
                          <a:schemeClr val="accent2"/>
                        </a:solidFill>
                        <a:latin typeface="+mn-lt"/>
                        <a:ea typeface="ＭＳ Ｐゴシック" charset="0"/>
                      </a:rPr>
                      <a:t>Campaign</a:t>
                    </a:r>
                    <a:endParaRPr lang="en-GB" sz="1000" kern="1200" dirty="0" err="1">
                      <a:solidFill>
                        <a:schemeClr val="accent2"/>
                      </a:solidFill>
                      <a:latin typeface="+mn-lt"/>
                      <a:ea typeface="ＭＳ Ｐゴシック" charset="0"/>
                    </a:endParaRPr>
                  </a:p>
                </p:txBody>
              </p:sp>
              <p:sp>
                <p:nvSpPr>
                  <p:cNvPr id="52" name="TextBox 51">
                    <a:extLst>
                      <a:ext uri="{FF2B5EF4-FFF2-40B4-BE49-F238E27FC236}">
                        <a16:creationId xmlns:a16="http://schemas.microsoft.com/office/drawing/2014/main" id="{E15008FB-063D-AFBB-1E51-EB174905B56F}"/>
                      </a:ext>
                    </a:extLst>
                  </p:cNvPr>
                  <p:cNvSpPr txBox="1"/>
                  <p:nvPr/>
                </p:nvSpPr>
                <p:spPr>
                  <a:xfrm>
                    <a:off x="2767025" y="4628544"/>
                    <a:ext cx="1776311" cy="576384"/>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kern="1200" dirty="0">
                        <a:solidFill>
                          <a:schemeClr val="bg1"/>
                        </a:solidFill>
                        <a:latin typeface="+mn-lt"/>
                        <a:ea typeface="ＭＳ Ｐゴシック" charset="0"/>
                      </a:rPr>
                      <a:t>Future-Proofed Workplaces</a:t>
                    </a:r>
                    <a:endParaRPr lang="en-GB" sz="1000" kern="1200" dirty="0" err="1">
                      <a:solidFill>
                        <a:schemeClr val="bg1"/>
                      </a:solidFill>
                      <a:latin typeface="+mn-lt"/>
                      <a:ea typeface="ＭＳ Ｐゴシック" charset="0"/>
                    </a:endParaRPr>
                  </a:p>
                </p:txBody>
              </p:sp>
            </p:grpSp>
            <p:pic>
              <p:nvPicPr>
                <p:cNvPr id="48" name="Graphic 47" descr="Cycle with people with solid fill">
                  <a:extLst>
                    <a:ext uri="{FF2B5EF4-FFF2-40B4-BE49-F238E27FC236}">
                      <a16:creationId xmlns:a16="http://schemas.microsoft.com/office/drawing/2014/main" id="{9C0CE74B-4AEE-892A-664A-AB3D8E0160F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646830" y="4054687"/>
                  <a:ext cx="400110" cy="400110"/>
                </a:xfrm>
                <a:prstGeom prst="rect">
                  <a:avLst/>
                </a:prstGeom>
              </p:spPr>
            </p:pic>
          </p:grpSp>
        </p:grpSp>
        <p:sp>
          <p:nvSpPr>
            <p:cNvPr id="43" name="TextBox 42">
              <a:extLst>
                <a:ext uri="{FF2B5EF4-FFF2-40B4-BE49-F238E27FC236}">
                  <a16:creationId xmlns:a16="http://schemas.microsoft.com/office/drawing/2014/main" id="{F84354A2-6695-FBF7-E188-36AB27FA189E}"/>
                </a:ext>
              </a:extLst>
            </p:cNvPr>
            <p:cNvSpPr txBox="1"/>
            <p:nvPr/>
          </p:nvSpPr>
          <p:spPr>
            <a:xfrm>
              <a:off x="2444001" y="2929038"/>
              <a:ext cx="4726641" cy="1070063"/>
            </a:xfrm>
            <a:prstGeom prst="rect">
              <a:avLst/>
            </a:prstGeom>
            <a:noFill/>
          </p:spPr>
          <p:txBody>
            <a:bodyPr wrap="square" lIns="0" tIns="0" rIns="0" bIns="0" rtlCol="0">
              <a:noAutofit/>
            </a:bodyPr>
            <a:lstStyle/>
            <a:p>
              <a:pPr defTabSz="912276" fontAlgn="base">
                <a:buClr>
                  <a:schemeClr val="bg1"/>
                </a:buClr>
                <a:buSzPct val="100000"/>
              </a:pPr>
              <a:r>
                <a:rPr lang="en-US" sz="800" b="1" kern="1200" dirty="0">
                  <a:solidFill>
                    <a:schemeClr val="bg1"/>
                  </a:solidFill>
                  <a:latin typeface="+mn-lt"/>
                  <a:ea typeface="ＭＳ Ｐゴシック" charset="0"/>
                </a:rPr>
                <a:t>Name:</a:t>
              </a:r>
            </a:p>
            <a:p>
              <a:pPr marL="285750" indent="-285750" defTabSz="912276" fontAlgn="base">
                <a:buClr>
                  <a:schemeClr val="bg1"/>
                </a:buClr>
                <a:buSzPct val="100000"/>
                <a:buFont typeface="Arial" panose="020B0604020202020204" pitchFamily="34" charset="0"/>
                <a:buChar char="•"/>
              </a:pPr>
              <a:r>
                <a:rPr lang="en-GB" sz="800" dirty="0">
                  <a:solidFill>
                    <a:schemeClr val="accent2"/>
                  </a:solidFill>
                </a:rPr>
                <a:t>AMER Mid-Market Secure Campus &amp; Branch Connect</a:t>
              </a:r>
            </a:p>
            <a:p>
              <a:pPr defTabSz="912276" fontAlgn="base">
                <a:buClr>
                  <a:schemeClr val="bg1"/>
                </a:buClr>
                <a:buSzPct val="100000"/>
              </a:pPr>
              <a:r>
                <a:rPr lang="en-GB" sz="800" b="1" dirty="0">
                  <a:solidFill>
                    <a:schemeClr val="bg1"/>
                  </a:solidFill>
                  <a:ea typeface="ＭＳ Ｐゴシック" charset="0"/>
                </a:rPr>
                <a:t>Description: </a:t>
              </a:r>
            </a:p>
            <a:p>
              <a:pPr marL="285750" indent="-285750" defTabSz="912276" fontAlgn="base">
                <a:buClr>
                  <a:schemeClr val="bg1"/>
                </a:buClr>
                <a:buSzPct val="100000"/>
                <a:buFont typeface="Arial" panose="020B0604020202020204" pitchFamily="34" charset="0"/>
                <a:buChar char="•"/>
              </a:pPr>
              <a:r>
                <a:rPr lang="en-GB" sz="800" dirty="0">
                  <a:solidFill>
                    <a:schemeClr val="accent2"/>
                  </a:solidFill>
                </a:rPr>
                <a:t>This campaign focuses on driving engagement and pipeline growth within the Americas mid-market segment by highlighting secure campus and branch networking solutions. It addresses the critical need for midsize businesses to deploy scalable, robust, and highly secure infrastructure across distributed office environments. Through targeted messaging, the initiative aims to accelerate the sales cycle and capture expanding network security opportunities across the region.</a:t>
              </a:r>
            </a:p>
          </p:txBody>
        </p:sp>
      </p:grpSp>
      <p:grpSp>
        <p:nvGrpSpPr>
          <p:cNvPr id="68" name="Group 67">
            <a:extLst>
              <a:ext uri="{FF2B5EF4-FFF2-40B4-BE49-F238E27FC236}">
                <a16:creationId xmlns:a16="http://schemas.microsoft.com/office/drawing/2014/main" id="{BACE89A9-4476-B150-B56C-1E91D90D4AAD}"/>
              </a:ext>
            </a:extLst>
          </p:cNvPr>
          <p:cNvGrpSpPr/>
          <p:nvPr/>
        </p:nvGrpSpPr>
        <p:grpSpPr>
          <a:xfrm>
            <a:off x="891987" y="3838498"/>
            <a:ext cx="5029200" cy="2532222"/>
            <a:chOff x="2292723" y="2436466"/>
            <a:chExt cx="5029200" cy="2532222"/>
          </a:xfrm>
        </p:grpSpPr>
        <p:sp>
          <p:nvSpPr>
            <p:cNvPr id="69" name="Freeform: Shape 68">
              <a:extLst>
                <a:ext uri="{FF2B5EF4-FFF2-40B4-BE49-F238E27FC236}">
                  <a16:creationId xmlns:a16="http://schemas.microsoft.com/office/drawing/2014/main" id="{24FFF187-20A3-7B1E-0E7F-F4E1F9C04580}"/>
                </a:ext>
              </a:extLst>
            </p:cNvPr>
            <p:cNvSpPr/>
            <p:nvPr/>
          </p:nvSpPr>
          <p:spPr>
            <a:xfrm>
              <a:off x="2292723" y="2682688"/>
              <a:ext cx="5029200" cy="2286000"/>
            </a:xfrm>
            <a:custGeom>
              <a:avLst/>
              <a:gdLst>
                <a:gd name="csX0" fmla="*/ 226360 w 5029200"/>
                <a:gd name="csY0" fmla="*/ 0 h 2286000"/>
                <a:gd name="csX1" fmla="*/ 510989 w 5029200"/>
                <a:gd name="csY1" fmla="*/ 0 h 2286000"/>
                <a:gd name="csX2" fmla="*/ 510989 w 5029200"/>
                <a:gd name="csY2" fmla="*/ 164146 h 2286000"/>
                <a:gd name="csX3" fmla="*/ 593064 w 5029200"/>
                <a:gd name="csY3" fmla="*/ 246221 h 2286000"/>
                <a:gd name="csX4" fmla="*/ 3104878 w 5029200"/>
                <a:gd name="csY4" fmla="*/ 246221 h 2286000"/>
                <a:gd name="csX5" fmla="*/ 3186953 w 5029200"/>
                <a:gd name="csY5" fmla="*/ 164146 h 2286000"/>
                <a:gd name="csX6" fmla="*/ 3186953 w 5029200"/>
                <a:gd name="csY6" fmla="*/ 0 h 2286000"/>
                <a:gd name="csX7" fmla="*/ 4802840 w 5029200"/>
                <a:gd name="csY7" fmla="*/ 0 h 2286000"/>
                <a:gd name="csX8" fmla="*/ 5029200 w 5029200"/>
                <a:gd name="csY8" fmla="*/ 226360 h 2286000"/>
                <a:gd name="csX9" fmla="*/ 5029200 w 5029200"/>
                <a:gd name="csY9" fmla="*/ 2059640 h 2286000"/>
                <a:gd name="csX10" fmla="*/ 4802840 w 5029200"/>
                <a:gd name="csY10" fmla="*/ 2286000 h 2286000"/>
                <a:gd name="csX11" fmla="*/ 226360 w 5029200"/>
                <a:gd name="csY11" fmla="*/ 2286000 h 2286000"/>
                <a:gd name="csX12" fmla="*/ 0 w 5029200"/>
                <a:gd name="csY12" fmla="*/ 2059640 h 2286000"/>
                <a:gd name="csX13" fmla="*/ 0 w 5029200"/>
                <a:gd name="csY13" fmla="*/ 226360 h 2286000"/>
                <a:gd name="csX14" fmla="*/ 226360 w 5029200"/>
                <a:gd name="csY14" fmla="*/ 0 h 2286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029200" h="2286000">
                  <a:moveTo>
                    <a:pt x="226360" y="0"/>
                  </a:moveTo>
                  <a:lnTo>
                    <a:pt x="510989" y="0"/>
                  </a:lnTo>
                  <a:lnTo>
                    <a:pt x="510989" y="164146"/>
                  </a:lnTo>
                  <a:cubicBezTo>
                    <a:pt x="510989" y="209475"/>
                    <a:pt x="547735" y="246221"/>
                    <a:pt x="593064" y="246221"/>
                  </a:cubicBezTo>
                  <a:lnTo>
                    <a:pt x="3104878" y="246221"/>
                  </a:lnTo>
                  <a:cubicBezTo>
                    <a:pt x="3150207" y="246221"/>
                    <a:pt x="3186953" y="209475"/>
                    <a:pt x="3186953" y="164146"/>
                  </a:cubicBezTo>
                  <a:lnTo>
                    <a:pt x="3186953" y="0"/>
                  </a:lnTo>
                  <a:lnTo>
                    <a:pt x="4802840" y="0"/>
                  </a:lnTo>
                  <a:cubicBezTo>
                    <a:pt x="4927855" y="0"/>
                    <a:pt x="5029200" y="101345"/>
                    <a:pt x="5029200" y="226360"/>
                  </a:cubicBezTo>
                  <a:lnTo>
                    <a:pt x="5029200" y="2059640"/>
                  </a:lnTo>
                  <a:cubicBezTo>
                    <a:pt x="5029200" y="2184655"/>
                    <a:pt x="4927855" y="2286000"/>
                    <a:pt x="4802840" y="2286000"/>
                  </a:cubicBezTo>
                  <a:lnTo>
                    <a:pt x="226360" y="2286000"/>
                  </a:lnTo>
                  <a:cubicBezTo>
                    <a:pt x="101345" y="2286000"/>
                    <a:pt x="0" y="2184655"/>
                    <a:pt x="0" y="2059640"/>
                  </a:cubicBezTo>
                  <a:lnTo>
                    <a:pt x="0" y="226360"/>
                  </a:lnTo>
                  <a:cubicBezTo>
                    <a:pt x="0" y="101345"/>
                    <a:pt x="101345" y="0"/>
                    <a:pt x="226360" y="0"/>
                  </a:cubicBezTo>
                  <a:close/>
                </a:path>
              </a:pathLst>
            </a:custGeom>
            <a:noFill/>
            <a:ln w="15875">
              <a:solidFill>
                <a:schemeClr val="bg2"/>
              </a:solidFill>
            </a:ln>
            <a:effectLst/>
          </p:spPr>
          <p:style>
            <a:lnRef idx="2">
              <a:schemeClr val="accent1">
                <a:shade val="50000"/>
              </a:schemeClr>
            </a:lnRef>
            <a:fillRef idx="1">
              <a:schemeClr val="accent1"/>
            </a:fillRef>
            <a:effectRef idx="0">
              <a:schemeClr val="accent1"/>
            </a:effectRef>
            <a:fontRef idx="minor">
              <a:schemeClr val="lt1"/>
            </a:fontRef>
          </p:style>
          <p:txBody>
            <a:bodyPr wrap="square"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grpSp>
          <p:nvGrpSpPr>
            <p:cNvPr id="70" name="Group 69">
              <a:extLst>
                <a:ext uri="{FF2B5EF4-FFF2-40B4-BE49-F238E27FC236}">
                  <a16:creationId xmlns:a16="http://schemas.microsoft.com/office/drawing/2014/main" id="{8337B887-D11B-B94E-DE65-6EABB6D72FE8}"/>
                </a:ext>
              </a:extLst>
            </p:cNvPr>
            <p:cNvGrpSpPr/>
            <p:nvPr/>
          </p:nvGrpSpPr>
          <p:grpSpPr>
            <a:xfrm>
              <a:off x="2794747" y="2436466"/>
              <a:ext cx="2675964" cy="492443"/>
              <a:chOff x="2794747" y="2436466"/>
              <a:chExt cx="2675964" cy="492443"/>
            </a:xfrm>
          </p:grpSpPr>
          <p:sp>
            <p:nvSpPr>
              <p:cNvPr id="94" name="Rectangle: Rounded Corners 93">
                <a:extLst>
                  <a:ext uri="{FF2B5EF4-FFF2-40B4-BE49-F238E27FC236}">
                    <a16:creationId xmlns:a16="http://schemas.microsoft.com/office/drawing/2014/main" id="{0413D299-4537-F8AC-8DDC-8A12F6342BEB}"/>
                  </a:ext>
                </a:extLst>
              </p:cNvPr>
              <p:cNvSpPr/>
              <p:nvPr/>
            </p:nvSpPr>
            <p:spPr>
              <a:xfrm>
                <a:off x="2794747" y="2436466"/>
                <a:ext cx="2675964" cy="492443"/>
              </a:xfrm>
              <a:prstGeom prst="roundRect">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GB" dirty="0">
                  <a:solidFill>
                    <a:schemeClr val="bg1"/>
                  </a:solidFill>
                </a:endParaRPr>
              </a:p>
            </p:txBody>
          </p:sp>
          <p:pic>
            <p:nvPicPr>
              <p:cNvPr id="95" name="Graphic 94" descr="Mandala with solid fill">
                <a:extLst>
                  <a:ext uri="{FF2B5EF4-FFF2-40B4-BE49-F238E27FC236}">
                    <a16:creationId xmlns:a16="http://schemas.microsoft.com/office/drawing/2014/main" id="{538ABE7E-8CDF-FC28-041A-03F2A0A4A98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929218" y="2466259"/>
                <a:ext cx="432856" cy="432856"/>
              </a:xfrm>
              <a:prstGeom prst="rect">
                <a:avLst/>
              </a:prstGeom>
            </p:spPr>
          </p:pic>
          <p:sp>
            <p:nvSpPr>
              <p:cNvPr id="96" name="TextBox 95">
                <a:extLst>
                  <a:ext uri="{FF2B5EF4-FFF2-40B4-BE49-F238E27FC236}">
                    <a16:creationId xmlns:a16="http://schemas.microsoft.com/office/drawing/2014/main" id="{828E48B6-89EF-394C-D625-219C4DF75BD9}"/>
                  </a:ext>
                </a:extLst>
              </p:cNvPr>
              <p:cNvSpPr txBox="1"/>
              <p:nvPr/>
            </p:nvSpPr>
            <p:spPr>
              <a:xfrm>
                <a:off x="3496545" y="2569025"/>
                <a:ext cx="1512484" cy="227325"/>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2400" kern="1200" dirty="0">
                    <a:solidFill>
                      <a:schemeClr val="bg1"/>
                    </a:solidFill>
                    <a:latin typeface="+mn-lt"/>
                    <a:ea typeface="ＭＳ Ｐゴシック" charset="0"/>
                  </a:rPr>
                  <a:t>cc010918</a:t>
                </a:r>
                <a:endParaRPr lang="en-GB" sz="2400" kern="1200" dirty="0" err="1">
                  <a:solidFill>
                    <a:schemeClr val="bg1"/>
                  </a:solidFill>
                  <a:latin typeface="+mn-lt"/>
                  <a:ea typeface="ＭＳ Ｐゴシック" charset="0"/>
                </a:endParaRPr>
              </a:p>
            </p:txBody>
          </p:sp>
        </p:grpSp>
        <p:grpSp>
          <p:nvGrpSpPr>
            <p:cNvPr id="71" name="Group 70">
              <a:extLst>
                <a:ext uri="{FF2B5EF4-FFF2-40B4-BE49-F238E27FC236}">
                  <a16:creationId xmlns:a16="http://schemas.microsoft.com/office/drawing/2014/main" id="{35E40BB9-CEF1-BA0F-1730-E971BE4F85E8}"/>
                </a:ext>
              </a:extLst>
            </p:cNvPr>
            <p:cNvGrpSpPr/>
            <p:nvPr/>
          </p:nvGrpSpPr>
          <p:grpSpPr>
            <a:xfrm>
              <a:off x="2605869" y="4048152"/>
              <a:ext cx="4402908" cy="805656"/>
              <a:chOff x="2582839" y="3959740"/>
              <a:chExt cx="4402908" cy="805656"/>
            </a:xfrm>
          </p:grpSpPr>
          <p:grpSp>
            <p:nvGrpSpPr>
              <p:cNvPr id="73" name="Group 72">
                <a:extLst>
                  <a:ext uri="{FF2B5EF4-FFF2-40B4-BE49-F238E27FC236}">
                    <a16:creationId xmlns:a16="http://schemas.microsoft.com/office/drawing/2014/main" id="{822BF5F0-1C04-D207-F25E-AA1C6163B106}"/>
                  </a:ext>
                </a:extLst>
              </p:cNvPr>
              <p:cNvGrpSpPr/>
              <p:nvPr/>
            </p:nvGrpSpPr>
            <p:grpSpPr>
              <a:xfrm>
                <a:off x="4108143" y="3963630"/>
                <a:ext cx="1352299" cy="797876"/>
                <a:chOff x="5225124" y="4067734"/>
                <a:chExt cx="2267712" cy="1337983"/>
              </a:xfrm>
            </p:grpSpPr>
            <p:grpSp>
              <p:nvGrpSpPr>
                <p:cNvPr id="88" name="Group 87">
                  <a:extLst>
                    <a:ext uri="{FF2B5EF4-FFF2-40B4-BE49-F238E27FC236}">
                      <a16:creationId xmlns:a16="http://schemas.microsoft.com/office/drawing/2014/main" id="{3DEADFDD-7AB1-EC08-EE89-18FD66CB4791}"/>
                    </a:ext>
                  </a:extLst>
                </p:cNvPr>
                <p:cNvGrpSpPr/>
                <p:nvPr/>
              </p:nvGrpSpPr>
              <p:grpSpPr>
                <a:xfrm>
                  <a:off x="5225124" y="4067734"/>
                  <a:ext cx="2267712" cy="1337983"/>
                  <a:chOff x="2521324" y="4067735"/>
                  <a:chExt cx="2267712" cy="1337983"/>
                </a:xfrm>
              </p:grpSpPr>
              <p:sp>
                <p:nvSpPr>
                  <p:cNvPr id="90" name="Rectangle: Rounded Corners 89">
                    <a:extLst>
                      <a:ext uri="{FF2B5EF4-FFF2-40B4-BE49-F238E27FC236}">
                        <a16:creationId xmlns:a16="http://schemas.microsoft.com/office/drawing/2014/main" id="{72448345-CE91-EA08-E964-F7726E3F4EEC}"/>
                      </a:ext>
                    </a:extLst>
                  </p:cNvPr>
                  <p:cNvSpPr/>
                  <p:nvPr/>
                </p:nvSpPr>
                <p:spPr>
                  <a:xfrm>
                    <a:off x="2522266" y="4067735"/>
                    <a:ext cx="2265829" cy="1337983"/>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000" dirty="0">
                      <a:solidFill>
                        <a:schemeClr val="bg1"/>
                      </a:solidFill>
                    </a:endParaRPr>
                  </a:p>
                </p:txBody>
              </p:sp>
              <p:cxnSp>
                <p:nvCxnSpPr>
                  <p:cNvPr id="91" name="Straight Connector 90">
                    <a:extLst>
                      <a:ext uri="{FF2B5EF4-FFF2-40B4-BE49-F238E27FC236}">
                        <a16:creationId xmlns:a16="http://schemas.microsoft.com/office/drawing/2014/main" id="{C3A4CB19-A70E-97A1-8279-937818ED7195}"/>
                      </a:ext>
                    </a:extLst>
                  </p:cNvPr>
                  <p:cNvCxnSpPr>
                    <a:cxnSpLocks/>
                  </p:cNvCxnSpPr>
                  <p:nvPr/>
                </p:nvCxnSpPr>
                <p:spPr>
                  <a:xfrm>
                    <a:off x="2521324" y="4492235"/>
                    <a:ext cx="2267712" cy="0"/>
                  </a:xfrm>
                  <a:prstGeom prst="line">
                    <a:avLst/>
                  </a:prstGeom>
                  <a:noFill/>
                  <a:ln w="79375">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sp>
                <p:nvSpPr>
                  <p:cNvPr id="92" name="TextBox 91">
                    <a:extLst>
                      <a:ext uri="{FF2B5EF4-FFF2-40B4-BE49-F238E27FC236}">
                        <a16:creationId xmlns:a16="http://schemas.microsoft.com/office/drawing/2014/main" id="{C65E8D5D-5AB5-8961-491F-2741C2740620}"/>
                      </a:ext>
                    </a:extLst>
                  </p:cNvPr>
                  <p:cNvSpPr txBox="1"/>
                  <p:nvPr/>
                </p:nvSpPr>
                <p:spPr>
                  <a:xfrm>
                    <a:off x="2959295" y="4067735"/>
                    <a:ext cx="1391771" cy="349623"/>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kern="1200" dirty="0">
                        <a:solidFill>
                          <a:schemeClr val="accent3"/>
                        </a:solidFill>
                        <a:latin typeface="+mn-lt"/>
                        <a:ea typeface="ＭＳ Ｐゴシック" charset="0"/>
                      </a:rPr>
                      <a:t>Program</a:t>
                    </a:r>
                    <a:endParaRPr lang="en-GB" sz="1000" kern="1200" dirty="0" err="1">
                      <a:solidFill>
                        <a:schemeClr val="accent3"/>
                      </a:solidFill>
                      <a:latin typeface="+mn-lt"/>
                      <a:ea typeface="ＭＳ Ｐゴシック" charset="0"/>
                    </a:endParaRPr>
                  </a:p>
                </p:txBody>
              </p:sp>
              <p:sp>
                <p:nvSpPr>
                  <p:cNvPr id="93" name="TextBox 92">
                    <a:extLst>
                      <a:ext uri="{FF2B5EF4-FFF2-40B4-BE49-F238E27FC236}">
                        <a16:creationId xmlns:a16="http://schemas.microsoft.com/office/drawing/2014/main" id="{836D641A-90DB-EC7A-685C-6FDE5B9D63BB}"/>
                      </a:ext>
                    </a:extLst>
                  </p:cNvPr>
                  <p:cNvSpPr txBox="1"/>
                  <p:nvPr/>
                </p:nvSpPr>
                <p:spPr>
                  <a:xfrm>
                    <a:off x="2767025" y="4628544"/>
                    <a:ext cx="1776311" cy="576384"/>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dirty="0">
                        <a:solidFill>
                          <a:schemeClr val="bg1"/>
                        </a:solidFill>
                        <a:ea typeface="ＭＳ Ｐゴシック" charset="0"/>
                      </a:rPr>
                      <a:t>Up Market Networking LDOS</a:t>
                    </a:r>
                    <a:endParaRPr lang="en-GB" sz="1000" kern="1200" dirty="0" err="1">
                      <a:solidFill>
                        <a:schemeClr val="bg1"/>
                      </a:solidFill>
                      <a:latin typeface="+mn-lt"/>
                      <a:ea typeface="ＭＳ Ｐゴシック" charset="0"/>
                    </a:endParaRPr>
                  </a:p>
                </p:txBody>
              </p:sp>
            </p:grpSp>
            <p:pic>
              <p:nvPicPr>
                <p:cNvPr id="89" name="Graphic 88" descr="Processor with solid fill">
                  <a:extLst>
                    <a:ext uri="{FF2B5EF4-FFF2-40B4-BE49-F238E27FC236}">
                      <a16:creationId xmlns:a16="http://schemas.microsoft.com/office/drawing/2014/main" id="{4E1D78FE-5D87-6908-DDA7-2C1DF072437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71355" y="4079929"/>
                  <a:ext cx="400110" cy="400110"/>
                </a:xfrm>
                <a:prstGeom prst="rect">
                  <a:avLst/>
                </a:prstGeom>
              </p:spPr>
            </p:pic>
          </p:grpSp>
          <p:grpSp>
            <p:nvGrpSpPr>
              <p:cNvPr id="74" name="Group 73">
                <a:extLst>
                  <a:ext uri="{FF2B5EF4-FFF2-40B4-BE49-F238E27FC236}">
                    <a16:creationId xmlns:a16="http://schemas.microsoft.com/office/drawing/2014/main" id="{B64ED66F-9B0E-8DB7-608B-35F50FF46BF7}"/>
                  </a:ext>
                </a:extLst>
              </p:cNvPr>
              <p:cNvGrpSpPr/>
              <p:nvPr/>
            </p:nvGrpSpPr>
            <p:grpSpPr>
              <a:xfrm>
                <a:off x="5633448" y="3963630"/>
                <a:ext cx="1352299" cy="797876"/>
                <a:chOff x="7928924" y="4067733"/>
                <a:chExt cx="2267712" cy="1337983"/>
              </a:xfrm>
            </p:grpSpPr>
            <p:grpSp>
              <p:nvGrpSpPr>
                <p:cNvPr id="82" name="Group 81">
                  <a:extLst>
                    <a:ext uri="{FF2B5EF4-FFF2-40B4-BE49-F238E27FC236}">
                      <a16:creationId xmlns:a16="http://schemas.microsoft.com/office/drawing/2014/main" id="{F051F144-E503-4B86-6C0C-6213BACB064C}"/>
                    </a:ext>
                  </a:extLst>
                </p:cNvPr>
                <p:cNvGrpSpPr/>
                <p:nvPr/>
              </p:nvGrpSpPr>
              <p:grpSpPr>
                <a:xfrm>
                  <a:off x="7928924" y="4067733"/>
                  <a:ext cx="2267712" cy="1337983"/>
                  <a:chOff x="2521324" y="4067735"/>
                  <a:chExt cx="2267712" cy="1337983"/>
                </a:xfrm>
              </p:grpSpPr>
              <p:sp>
                <p:nvSpPr>
                  <p:cNvPr id="84" name="Rectangle: Rounded Corners 83">
                    <a:extLst>
                      <a:ext uri="{FF2B5EF4-FFF2-40B4-BE49-F238E27FC236}">
                        <a16:creationId xmlns:a16="http://schemas.microsoft.com/office/drawing/2014/main" id="{C83C9FA7-9A24-C399-0704-FE6E4FFD19F9}"/>
                      </a:ext>
                    </a:extLst>
                  </p:cNvPr>
                  <p:cNvSpPr/>
                  <p:nvPr/>
                </p:nvSpPr>
                <p:spPr>
                  <a:xfrm>
                    <a:off x="2522266" y="4067735"/>
                    <a:ext cx="2265829" cy="1337983"/>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000" dirty="0">
                      <a:solidFill>
                        <a:schemeClr val="bg1"/>
                      </a:solidFill>
                    </a:endParaRPr>
                  </a:p>
                </p:txBody>
              </p:sp>
              <p:cxnSp>
                <p:nvCxnSpPr>
                  <p:cNvPr id="85" name="Straight Connector 84">
                    <a:extLst>
                      <a:ext uri="{FF2B5EF4-FFF2-40B4-BE49-F238E27FC236}">
                        <a16:creationId xmlns:a16="http://schemas.microsoft.com/office/drawing/2014/main" id="{46402405-BF7F-2E8D-B74F-D21EF2925C1A}"/>
                      </a:ext>
                    </a:extLst>
                  </p:cNvPr>
                  <p:cNvCxnSpPr>
                    <a:cxnSpLocks/>
                  </p:cNvCxnSpPr>
                  <p:nvPr/>
                </p:nvCxnSpPr>
                <p:spPr>
                  <a:xfrm>
                    <a:off x="2521324" y="4492235"/>
                    <a:ext cx="2267712" cy="0"/>
                  </a:xfrm>
                  <a:prstGeom prst="line">
                    <a:avLst/>
                  </a:prstGeom>
                  <a:noFill/>
                  <a:ln w="79375">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sp>
                <p:nvSpPr>
                  <p:cNvPr id="86" name="TextBox 85">
                    <a:extLst>
                      <a:ext uri="{FF2B5EF4-FFF2-40B4-BE49-F238E27FC236}">
                        <a16:creationId xmlns:a16="http://schemas.microsoft.com/office/drawing/2014/main" id="{DB6DAA78-211C-F779-9C29-6AD8619A26EF}"/>
                      </a:ext>
                    </a:extLst>
                  </p:cNvPr>
                  <p:cNvSpPr txBox="1"/>
                  <p:nvPr/>
                </p:nvSpPr>
                <p:spPr>
                  <a:xfrm>
                    <a:off x="2959295" y="4067735"/>
                    <a:ext cx="1391771" cy="349623"/>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kern="1200" dirty="0">
                        <a:solidFill>
                          <a:schemeClr val="accent4"/>
                        </a:solidFill>
                        <a:latin typeface="+mn-lt"/>
                        <a:ea typeface="ＭＳ Ｐゴシック" charset="0"/>
                      </a:rPr>
                      <a:t>Motion</a:t>
                    </a:r>
                    <a:endParaRPr lang="en-GB" sz="1000" kern="1200" dirty="0" err="1">
                      <a:solidFill>
                        <a:schemeClr val="accent4"/>
                      </a:solidFill>
                      <a:latin typeface="+mn-lt"/>
                      <a:ea typeface="ＭＳ Ｐゴシック" charset="0"/>
                    </a:endParaRPr>
                  </a:p>
                </p:txBody>
              </p:sp>
              <p:sp>
                <p:nvSpPr>
                  <p:cNvPr id="87" name="TextBox 86">
                    <a:extLst>
                      <a:ext uri="{FF2B5EF4-FFF2-40B4-BE49-F238E27FC236}">
                        <a16:creationId xmlns:a16="http://schemas.microsoft.com/office/drawing/2014/main" id="{EDA2AA37-1B15-C48F-4909-6C25FD131B13}"/>
                      </a:ext>
                    </a:extLst>
                  </p:cNvPr>
                  <p:cNvSpPr txBox="1"/>
                  <p:nvPr/>
                </p:nvSpPr>
                <p:spPr>
                  <a:xfrm>
                    <a:off x="2767025" y="4628544"/>
                    <a:ext cx="1776311" cy="576384"/>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kern="1200" dirty="0">
                        <a:solidFill>
                          <a:schemeClr val="bg1"/>
                        </a:solidFill>
                        <a:latin typeface="+mn-lt"/>
                        <a:ea typeface="ＭＳ Ｐゴシック" charset="0"/>
                      </a:rPr>
                      <a:t>Scale</a:t>
                    </a:r>
                    <a:endParaRPr lang="en-GB" sz="1000" kern="1200" dirty="0" err="1">
                      <a:solidFill>
                        <a:schemeClr val="bg1"/>
                      </a:solidFill>
                      <a:latin typeface="+mn-lt"/>
                      <a:ea typeface="ＭＳ Ｐゴシック" charset="0"/>
                    </a:endParaRPr>
                  </a:p>
                </p:txBody>
              </p:sp>
            </p:grpSp>
            <p:pic>
              <p:nvPicPr>
                <p:cNvPr id="83" name="Graphic 82" descr="Circles with arrows with solid fill">
                  <a:extLst>
                    <a:ext uri="{FF2B5EF4-FFF2-40B4-BE49-F238E27FC236}">
                      <a16:creationId xmlns:a16="http://schemas.microsoft.com/office/drawing/2014/main" id="{07CA8D28-5DA4-5048-E41E-1D9D7887D36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000955" y="4079928"/>
                  <a:ext cx="400110" cy="400110"/>
                </a:xfrm>
                <a:prstGeom prst="rect">
                  <a:avLst/>
                </a:prstGeom>
              </p:spPr>
            </p:pic>
          </p:grpSp>
          <p:grpSp>
            <p:nvGrpSpPr>
              <p:cNvPr id="75" name="Group 74">
                <a:extLst>
                  <a:ext uri="{FF2B5EF4-FFF2-40B4-BE49-F238E27FC236}">
                    <a16:creationId xmlns:a16="http://schemas.microsoft.com/office/drawing/2014/main" id="{30D3300E-B2B2-9AAA-6D30-D3A7A43EBA46}"/>
                  </a:ext>
                </a:extLst>
              </p:cNvPr>
              <p:cNvGrpSpPr/>
              <p:nvPr/>
            </p:nvGrpSpPr>
            <p:grpSpPr>
              <a:xfrm>
                <a:off x="2582839" y="3959740"/>
                <a:ext cx="1352298" cy="805656"/>
                <a:chOff x="2521324" y="4054687"/>
                <a:chExt cx="2267712" cy="1351031"/>
              </a:xfrm>
            </p:grpSpPr>
            <p:grpSp>
              <p:nvGrpSpPr>
                <p:cNvPr id="76" name="Group 75">
                  <a:extLst>
                    <a:ext uri="{FF2B5EF4-FFF2-40B4-BE49-F238E27FC236}">
                      <a16:creationId xmlns:a16="http://schemas.microsoft.com/office/drawing/2014/main" id="{1AFF521E-A833-CF71-CCAD-C2F6D2B4B857}"/>
                    </a:ext>
                  </a:extLst>
                </p:cNvPr>
                <p:cNvGrpSpPr/>
                <p:nvPr/>
              </p:nvGrpSpPr>
              <p:grpSpPr>
                <a:xfrm>
                  <a:off x="2521324" y="4067735"/>
                  <a:ext cx="2267712" cy="1337983"/>
                  <a:chOff x="2521324" y="4067735"/>
                  <a:chExt cx="2267712" cy="1337983"/>
                </a:xfrm>
              </p:grpSpPr>
              <p:sp>
                <p:nvSpPr>
                  <p:cNvPr id="78" name="Rectangle: Rounded Corners 77">
                    <a:extLst>
                      <a:ext uri="{FF2B5EF4-FFF2-40B4-BE49-F238E27FC236}">
                        <a16:creationId xmlns:a16="http://schemas.microsoft.com/office/drawing/2014/main" id="{C47F32E3-863B-3FA3-5D5E-BEF36B868536}"/>
                      </a:ext>
                    </a:extLst>
                  </p:cNvPr>
                  <p:cNvSpPr/>
                  <p:nvPr/>
                </p:nvSpPr>
                <p:spPr>
                  <a:xfrm>
                    <a:off x="2522266" y="4067735"/>
                    <a:ext cx="2265829" cy="1337983"/>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000" dirty="0">
                      <a:solidFill>
                        <a:schemeClr val="bg1"/>
                      </a:solidFill>
                    </a:endParaRPr>
                  </a:p>
                </p:txBody>
              </p:sp>
              <p:cxnSp>
                <p:nvCxnSpPr>
                  <p:cNvPr id="79" name="Straight Connector 78">
                    <a:extLst>
                      <a:ext uri="{FF2B5EF4-FFF2-40B4-BE49-F238E27FC236}">
                        <a16:creationId xmlns:a16="http://schemas.microsoft.com/office/drawing/2014/main" id="{13E79225-AB41-2FC1-6819-539A51CE96A9}"/>
                      </a:ext>
                    </a:extLst>
                  </p:cNvPr>
                  <p:cNvCxnSpPr>
                    <a:cxnSpLocks/>
                  </p:cNvCxnSpPr>
                  <p:nvPr/>
                </p:nvCxnSpPr>
                <p:spPr>
                  <a:xfrm>
                    <a:off x="2521324" y="4492235"/>
                    <a:ext cx="2267712" cy="0"/>
                  </a:xfrm>
                  <a:prstGeom prst="line">
                    <a:avLst/>
                  </a:prstGeom>
                  <a:noFill/>
                  <a:ln w="79375">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sp>
                <p:nvSpPr>
                  <p:cNvPr id="80" name="TextBox 79">
                    <a:extLst>
                      <a:ext uri="{FF2B5EF4-FFF2-40B4-BE49-F238E27FC236}">
                        <a16:creationId xmlns:a16="http://schemas.microsoft.com/office/drawing/2014/main" id="{EA7D8FB0-1AE4-73E6-864D-12C1A92C22A0}"/>
                      </a:ext>
                    </a:extLst>
                  </p:cNvPr>
                  <p:cNvSpPr txBox="1"/>
                  <p:nvPr/>
                </p:nvSpPr>
                <p:spPr>
                  <a:xfrm>
                    <a:off x="2959295" y="4067735"/>
                    <a:ext cx="1391771" cy="349623"/>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kern="1200" dirty="0">
                        <a:solidFill>
                          <a:schemeClr val="accent2"/>
                        </a:solidFill>
                        <a:latin typeface="+mn-lt"/>
                        <a:ea typeface="ＭＳ Ｐゴシック" charset="0"/>
                      </a:rPr>
                      <a:t>Campaign</a:t>
                    </a:r>
                    <a:endParaRPr lang="en-GB" sz="1000" kern="1200" dirty="0" err="1">
                      <a:solidFill>
                        <a:schemeClr val="accent2"/>
                      </a:solidFill>
                      <a:latin typeface="+mn-lt"/>
                      <a:ea typeface="ＭＳ Ｐゴシック" charset="0"/>
                    </a:endParaRPr>
                  </a:p>
                </p:txBody>
              </p:sp>
              <p:sp>
                <p:nvSpPr>
                  <p:cNvPr id="81" name="TextBox 80">
                    <a:extLst>
                      <a:ext uri="{FF2B5EF4-FFF2-40B4-BE49-F238E27FC236}">
                        <a16:creationId xmlns:a16="http://schemas.microsoft.com/office/drawing/2014/main" id="{44CF1D8A-B605-6C20-90A7-1AD1D6B3F7DF}"/>
                      </a:ext>
                    </a:extLst>
                  </p:cNvPr>
                  <p:cNvSpPr txBox="1"/>
                  <p:nvPr/>
                </p:nvSpPr>
                <p:spPr>
                  <a:xfrm>
                    <a:off x="2767025" y="4628544"/>
                    <a:ext cx="1776311" cy="576384"/>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kern="1200" dirty="0">
                        <a:solidFill>
                          <a:schemeClr val="bg1"/>
                        </a:solidFill>
                        <a:latin typeface="+mn-lt"/>
                        <a:ea typeface="ＭＳ Ｐゴシック" charset="0"/>
                      </a:rPr>
                      <a:t>Future-Proofed Workplaces</a:t>
                    </a:r>
                    <a:endParaRPr lang="en-GB" sz="1000" kern="1200" dirty="0" err="1">
                      <a:solidFill>
                        <a:schemeClr val="bg1"/>
                      </a:solidFill>
                      <a:latin typeface="+mn-lt"/>
                      <a:ea typeface="ＭＳ Ｐゴシック" charset="0"/>
                    </a:endParaRPr>
                  </a:p>
                </p:txBody>
              </p:sp>
            </p:grpSp>
            <p:pic>
              <p:nvPicPr>
                <p:cNvPr id="77" name="Graphic 76" descr="Cycle with people with solid fill">
                  <a:extLst>
                    <a:ext uri="{FF2B5EF4-FFF2-40B4-BE49-F238E27FC236}">
                      <a16:creationId xmlns:a16="http://schemas.microsoft.com/office/drawing/2014/main" id="{483319A8-24B3-942B-F2B5-A896B46944F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646830" y="4054687"/>
                  <a:ext cx="400110" cy="400110"/>
                </a:xfrm>
                <a:prstGeom prst="rect">
                  <a:avLst/>
                </a:prstGeom>
              </p:spPr>
            </p:pic>
          </p:grpSp>
        </p:grpSp>
        <p:sp>
          <p:nvSpPr>
            <p:cNvPr id="72" name="TextBox 71">
              <a:extLst>
                <a:ext uri="{FF2B5EF4-FFF2-40B4-BE49-F238E27FC236}">
                  <a16:creationId xmlns:a16="http://schemas.microsoft.com/office/drawing/2014/main" id="{2B0C51F5-082C-4817-592C-26703C2006B7}"/>
                </a:ext>
              </a:extLst>
            </p:cNvPr>
            <p:cNvSpPr txBox="1"/>
            <p:nvPr/>
          </p:nvSpPr>
          <p:spPr>
            <a:xfrm>
              <a:off x="2444001" y="2929038"/>
              <a:ext cx="4726641" cy="1070063"/>
            </a:xfrm>
            <a:prstGeom prst="rect">
              <a:avLst/>
            </a:prstGeom>
            <a:noFill/>
          </p:spPr>
          <p:txBody>
            <a:bodyPr wrap="square" lIns="0" tIns="0" rIns="0" bIns="0" rtlCol="0">
              <a:noAutofit/>
            </a:bodyPr>
            <a:lstStyle/>
            <a:p>
              <a:pPr defTabSz="912276" fontAlgn="base">
                <a:buClr>
                  <a:schemeClr val="bg1"/>
                </a:buClr>
                <a:buSzPct val="100000"/>
              </a:pPr>
              <a:r>
                <a:rPr lang="en-US" sz="800" b="1" kern="1200" dirty="0">
                  <a:solidFill>
                    <a:schemeClr val="bg1"/>
                  </a:solidFill>
                  <a:latin typeface="+mn-lt"/>
                  <a:ea typeface="ＭＳ Ｐゴシック" charset="0"/>
                </a:rPr>
                <a:t>Name:</a:t>
              </a:r>
            </a:p>
            <a:p>
              <a:pPr marL="285750" indent="-285750" defTabSz="912276" fontAlgn="base">
                <a:buClr>
                  <a:schemeClr val="bg1"/>
                </a:buClr>
                <a:buSzPct val="100000"/>
                <a:buFont typeface="Arial" panose="020B0604020202020204" pitchFamily="34" charset="0"/>
                <a:buChar char="•"/>
              </a:pPr>
              <a:r>
                <a:rPr lang="en-GB" sz="800" dirty="0">
                  <a:solidFill>
                    <a:schemeClr val="accent2"/>
                  </a:solidFill>
                </a:rPr>
                <a:t>EMEA Enterprise AI-Driven Network Assurance (Powered by </a:t>
              </a:r>
              <a:r>
                <a:rPr lang="en-GB" sz="800" dirty="0" err="1">
                  <a:solidFill>
                    <a:schemeClr val="accent2"/>
                  </a:solidFill>
                </a:rPr>
                <a:t>ThousandEyes</a:t>
              </a:r>
              <a:r>
                <a:rPr lang="en-GB" sz="800" dirty="0">
                  <a:solidFill>
                    <a:schemeClr val="accent2"/>
                  </a:solidFill>
                </a:rPr>
                <a:t>)</a:t>
              </a:r>
            </a:p>
            <a:p>
              <a:pPr marL="285750" indent="-285750" defTabSz="912276" fontAlgn="base">
                <a:buClr>
                  <a:schemeClr val="bg1"/>
                </a:buClr>
                <a:buSzPct val="100000"/>
                <a:buFont typeface="Arial" panose="020B0604020202020204" pitchFamily="34" charset="0"/>
                <a:buChar char="•"/>
              </a:pPr>
              <a:r>
                <a:rPr lang="en-GB" sz="800" b="1" dirty="0">
                  <a:solidFill>
                    <a:schemeClr val="bg1"/>
                  </a:solidFill>
                  <a:ea typeface="ＭＳ Ｐゴシック" charset="0"/>
                </a:rPr>
                <a:t>Description: </a:t>
              </a:r>
            </a:p>
            <a:p>
              <a:pPr marL="285750" indent="-285750" defTabSz="912276" fontAlgn="base">
                <a:buClr>
                  <a:schemeClr val="bg1"/>
                </a:buClr>
                <a:buSzPct val="100000"/>
                <a:buFont typeface="Arial" panose="020B0604020202020204" pitchFamily="34" charset="0"/>
                <a:buChar char="•"/>
              </a:pPr>
              <a:r>
                <a:rPr lang="en-GB" sz="800" dirty="0">
                  <a:solidFill>
                    <a:schemeClr val="accent2"/>
                  </a:solidFill>
                </a:rPr>
                <a:t>Driving adoption of AI-powered network assurance and visibility across the EMEA market by showcasing the native integration of Thousand Eyes with Cisco networking hardware. It highlights how organizations can leverage deep, granular insights across their entire digital infrastructure to proactively isolate performance bottlenecks and drastically reduce mean time to repair (MTTR). </a:t>
              </a:r>
            </a:p>
          </p:txBody>
        </p:sp>
      </p:grpSp>
      <p:grpSp>
        <p:nvGrpSpPr>
          <p:cNvPr id="97" name="Group 96">
            <a:extLst>
              <a:ext uri="{FF2B5EF4-FFF2-40B4-BE49-F238E27FC236}">
                <a16:creationId xmlns:a16="http://schemas.microsoft.com/office/drawing/2014/main" id="{C88C50BF-C341-1D64-0818-203FA8867BEB}"/>
              </a:ext>
            </a:extLst>
          </p:cNvPr>
          <p:cNvGrpSpPr/>
          <p:nvPr/>
        </p:nvGrpSpPr>
        <p:grpSpPr>
          <a:xfrm>
            <a:off x="6423211" y="3838498"/>
            <a:ext cx="5029200" cy="2532222"/>
            <a:chOff x="2292723" y="2436466"/>
            <a:chExt cx="5029200" cy="2532222"/>
          </a:xfrm>
        </p:grpSpPr>
        <p:sp>
          <p:nvSpPr>
            <p:cNvPr id="98" name="Freeform: Shape 97">
              <a:extLst>
                <a:ext uri="{FF2B5EF4-FFF2-40B4-BE49-F238E27FC236}">
                  <a16:creationId xmlns:a16="http://schemas.microsoft.com/office/drawing/2014/main" id="{60124003-1E15-DB6F-9E15-B05F3A6FC475}"/>
                </a:ext>
              </a:extLst>
            </p:cNvPr>
            <p:cNvSpPr/>
            <p:nvPr/>
          </p:nvSpPr>
          <p:spPr>
            <a:xfrm>
              <a:off x="2292723" y="2682688"/>
              <a:ext cx="5029200" cy="2286000"/>
            </a:xfrm>
            <a:custGeom>
              <a:avLst/>
              <a:gdLst>
                <a:gd name="csX0" fmla="*/ 226360 w 5029200"/>
                <a:gd name="csY0" fmla="*/ 0 h 2286000"/>
                <a:gd name="csX1" fmla="*/ 510989 w 5029200"/>
                <a:gd name="csY1" fmla="*/ 0 h 2286000"/>
                <a:gd name="csX2" fmla="*/ 510989 w 5029200"/>
                <a:gd name="csY2" fmla="*/ 164146 h 2286000"/>
                <a:gd name="csX3" fmla="*/ 593064 w 5029200"/>
                <a:gd name="csY3" fmla="*/ 246221 h 2286000"/>
                <a:gd name="csX4" fmla="*/ 3104878 w 5029200"/>
                <a:gd name="csY4" fmla="*/ 246221 h 2286000"/>
                <a:gd name="csX5" fmla="*/ 3186953 w 5029200"/>
                <a:gd name="csY5" fmla="*/ 164146 h 2286000"/>
                <a:gd name="csX6" fmla="*/ 3186953 w 5029200"/>
                <a:gd name="csY6" fmla="*/ 0 h 2286000"/>
                <a:gd name="csX7" fmla="*/ 4802840 w 5029200"/>
                <a:gd name="csY7" fmla="*/ 0 h 2286000"/>
                <a:gd name="csX8" fmla="*/ 5029200 w 5029200"/>
                <a:gd name="csY8" fmla="*/ 226360 h 2286000"/>
                <a:gd name="csX9" fmla="*/ 5029200 w 5029200"/>
                <a:gd name="csY9" fmla="*/ 2059640 h 2286000"/>
                <a:gd name="csX10" fmla="*/ 4802840 w 5029200"/>
                <a:gd name="csY10" fmla="*/ 2286000 h 2286000"/>
                <a:gd name="csX11" fmla="*/ 226360 w 5029200"/>
                <a:gd name="csY11" fmla="*/ 2286000 h 2286000"/>
                <a:gd name="csX12" fmla="*/ 0 w 5029200"/>
                <a:gd name="csY12" fmla="*/ 2059640 h 2286000"/>
                <a:gd name="csX13" fmla="*/ 0 w 5029200"/>
                <a:gd name="csY13" fmla="*/ 226360 h 2286000"/>
                <a:gd name="csX14" fmla="*/ 226360 w 5029200"/>
                <a:gd name="csY14" fmla="*/ 0 h 2286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029200" h="2286000">
                  <a:moveTo>
                    <a:pt x="226360" y="0"/>
                  </a:moveTo>
                  <a:lnTo>
                    <a:pt x="510989" y="0"/>
                  </a:lnTo>
                  <a:lnTo>
                    <a:pt x="510989" y="164146"/>
                  </a:lnTo>
                  <a:cubicBezTo>
                    <a:pt x="510989" y="209475"/>
                    <a:pt x="547735" y="246221"/>
                    <a:pt x="593064" y="246221"/>
                  </a:cubicBezTo>
                  <a:lnTo>
                    <a:pt x="3104878" y="246221"/>
                  </a:lnTo>
                  <a:cubicBezTo>
                    <a:pt x="3150207" y="246221"/>
                    <a:pt x="3186953" y="209475"/>
                    <a:pt x="3186953" y="164146"/>
                  </a:cubicBezTo>
                  <a:lnTo>
                    <a:pt x="3186953" y="0"/>
                  </a:lnTo>
                  <a:lnTo>
                    <a:pt x="4802840" y="0"/>
                  </a:lnTo>
                  <a:cubicBezTo>
                    <a:pt x="4927855" y="0"/>
                    <a:pt x="5029200" y="101345"/>
                    <a:pt x="5029200" y="226360"/>
                  </a:cubicBezTo>
                  <a:lnTo>
                    <a:pt x="5029200" y="2059640"/>
                  </a:lnTo>
                  <a:cubicBezTo>
                    <a:pt x="5029200" y="2184655"/>
                    <a:pt x="4927855" y="2286000"/>
                    <a:pt x="4802840" y="2286000"/>
                  </a:cubicBezTo>
                  <a:lnTo>
                    <a:pt x="226360" y="2286000"/>
                  </a:lnTo>
                  <a:cubicBezTo>
                    <a:pt x="101345" y="2286000"/>
                    <a:pt x="0" y="2184655"/>
                    <a:pt x="0" y="2059640"/>
                  </a:cubicBezTo>
                  <a:lnTo>
                    <a:pt x="0" y="226360"/>
                  </a:lnTo>
                  <a:cubicBezTo>
                    <a:pt x="0" y="101345"/>
                    <a:pt x="101345" y="0"/>
                    <a:pt x="226360" y="0"/>
                  </a:cubicBezTo>
                  <a:close/>
                </a:path>
              </a:pathLst>
            </a:custGeom>
            <a:noFill/>
            <a:ln w="15875">
              <a:solidFill>
                <a:schemeClr val="bg2"/>
              </a:solidFill>
            </a:ln>
            <a:effectLst/>
          </p:spPr>
          <p:style>
            <a:lnRef idx="2">
              <a:schemeClr val="accent1">
                <a:shade val="50000"/>
              </a:schemeClr>
            </a:lnRef>
            <a:fillRef idx="1">
              <a:schemeClr val="accent1"/>
            </a:fillRef>
            <a:effectRef idx="0">
              <a:schemeClr val="accent1"/>
            </a:effectRef>
            <a:fontRef idx="minor">
              <a:schemeClr val="lt1"/>
            </a:fontRef>
          </p:style>
          <p:txBody>
            <a:bodyPr wrap="square"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grpSp>
          <p:nvGrpSpPr>
            <p:cNvPr id="99" name="Group 98">
              <a:extLst>
                <a:ext uri="{FF2B5EF4-FFF2-40B4-BE49-F238E27FC236}">
                  <a16:creationId xmlns:a16="http://schemas.microsoft.com/office/drawing/2014/main" id="{1E2366F4-CBC9-9237-7C93-17A59F0B852D}"/>
                </a:ext>
              </a:extLst>
            </p:cNvPr>
            <p:cNvGrpSpPr/>
            <p:nvPr/>
          </p:nvGrpSpPr>
          <p:grpSpPr>
            <a:xfrm>
              <a:off x="2794747" y="2436466"/>
              <a:ext cx="2675964" cy="492443"/>
              <a:chOff x="2794747" y="2436466"/>
              <a:chExt cx="2675964" cy="492443"/>
            </a:xfrm>
          </p:grpSpPr>
          <p:sp>
            <p:nvSpPr>
              <p:cNvPr id="123" name="Rectangle: Rounded Corners 122">
                <a:extLst>
                  <a:ext uri="{FF2B5EF4-FFF2-40B4-BE49-F238E27FC236}">
                    <a16:creationId xmlns:a16="http://schemas.microsoft.com/office/drawing/2014/main" id="{BC89AED4-6D8C-8B93-5D2C-4DF4D2E5676A}"/>
                  </a:ext>
                </a:extLst>
              </p:cNvPr>
              <p:cNvSpPr/>
              <p:nvPr/>
            </p:nvSpPr>
            <p:spPr>
              <a:xfrm>
                <a:off x="2794747" y="2436466"/>
                <a:ext cx="2675964" cy="492443"/>
              </a:xfrm>
              <a:prstGeom prst="roundRect">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GB" dirty="0">
                  <a:solidFill>
                    <a:schemeClr val="bg1"/>
                  </a:solidFill>
                </a:endParaRPr>
              </a:p>
            </p:txBody>
          </p:sp>
          <p:pic>
            <p:nvPicPr>
              <p:cNvPr id="124" name="Graphic 123" descr="Mandala with solid fill">
                <a:extLst>
                  <a:ext uri="{FF2B5EF4-FFF2-40B4-BE49-F238E27FC236}">
                    <a16:creationId xmlns:a16="http://schemas.microsoft.com/office/drawing/2014/main" id="{C33B3D92-E3D4-F731-804A-568E34BFDB4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929218" y="2466259"/>
                <a:ext cx="432856" cy="432856"/>
              </a:xfrm>
              <a:prstGeom prst="rect">
                <a:avLst/>
              </a:prstGeom>
            </p:spPr>
          </p:pic>
          <p:sp>
            <p:nvSpPr>
              <p:cNvPr id="125" name="TextBox 124">
                <a:extLst>
                  <a:ext uri="{FF2B5EF4-FFF2-40B4-BE49-F238E27FC236}">
                    <a16:creationId xmlns:a16="http://schemas.microsoft.com/office/drawing/2014/main" id="{F776EAE2-C66F-1D9E-767F-6969D7318190}"/>
                  </a:ext>
                </a:extLst>
              </p:cNvPr>
              <p:cNvSpPr txBox="1"/>
              <p:nvPr/>
            </p:nvSpPr>
            <p:spPr>
              <a:xfrm>
                <a:off x="3496545" y="2569025"/>
                <a:ext cx="1512484" cy="227325"/>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2400" kern="1200" dirty="0">
                    <a:solidFill>
                      <a:schemeClr val="bg1"/>
                    </a:solidFill>
                    <a:latin typeface="+mn-lt"/>
                    <a:ea typeface="ＭＳ Ｐゴシック" charset="0"/>
                  </a:rPr>
                  <a:t>cc01102</a:t>
                </a:r>
                <a:endParaRPr lang="en-GB" sz="2400" kern="1200" dirty="0" err="1">
                  <a:solidFill>
                    <a:schemeClr val="bg1"/>
                  </a:solidFill>
                  <a:latin typeface="+mn-lt"/>
                  <a:ea typeface="ＭＳ Ｐゴシック" charset="0"/>
                </a:endParaRPr>
              </a:p>
            </p:txBody>
          </p:sp>
        </p:grpSp>
        <p:grpSp>
          <p:nvGrpSpPr>
            <p:cNvPr id="100" name="Group 99">
              <a:extLst>
                <a:ext uri="{FF2B5EF4-FFF2-40B4-BE49-F238E27FC236}">
                  <a16:creationId xmlns:a16="http://schemas.microsoft.com/office/drawing/2014/main" id="{5AA4BF58-21C0-2A1E-BEA7-145709E1A608}"/>
                </a:ext>
              </a:extLst>
            </p:cNvPr>
            <p:cNvGrpSpPr/>
            <p:nvPr/>
          </p:nvGrpSpPr>
          <p:grpSpPr>
            <a:xfrm>
              <a:off x="2605869" y="4048152"/>
              <a:ext cx="4402908" cy="805656"/>
              <a:chOff x="2582839" y="3959740"/>
              <a:chExt cx="4402908" cy="805656"/>
            </a:xfrm>
          </p:grpSpPr>
          <p:grpSp>
            <p:nvGrpSpPr>
              <p:cNvPr id="102" name="Group 101">
                <a:extLst>
                  <a:ext uri="{FF2B5EF4-FFF2-40B4-BE49-F238E27FC236}">
                    <a16:creationId xmlns:a16="http://schemas.microsoft.com/office/drawing/2014/main" id="{4E1BE113-E639-3911-8151-216203FB6E49}"/>
                  </a:ext>
                </a:extLst>
              </p:cNvPr>
              <p:cNvGrpSpPr/>
              <p:nvPr/>
            </p:nvGrpSpPr>
            <p:grpSpPr>
              <a:xfrm>
                <a:off x="4108143" y="3963630"/>
                <a:ext cx="1352299" cy="797876"/>
                <a:chOff x="5225124" y="4067734"/>
                <a:chExt cx="2267712" cy="1337983"/>
              </a:xfrm>
            </p:grpSpPr>
            <p:grpSp>
              <p:nvGrpSpPr>
                <p:cNvPr id="117" name="Group 116">
                  <a:extLst>
                    <a:ext uri="{FF2B5EF4-FFF2-40B4-BE49-F238E27FC236}">
                      <a16:creationId xmlns:a16="http://schemas.microsoft.com/office/drawing/2014/main" id="{DE5CA87C-6166-84EF-90B4-98F33545DFF7}"/>
                    </a:ext>
                  </a:extLst>
                </p:cNvPr>
                <p:cNvGrpSpPr/>
                <p:nvPr/>
              </p:nvGrpSpPr>
              <p:grpSpPr>
                <a:xfrm>
                  <a:off x="5225124" y="4067734"/>
                  <a:ext cx="2267712" cy="1337983"/>
                  <a:chOff x="2521324" y="4067735"/>
                  <a:chExt cx="2267712" cy="1337983"/>
                </a:xfrm>
              </p:grpSpPr>
              <p:sp>
                <p:nvSpPr>
                  <p:cNvPr id="119" name="Rectangle: Rounded Corners 118">
                    <a:extLst>
                      <a:ext uri="{FF2B5EF4-FFF2-40B4-BE49-F238E27FC236}">
                        <a16:creationId xmlns:a16="http://schemas.microsoft.com/office/drawing/2014/main" id="{C20D7A9C-1418-ADC4-C8CB-1B129ADE300B}"/>
                      </a:ext>
                    </a:extLst>
                  </p:cNvPr>
                  <p:cNvSpPr/>
                  <p:nvPr/>
                </p:nvSpPr>
                <p:spPr>
                  <a:xfrm>
                    <a:off x="2522266" y="4067735"/>
                    <a:ext cx="2265829" cy="1337983"/>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000" dirty="0">
                      <a:solidFill>
                        <a:schemeClr val="bg1"/>
                      </a:solidFill>
                    </a:endParaRPr>
                  </a:p>
                </p:txBody>
              </p:sp>
              <p:cxnSp>
                <p:nvCxnSpPr>
                  <p:cNvPr id="120" name="Straight Connector 119">
                    <a:extLst>
                      <a:ext uri="{FF2B5EF4-FFF2-40B4-BE49-F238E27FC236}">
                        <a16:creationId xmlns:a16="http://schemas.microsoft.com/office/drawing/2014/main" id="{07565E41-E93A-4077-0707-D5A8839607F1}"/>
                      </a:ext>
                    </a:extLst>
                  </p:cNvPr>
                  <p:cNvCxnSpPr>
                    <a:cxnSpLocks/>
                  </p:cNvCxnSpPr>
                  <p:nvPr/>
                </p:nvCxnSpPr>
                <p:spPr>
                  <a:xfrm>
                    <a:off x="2521324" y="4492235"/>
                    <a:ext cx="2267712" cy="0"/>
                  </a:xfrm>
                  <a:prstGeom prst="line">
                    <a:avLst/>
                  </a:prstGeom>
                  <a:noFill/>
                  <a:ln w="79375">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sp>
                <p:nvSpPr>
                  <p:cNvPr id="121" name="TextBox 120">
                    <a:extLst>
                      <a:ext uri="{FF2B5EF4-FFF2-40B4-BE49-F238E27FC236}">
                        <a16:creationId xmlns:a16="http://schemas.microsoft.com/office/drawing/2014/main" id="{071E490B-7204-9711-D70E-B123677F5E50}"/>
                      </a:ext>
                    </a:extLst>
                  </p:cNvPr>
                  <p:cNvSpPr txBox="1"/>
                  <p:nvPr/>
                </p:nvSpPr>
                <p:spPr>
                  <a:xfrm>
                    <a:off x="2959295" y="4067735"/>
                    <a:ext cx="1391771" cy="349623"/>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kern="1200" dirty="0">
                        <a:solidFill>
                          <a:schemeClr val="accent3"/>
                        </a:solidFill>
                        <a:latin typeface="+mn-lt"/>
                        <a:ea typeface="ＭＳ Ｐゴシック" charset="0"/>
                      </a:rPr>
                      <a:t>Program</a:t>
                    </a:r>
                    <a:endParaRPr lang="en-GB" sz="1000" kern="1200" dirty="0" err="1">
                      <a:solidFill>
                        <a:schemeClr val="accent3"/>
                      </a:solidFill>
                      <a:latin typeface="+mn-lt"/>
                      <a:ea typeface="ＭＳ Ｐゴシック" charset="0"/>
                    </a:endParaRPr>
                  </a:p>
                </p:txBody>
              </p:sp>
              <p:sp>
                <p:nvSpPr>
                  <p:cNvPr id="122" name="TextBox 121">
                    <a:extLst>
                      <a:ext uri="{FF2B5EF4-FFF2-40B4-BE49-F238E27FC236}">
                        <a16:creationId xmlns:a16="http://schemas.microsoft.com/office/drawing/2014/main" id="{27C6AB22-9AA7-9879-173E-59492AE8FCC1}"/>
                      </a:ext>
                    </a:extLst>
                  </p:cNvPr>
                  <p:cNvSpPr txBox="1"/>
                  <p:nvPr/>
                </p:nvSpPr>
                <p:spPr>
                  <a:xfrm>
                    <a:off x="2767025" y="4628544"/>
                    <a:ext cx="1776311" cy="576384"/>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dirty="0" err="1">
                        <a:solidFill>
                          <a:schemeClr val="bg1"/>
                        </a:solidFill>
                        <a:ea typeface="ＭＳ Ｐゴシック" charset="0"/>
                      </a:rPr>
                      <a:t>Neocloud</a:t>
                    </a:r>
                    <a:endParaRPr lang="en-GB" sz="1000" kern="1200" dirty="0" err="1">
                      <a:solidFill>
                        <a:schemeClr val="bg1"/>
                      </a:solidFill>
                      <a:latin typeface="+mn-lt"/>
                      <a:ea typeface="ＭＳ Ｐゴシック" charset="0"/>
                    </a:endParaRPr>
                  </a:p>
                </p:txBody>
              </p:sp>
            </p:grpSp>
            <p:pic>
              <p:nvPicPr>
                <p:cNvPr id="118" name="Graphic 117" descr="Processor with solid fill">
                  <a:extLst>
                    <a:ext uri="{FF2B5EF4-FFF2-40B4-BE49-F238E27FC236}">
                      <a16:creationId xmlns:a16="http://schemas.microsoft.com/office/drawing/2014/main" id="{3F024072-C624-B5FC-4CD9-EE0726A35A5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71355" y="4079929"/>
                  <a:ext cx="400110" cy="400110"/>
                </a:xfrm>
                <a:prstGeom prst="rect">
                  <a:avLst/>
                </a:prstGeom>
              </p:spPr>
            </p:pic>
          </p:grpSp>
          <p:grpSp>
            <p:nvGrpSpPr>
              <p:cNvPr id="103" name="Group 102">
                <a:extLst>
                  <a:ext uri="{FF2B5EF4-FFF2-40B4-BE49-F238E27FC236}">
                    <a16:creationId xmlns:a16="http://schemas.microsoft.com/office/drawing/2014/main" id="{D6C6EC3D-7EA0-C336-EF10-919B4D545A22}"/>
                  </a:ext>
                </a:extLst>
              </p:cNvPr>
              <p:cNvGrpSpPr/>
              <p:nvPr/>
            </p:nvGrpSpPr>
            <p:grpSpPr>
              <a:xfrm>
                <a:off x="5633448" y="3963630"/>
                <a:ext cx="1352299" cy="797876"/>
                <a:chOff x="7928924" y="4067733"/>
                <a:chExt cx="2267712" cy="1337983"/>
              </a:xfrm>
            </p:grpSpPr>
            <p:grpSp>
              <p:nvGrpSpPr>
                <p:cNvPr id="111" name="Group 110">
                  <a:extLst>
                    <a:ext uri="{FF2B5EF4-FFF2-40B4-BE49-F238E27FC236}">
                      <a16:creationId xmlns:a16="http://schemas.microsoft.com/office/drawing/2014/main" id="{F4D52316-83E8-475D-DEF0-0026232A7296}"/>
                    </a:ext>
                  </a:extLst>
                </p:cNvPr>
                <p:cNvGrpSpPr/>
                <p:nvPr/>
              </p:nvGrpSpPr>
              <p:grpSpPr>
                <a:xfrm>
                  <a:off x="7928924" y="4067733"/>
                  <a:ext cx="2267712" cy="1337983"/>
                  <a:chOff x="2521324" y="4067735"/>
                  <a:chExt cx="2267712" cy="1337983"/>
                </a:xfrm>
              </p:grpSpPr>
              <p:sp>
                <p:nvSpPr>
                  <p:cNvPr id="113" name="Rectangle: Rounded Corners 112">
                    <a:extLst>
                      <a:ext uri="{FF2B5EF4-FFF2-40B4-BE49-F238E27FC236}">
                        <a16:creationId xmlns:a16="http://schemas.microsoft.com/office/drawing/2014/main" id="{B6DF24D1-916B-126F-A8C6-902EA1CC5C41}"/>
                      </a:ext>
                    </a:extLst>
                  </p:cNvPr>
                  <p:cNvSpPr/>
                  <p:nvPr/>
                </p:nvSpPr>
                <p:spPr>
                  <a:xfrm>
                    <a:off x="2522266" y="4067735"/>
                    <a:ext cx="2265829" cy="1337983"/>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000" dirty="0">
                      <a:solidFill>
                        <a:schemeClr val="bg1"/>
                      </a:solidFill>
                    </a:endParaRPr>
                  </a:p>
                </p:txBody>
              </p:sp>
              <p:cxnSp>
                <p:nvCxnSpPr>
                  <p:cNvPr id="114" name="Straight Connector 113">
                    <a:extLst>
                      <a:ext uri="{FF2B5EF4-FFF2-40B4-BE49-F238E27FC236}">
                        <a16:creationId xmlns:a16="http://schemas.microsoft.com/office/drawing/2014/main" id="{C4E4E11F-4C21-26B9-36C6-5F923EB71904}"/>
                      </a:ext>
                    </a:extLst>
                  </p:cNvPr>
                  <p:cNvCxnSpPr>
                    <a:cxnSpLocks/>
                  </p:cNvCxnSpPr>
                  <p:nvPr/>
                </p:nvCxnSpPr>
                <p:spPr>
                  <a:xfrm>
                    <a:off x="2521324" y="4492235"/>
                    <a:ext cx="2267712" cy="0"/>
                  </a:xfrm>
                  <a:prstGeom prst="line">
                    <a:avLst/>
                  </a:prstGeom>
                  <a:noFill/>
                  <a:ln w="79375">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sp>
                <p:nvSpPr>
                  <p:cNvPr id="115" name="TextBox 114">
                    <a:extLst>
                      <a:ext uri="{FF2B5EF4-FFF2-40B4-BE49-F238E27FC236}">
                        <a16:creationId xmlns:a16="http://schemas.microsoft.com/office/drawing/2014/main" id="{DED1DF69-E6ED-2C97-07A9-15F28E1374D6}"/>
                      </a:ext>
                    </a:extLst>
                  </p:cNvPr>
                  <p:cNvSpPr txBox="1"/>
                  <p:nvPr/>
                </p:nvSpPr>
                <p:spPr>
                  <a:xfrm>
                    <a:off x="2959295" y="4067735"/>
                    <a:ext cx="1391771" cy="349623"/>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kern="1200" dirty="0">
                        <a:solidFill>
                          <a:schemeClr val="accent4"/>
                        </a:solidFill>
                        <a:latin typeface="+mn-lt"/>
                        <a:ea typeface="ＭＳ Ｐゴシック" charset="0"/>
                      </a:rPr>
                      <a:t>Motion</a:t>
                    </a:r>
                    <a:endParaRPr lang="en-GB" sz="1000" kern="1200" dirty="0" err="1">
                      <a:solidFill>
                        <a:schemeClr val="accent4"/>
                      </a:solidFill>
                      <a:latin typeface="+mn-lt"/>
                      <a:ea typeface="ＭＳ Ｐゴシック" charset="0"/>
                    </a:endParaRPr>
                  </a:p>
                </p:txBody>
              </p:sp>
              <p:sp>
                <p:nvSpPr>
                  <p:cNvPr id="116" name="TextBox 115">
                    <a:extLst>
                      <a:ext uri="{FF2B5EF4-FFF2-40B4-BE49-F238E27FC236}">
                        <a16:creationId xmlns:a16="http://schemas.microsoft.com/office/drawing/2014/main" id="{D876C8DC-2C25-039E-D101-B13E4D492E2B}"/>
                      </a:ext>
                    </a:extLst>
                  </p:cNvPr>
                  <p:cNvSpPr txBox="1"/>
                  <p:nvPr/>
                </p:nvSpPr>
                <p:spPr>
                  <a:xfrm>
                    <a:off x="2767025" y="4628544"/>
                    <a:ext cx="1776311" cy="576384"/>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kern="1200" dirty="0">
                        <a:solidFill>
                          <a:schemeClr val="bg1"/>
                        </a:solidFill>
                        <a:latin typeface="+mn-lt"/>
                        <a:ea typeface="ＭＳ Ｐゴシック" charset="0"/>
                      </a:rPr>
                      <a:t>Scale</a:t>
                    </a:r>
                    <a:endParaRPr lang="en-GB" sz="1000" kern="1200" dirty="0" err="1">
                      <a:solidFill>
                        <a:schemeClr val="bg1"/>
                      </a:solidFill>
                      <a:latin typeface="+mn-lt"/>
                      <a:ea typeface="ＭＳ Ｐゴシック" charset="0"/>
                    </a:endParaRPr>
                  </a:p>
                </p:txBody>
              </p:sp>
            </p:grpSp>
            <p:pic>
              <p:nvPicPr>
                <p:cNvPr id="112" name="Graphic 111" descr="Circles with arrows with solid fill">
                  <a:extLst>
                    <a:ext uri="{FF2B5EF4-FFF2-40B4-BE49-F238E27FC236}">
                      <a16:creationId xmlns:a16="http://schemas.microsoft.com/office/drawing/2014/main" id="{31032AAB-5E28-D684-2450-518D9D469CC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000955" y="4079928"/>
                  <a:ext cx="400110" cy="400110"/>
                </a:xfrm>
                <a:prstGeom prst="rect">
                  <a:avLst/>
                </a:prstGeom>
              </p:spPr>
            </p:pic>
          </p:grpSp>
          <p:grpSp>
            <p:nvGrpSpPr>
              <p:cNvPr id="104" name="Group 103">
                <a:extLst>
                  <a:ext uri="{FF2B5EF4-FFF2-40B4-BE49-F238E27FC236}">
                    <a16:creationId xmlns:a16="http://schemas.microsoft.com/office/drawing/2014/main" id="{A3C6259E-3F53-9F46-676D-9F9D2563209F}"/>
                  </a:ext>
                </a:extLst>
              </p:cNvPr>
              <p:cNvGrpSpPr/>
              <p:nvPr/>
            </p:nvGrpSpPr>
            <p:grpSpPr>
              <a:xfrm>
                <a:off x="2582839" y="3959740"/>
                <a:ext cx="1352298" cy="805656"/>
                <a:chOff x="2521324" y="4054687"/>
                <a:chExt cx="2267712" cy="1351031"/>
              </a:xfrm>
            </p:grpSpPr>
            <p:grpSp>
              <p:nvGrpSpPr>
                <p:cNvPr id="105" name="Group 104">
                  <a:extLst>
                    <a:ext uri="{FF2B5EF4-FFF2-40B4-BE49-F238E27FC236}">
                      <a16:creationId xmlns:a16="http://schemas.microsoft.com/office/drawing/2014/main" id="{80B64C6C-2D6C-6942-7EFE-AE1E04294436}"/>
                    </a:ext>
                  </a:extLst>
                </p:cNvPr>
                <p:cNvGrpSpPr/>
                <p:nvPr/>
              </p:nvGrpSpPr>
              <p:grpSpPr>
                <a:xfrm>
                  <a:off x="2521324" y="4067735"/>
                  <a:ext cx="2267712" cy="1337983"/>
                  <a:chOff x="2521324" y="4067735"/>
                  <a:chExt cx="2267712" cy="1337983"/>
                </a:xfrm>
              </p:grpSpPr>
              <p:sp>
                <p:nvSpPr>
                  <p:cNvPr id="107" name="Rectangle: Rounded Corners 106">
                    <a:extLst>
                      <a:ext uri="{FF2B5EF4-FFF2-40B4-BE49-F238E27FC236}">
                        <a16:creationId xmlns:a16="http://schemas.microsoft.com/office/drawing/2014/main" id="{49DD9D75-5510-BD63-D0C6-B1D6744694B3}"/>
                      </a:ext>
                    </a:extLst>
                  </p:cNvPr>
                  <p:cNvSpPr/>
                  <p:nvPr/>
                </p:nvSpPr>
                <p:spPr>
                  <a:xfrm>
                    <a:off x="2522266" y="4067735"/>
                    <a:ext cx="2265829" cy="1337983"/>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000" dirty="0">
                      <a:solidFill>
                        <a:schemeClr val="bg1"/>
                      </a:solidFill>
                    </a:endParaRPr>
                  </a:p>
                </p:txBody>
              </p:sp>
              <p:cxnSp>
                <p:nvCxnSpPr>
                  <p:cNvPr id="108" name="Straight Connector 107">
                    <a:extLst>
                      <a:ext uri="{FF2B5EF4-FFF2-40B4-BE49-F238E27FC236}">
                        <a16:creationId xmlns:a16="http://schemas.microsoft.com/office/drawing/2014/main" id="{D28630DB-C599-3E50-E54E-8E4FA70E8EFF}"/>
                      </a:ext>
                    </a:extLst>
                  </p:cNvPr>
                  <p:cNvCxnSpPr>
                    <a:cxnSpLocks/>
                  </p:cNvCxnSpPr>
                  <p:nvPr/>
                </p:nvCxnSpPr>
                <p:spPr>
                  <a:xfrm>
                    <a:off x="2521324" y="4492235"/>
                    <a:ext cx="2267712" cy="0"/>
                  </a:xfrm>
                  <a:prstGeom prst="line">
                    <a:avLst/>
                  </a:prstGeom>
                  <a:noFill/>
                  <a:ln w="79375">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sp>
                <p:nvSpPr>
                  <p:cNvPr id="109" name="TextBox 108">
                    <a:extLst>
                      <a:ext uri="{FF2B5EF4-FFF2-40B4-BE49-F238E27FC236}">
                        <a16:creationId xmlns:a16="http://schemas.microsoft.com/office/drawing/2014/main" id="{C57794E1-B6B2-0253-C438-1F3924785259}"/>
                      </a:ext>
                    </a:extLst>
                  </p:cNvPr>
                  <p:cNvSpPr txBox="1"/>
                  <p:nvPr/>
                </p:nvSpPr>
                <p:spPr>
                  <a:xfrm>
                    <a:off x="2959295" y="4067735"/>
                    <a:ext cx="1391771" cy="349623"/>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kern="1200" dirty="0">
                        <a:solidFill>
                          <a:schemeClr val="accent2"/>
                        </a:solidFill>
                        <a:latin typeface="+mn-lt"/>
                        <a:ea typeface="ＭＳ Ｐゴシック" charset="0"/>
                      </a:rPr>
                      <a:t>Campaign</a:t>
                    </a:r>
                    <a:endParaRPr lang="en-GB" sz="1000" kern="1200" dirty="0" err="1">
                      <a:solidFill>
                        <a:schemeClr val="accent2"/>
                      </a:solidFill>
                      <a:latin typeface="+mn-lt"/>
                      <a:ea typeface="ＭＳ Ｐゴシック" charset="0"/>
                    </a:endParaRPr>
                  </a:p>
                </p:txBody>
              </p:sp>
              <p:sp>
                <p:nvSpPr>
                  <p:cNvPr id="110" name="TextBox 109">
                    <a:extLst>
                      <a:ext uri="{FF2B5EF4-FFF2-40B4-BE49-F238E27FC236}">
                        <a16:creationId xmlns:a16="http://schemas.microsoft.com/office/drawing/2014/main" id="{0F6D3209-51F0-7225-526F-771EB5CC89BF}"/>
                      </a:ext>
                    </a:extLst>
                  </p:cNvPr>
                  <p:cNvSpPr txBox="1"/>
                  <p:nvPr/>
                </p:nvSpPr>
                <p:spPr>
                  <a:xfrm>
                    <a:off x="2767025" y="4628544"/>
                    <a:ext cx="1776311" cy="576384"/>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dirty="0">
                        <a:solidFill>
                          <a:schemeClr val="bg1"/>
                        </a:solidFill>
                        <a:ea typeface="ＭＳ Ｐゴシック" charset="0"/>
                      </a:rPr>
                      <a:t>AI-Ready Data Centers</a:t>
                    </a:r>
                    <a:endParaRPr lang="en-GB" sz="1000" kern="1200" dirty="0" err="1">
                      <a:solidFill>
                        <a:schemeClr val="bg1"/>
                      </a:solidFill>
                      <a:latin typeface="+mn-lt"/>
                      <a:ea typeface="ＭＳ Ｐゴシック" charset="0"/>
                    </a:endParaRPr>
                  </a:p>
                </p:txBody>
              </p:sp>
            </p:grpSp>
            <p:pic>
              <p:nvPicPr>
                <p:cNvPr id="106" name="Graphic 105" descr="Cycle with people with solid fill">
                  <a:extLst>
                    <a:ext uri="{FF2B5EF4-FFF2-40B4-BE49-F238E27FC236}">
                      <a16:creationId xmlns:a16="http://schemas.microsoft.com/office/drawing/2014/main" id="{BEFB3D15-F65F-867D-9C7E-26E04A4A1A3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646830" y="4054687"/>
                  <a:ext cx="400110" cy="400110"/>
                </a:xfrm>
                <a:prstGeom prst="rect">
                  <a:avLst/>
                </a:prstGeom>
              </p:spPr>
            </p:pic>
          </p:grpSp>
        </p:grpSp>
        <p:sp>
          <p:nvSpPr>
            <p:cNvPr id="101" name="TextBox 100">
              <a:extLst>
                <a:ext uri="{FF2B5EF4-FFF2-40B4-BE49-F238E27FC236}">
                  <a16:creationId xmlns:a16="http://schemas.microsoft.com/office/drawing/2014/main" id="{0705130F-A228-CF64-FFD6-5530EC3B4813}"/>
                </a:ext>
              </a:extLst>
            </p:cNvPr>
            <p:cNvSpPr txBox="1"/>
            <p:nvPr/>
          </p:nvSpPr>
          <p:spPr>
            <a:xfrm>
              <a:off x="2444001" y="2929038"/>
              <a:ext cx="4726641" cy="1070063"/>
            </a:xfrm>
            <a:prstGeom prst="rect">
              <a:avLst/>
            </a:prstGeom>
            <a:noFill/>
          </p:spPr>
          <p:txBody>
            <a:bodyPr wrap="square" lIns="0" tIns="0" rIns="0" bIns="0" rtlCol="0">
              <a:noAutofit/>
            </a:bodyPr>
            <a:lstStyle/>
            <a:p>
              <a:pPr defTabSz="912276" fontAlgn="base">
                <a:buClr>
                  <a:schemeClr val="bg1"/>
                </a:buClr>
                <a:buSzPct val="100000"/>
              </a:pPr>
              <a:r>
                <a:rPr lang="en-US" sz="800" b="1" kern="1200" dirty="0">
                  <a:solidFill>
                    <a:schemeClr val="bg1"/>
                  </a:solidFill>
                  <a:latin typeface="+mn-lt"/>
                  <a:ea typeface="ＭＳ Ｐゴシック" charset="0"/>
                </a:rPr>
                <a:t>Name:</a:t>
              </a:r>
            </a:p>
            <a:p>
              <a:pPr marL="285750" indent="-285750" defTabSz="912276" fontAlgn="base">
                <a:buClr>
                  <a:schemeClr val="bg1"/>
                </a:buClr>
                <a:buSzPct val="100000"/>
                <a:buFont typeface="Arial" panose="020B0604020202020204" pitchFamily="34" charset="0"/>
                <a:buChar char="•"/>
              </a:pPr>
              <a:r>
                <a:rPr lang="en-GB" sz="800" dirty="0">
                  <a:solidFill>
                    <a:schemeClr val="accent2"/>
                  </a:solidFill>
                </a:rPr>
                <a:t>Global Enterprise: Unified </a:t>
              </a:r>
              <a:r>
                <a:rPr lang="en-GB" sz="800" dirty="0" err="1">
                  <a:solidFill>
                    <a:schemeClr val="accent2"/>
                  </a:solidFill>
                </a:rPr>
                <a:t>Defense</a:t>
              </a:r>
              <a:r>
                <a:rPr lang="en-GB" sz="800" dirty="0">
                  <a:solidFill>
                    <a:schemeClr val="accent2"/>
                  </a:solidFill>
                </a:rPr>
                <a:t> Framework for </a:t>
              </a:r>
              <a:r>
                <a:rPr lang="en-GB" sz="800" dirty="0" err="1">
                  <a:solidFill>
                    <a:schemeClr val="accent2"/>
                  </a:solidFill>
                </a:rPr>
                <a:t>Neocloud</a:t>
              </a:r>
              <a:r>
                <a:rPr lang="en-GB" sz="800" dirty="0">
                  <a:solidFill>
                    <a:schemeClr val="accent2"/>
                  </a:solidFill>
                </a:rPr>
                <a:t> Security</a:t>
              </a:r>
            </a:p>
            <a:p>
              <a:pPr marL="285750" indent="-285750" defTabSz="912276" fontAlgn="base">
                <a:buClr>
                  <a:schemeClr val="bg1"/>
                </a:buClr>
                <a:buSzPct val="100000"/>
                <a:buFont typeface="Arial" panose="020B0604020202020204" pitchFamily="34" charset="0"/>
                <a:buChar char="•"/>
              </a:pPr>
              <a:r>
                <a:rPr lang="en-GB" sz="800" b="1" dirty="0">
                  <a:solidFill>
                    <a:schemeClr val="bg1"/>
                  </a:solidFill>
                  <a:ea typeface="ＭＳ Ｐゴシック" charset="0"/>
                </a:rPr>
                <a:t>Description: </a:t>
              </a:r>
            </a:p>
            <a:p>
              <a:pPr marL="285750" indent="-285750" defTabSz="912276" fontAlgn="base">
                <a:buClr>
                  <a:schemeClr val="bg1"/>
                </a:buClr>
                <a:buSzPct val="100000"/>
                <a:buFont typeface="Arial" panose="020B0604020202020204" pitchFamily="34" charset="0"/>
                <a:buChar char="•"/>
              </a:pPr>
              <a:r>
                <a:rPr lang="en-GB" sz="800" dirty="0">
                  <a:solidFill>
                    <a:schemeClr val="accent2"/>
                  </a:solidFill>
                </a:rPr>
                <a:t>This campaign introduces a comprehensive, layered security framework designed to embed robust protection across the Management Plane, Perimeter, Fabric, and Workload layers of </a:t>
              </a:r>
              <a:r>
                <a:rPr lang="en-GB" sz="800" dirty="0" err="1">
                  <a:solidFill>
                    <a:schemeClr val="accent2"/>
                  </a:solidFill>
                </a:rPr>
                <a:t>Neocloud</a:t>
              </a:r>
              <a:r>
                <a:rPr lang="en-GB" sz="800" dirty="0">
                  <a:solidFill>
                    <a:schemeClr val="accent2"/>
                  </a:solidFill>
                </a:rPr>
                <a:t> environments. By highlighting the integration of Cisco Secure Firewall, the initiative showcases how enterprise organizations can achieve high-performance </a:t>
              </a:r>
              <a:r>
                <a:rPr lang="en-GB" sz="800" dirty="0" err="1">
                  <a:solidFill>
                    <a:schemeClr val="accent2"/>
                  </a:solidFill>
                </a:rPr>
                <a:t>macrosegmentation</a:t>
              </a:r>
              <a:r>
                <a:rPr lang="en-GB" sz="800" dirty="0">
                  <a:solidFill>
                    <a:schemeClr val="accent2"/>
                  </a:solidFill>
                </a:rPr>
                <a:t> and advanced threat </a:t>
              </a:r>
              <a:r>
                <a:rPr lang="en-GB" sz="800" dirty="0" err="1">
                  <a:solidFill>
                    <a:schemeClr val="accent2"/>
                  </a:solidFill>
                </a:rPr>
                <a:t>defense</a:t>
              </a:r>
              <a:r>
                <a:rPr lang="en-GB" sz="800" dirty="0">
                  <a:solidFill>
                    <a:schemeClr val="accent2"/>
                  </a:solidFill>
                </a:rPr>
                <a:t> across their entire digital ecosystem. </a:t>
              </a:r>
            </a:p>
          </p:txBody>
        </p:sp>
      </p:grpSp>
    </p:spTree>
    <p:extLst>
      <p:ext uri="{BB962C8B-B14F-4D97-AF65-F5344CB8AC3E}">
        <p14:creationId xmlns:p14="http://schemas.microsoft.com/office/powerpoint/2010/main" val="6224083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C70C64-0C4C-83DA-4318-B6E9E8C942FA}"/>
              </a:ext>
            </a:extLst>
          </p:cNvPr>
          <p:cNvSpPr>
            <a:spLocks noGrp="1"/>
          </p:cNvSpPr>
          <p:nvPr>
            <p:ph type="title"/>
          </p:nvPr>
        </p:nvSpPr>
        <p:spPr/>
        <p:txBody>
          <a:bodyPr/>
          <a:lstStyle/>
          <a:p>
            <a:r>
              <a:rPr lang="en-US" dirty="0"/>
              <a:t>Technology Insights Reporting</a:t>
            </a:r>
            <a:endParaRPr lang="en-GB" dirty="0"/>
          </a:p>
        </p:txBody>
      </p:sp>
      <p:pic>
        <p:nvPicPr>
          <p:cNvPr id="4" name="Picture 3">
            <a:extLst>
              <a:ext uri="{FF2B5EF4-FFF2-40B4-BE49-F238E27FC236}">
                <a16:creationId xmlns:a16="http://schemas.microsoft.com/office/drawing/2014/main" id="{5987CF30-C67A-0203-4588-FE60AA7BDC4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7159" y="1159276"/>
            <a:ext cx="5415441" cy="4694128"/>
          </a:xfrm>
          <a:prstGeom prst="rect">
            <a:avLst/>
          </a:prstGeom>
        </p:spPr>
      </p:pic>
      <p:cxnSp>
        <p:nvCxnSpPr>
          <p:cNvPr id="5" name="Straight Connector 4">
            <a:extLst>
              <a:ext uri="{FF2B5EF4-FFF2-40B4-BE49-F238E27FC236}">
                <a16:creationId xmlns:a16="http://schemas.microsoft.com/office/drawing/2014/main" id="{34D2ACE9-9EF9-689B-BDB4-EA94F7FCCB47}"/>
              </a:ext>
            </a:extLst>
          </p:cNvPr>
          <p:cNvCxnSpPr>
            <a:cxnSpLocks/>
          </p:cNvCxnSpPr>
          <p:nvPr/>
        </p:nvCxnSpPr>
        <p:spPr>
          <a:xfrm>
            <a:off x="6456918" y="993089"/>
            <a:ext cx="0" cy="5120640"/>
          </a:xfrm>
          <a:prstGeom prst="line">
            <a:avLst/>
          </a:prstGeom>
          <a:noFill/>
          <a:ln w="44450">
            <a:gradFill>
              <a:gsLst>
                <a:gs pos="37000">
                  <a:srgbClr val="02C8FF"/>
                </a:gs>
                <a:gs pos="5000">
                  <a:srgbClr val="0A60FF"/>
                </a:gs>
                <a:gs pos="44000">
                  <a:srgbClr val="02C8FF"/>
                </a:gs>
                <a:gs pos="75000">
                  <a:srgbClr val="FF007F"/>
                </a:gs>
                <a:gs pos="95000">
                  <a:srgbClr val="FF9000"/>
                </a:gs>
              </a:gsLst>
              <a:lin ang="5400000" scaled="1"/>
            </a:gradFill>
            <a:prstDash val="solid"/>
          </a:ln>
          <a:effectLst/>
        </p:spPr>
        <p:style>
          <a:lnRef idx="2">
            <a:schemeClr val="accent1">
              <a:shade val="50000"/>
            </a:schemeClr>
          </a:lnRef>
          <a:fillRef idx="1">
            <a:schemeClr val="accent1"/>
          </a:fillRef>
          <a:effectRef idx="0">
            <a:schemeClr val="accent1"/>
          </a:effectRef>
          <a:fontRef idx="minor">
            <a:schemeClr val="lt1"/>
          </a:fontRef>
        </p:style>
      </p:cxnSp>
      <p:sp>
        <p:nvSpPr>
          <p:cNvPr id="6" name="TextBox 5">
            <a:extLst>
              <a:ext uri="{FF2B5EF4-FFF2-40B4-BE49-F238E27FC236}">
                <a16:creationId xmlns:a16="http://schemas.microsoft.com/office/drawing/2014/main" id="{61F203E5-98A6-B9A0-04AE-C75854F86006}"/>
              </a:ext>
            </a:extLst>
          </p:cNvPr>
          <p:cNvSpPr txBox="1"/>
          <p:nvPr/>
        </p:nvSpPr>
        <p:spPr>
          <a:xfrm>
            <a:off x="176169" y="5899809"/>
            <a:ext cx="2139192" cy="427839"/>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hlinkClick r:id="rId3"/>
              </a:rPr>
              <a:t>Tech Insights</a:t>
            </a:r>
            <a:endParaRPr lang="en-GB" sz="1600" kern="1200" dirty="0" err="1">
              <a:solidFill>
                <a:schemeClr val="bg1"/>
              </a:solidFill>
              <a:latin typeface="+mn-lt"/>
              <a:ea typeface="ＭＳ Ｐゴシック" charset="0"/>
            </a:endParaRPr>
          </a:p>
        </p:txBody>
      </p:sp>
      <p:grpSp>
        <p:nvGrpSpPr>
          <p:cNvPr id="45" name="Group 44">
            <a:extLst>
              <a:ext uri="{FF2B5EF4-FFF2-40B4-BE49-F238E27FC236}">
                <a16:creationId xmlns:a16="http://schemas.microsoft.com/office/drawing/2014/main" id="{B562E669-649C-2B6F-2A27-DDF3B965AE94}"/>
              </a:ext>
            </a:extLst>
          </p:cNvPr>
          <p:cNvGrpSpPr/>
          <p:nvPr/>
        </p:nvGrpSpPr>
        <p:grpSpPr>
          <a:xfrm>
            <a:off x="6688350" y="1148775"/>
            <a:ext cx="5179799" cy="529877"/>
            <a:chOff x="6688351" y="1148775"/>
            <a:chExt cx="5179799" cy="529877"/>
          </a:xfrm>
        </p:grpSpPr>
        <p:sp>
          <p:nvSpPr>
            <p:cNvPr id="12" name="Rectangle: Rounded Corners 11">
              <a:extLst>
                <a:ext uri="{FF2B5EF4-FFF2-40B4-BE49-F238E27FC236}">
                  <a16:creationId xmlns:a16="http://schemas.microsoft.com/office/drawing/2014/main" id="{B0BBD9C2-897E-6A8C-48BA-928EEDC9E970}"/>
                </a:ext>
              </a:extLst>
            </p:cNvPr>
            <p:cNvSpPr/>
            <p:nvPr/>
          </p:nvSpPr>
          <p:spPr>
            <a:xfrm>
              <a:off x="7936230" y="1176154"/>
              <a:ext cx="3931920" cy="475118"/>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3" name="Arrow: Pentagon 12">
              <a:extLst>
                <a:ext uri="{FF2B5EF4-FFF2-40B4-BE49-F238E27FC236}">
                  <a16:creationId xmlns:a16="http://schemas.microsoft.com/office/drawing/2014/main" id="{E7EF84B2-F4BC-C1E6-89BC-15C1B2E3B136}"/>
                </a:ext>
              </a:extLst>
            </p:cNvPr>
            <p:cNvSpPr/>
            <p:nvPr/>
          </p:nvSpPr>
          <p:spPr>
            <a:xfrm>
              <a:off x="7035263" y="1176154"/>
              <a:ext cx="1532098" cy="475118"/>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4" name="TextBox 13">
              <a:extLst>
                <a:ext uri="{FF2B5EF4-FFF2-40B4-BE49-F238E27FC236}">
                  <a16:creationId xmlns:a16="http://schemas.microsoft.com/office/drawing/2014/main" id="{E5B9766C-6508-615A-B02B-787787F23609}"/>
                </a:ext>
              </a:extLst>
            </p:cNvPr>
            <p:cNvSpPr txBox="1"/>
            <p:nvPr/>
          </p:nvSpPr>
          <p:spPr>
            <a:xfrm>
              <a:off x="7307028" y="1324266"/>
              <a:ext cx="1140447" cy="178894"/>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Framework</a:t>
              </a:r>
              <a:endParaRPr lang="en-GB" sz="1600" kern="1200" dirty="0" err="1">
                <a:solidFill>
                  <a:schemeClr val="bg1"/>
                </a:solidFill>
                <a:latin typeface="+mn-lt"/>
                <a:ea typeface="ＭＳ Ｐゴシック" charset="0"/>
              </a:endParaRPr>
            </a:p>
          </p:txBody>
        </p:sp>
        <p:sp>
          <p:nvSpPr>
            <p:cNvPr id="15" name="TextBox 14">
              <a:extLst>
                <a:ext uri="{FF2B5EF4-FFF2-40B4-BE49-F238E27FC236}">
                  <a16:creationId xmlns:a16="http://schemas.microsoft.com/office/drawing/2014/main" id="{4844C43A-83C0-35C3-B0D2-D768C5C80D4A}"/>
                </a:ext>
              </a:extLst>
            </p:cNvPr>
            <p:cNvSpPr txBox="1"/>
            <p:nvPr/>
          </p:nvSpPr>
          <p:spPr>
            <a:xfrm>
              <a:off x="8640918" y="1247963"/>
              <a:ext cx="2637800" cy="331500"/>
            </a:xfrm>
            <a:prstGeom prst="rect">
              <a:avLst/>
            </a:prstGeom>
            <a:noFill/>
          </p:spPr>
          <p:txBody>
            <a:bodyPr wrap="square" lIns="0" tIns="0" rIns="0" bIns="0" rtlCol="0">
              <a:noAutofit/>
            </a:bodyPr>
            <a:lstStyle>
              <a:defPPr>
                <a:defRPr lang="en-US"/>
              </a:defPPr>
              <a:lvl1pPr marL="182880" indent="-182880" defTabSz="912276" fontAlgn="base">
                <a:spcAft>
                  <a:spcPts val="1000"/>
                </a:spcAft>
                <a:buClr>
                  <a:schemeClr val="bg1"/>
                </a:buClr>
                <a:buSzPct val="100000"/>
                <a:buFont typeface="Arial" panose="020B0604020202020204" pitchFamily="34" charset="0"/>
                <a:buChar char="•"/>
                <a:defRPr sz="1200">
                  <a:solidFill>
                    <a:schemeClr val="bg1"/>
                  </a:solidFill>
                </a:defRPr>
              </a:lvl1pPr>
            </a:lstStyle>
            <a:p>
              <a:pPr marL="0" lvl="0" indent="0" defTabSz="914400" eaLnBrk="0" hangingPunct="0">
                <a:spcBef>
                  <a:spcPct val="0"/>
                </a:spcBef>
                <a:spcAft>
                  <a:spcPct val="0"/>
                </a:spcAft>
                <a:buClrTx/>
                <a:buSzTx/>
                <a:buNone/>
              </a:pPr>
              <a:r>
                <a:rPr lang="en-US" altLang="en-US" sz="1000" dirty="0">
                  <a:latin typeface="Arial" panose="020B0604020202020204" pitchFamily="34" charset="0"/>
                </a:rPr>
                <a:t>Data is strictly limited to campaigns aligned with the FY26 strategic framework.</a:t>
              </a:r>
            </a:p>
          </p:txBody>
        </p:sp>
        <p:sp>
          <p:nvSpPr>
            <p:cNvPr id="16" name="Oval 15">
              <a:extLst>
                <a:ext uri="{FF2B5EF4-FFF2-40B4-BE49-F238E27FC236}">
                  <a16:creationId xmlns:a16="http://schemas.microsoft.com/office/drawing/2014/main" id="{7882C140-E59C-4EAD-E5A6-4AF0AB65B487}"/>
                </a:ext>
              </a:extLst>
            </p:cNvPr>
            <p:cNvSpPr/>
            <p:nvPr/>
          </p:nvSpPr>
          <p:spPr>
            <a:xfrm>
              <a:off x="6688351" y="1148775"/>
              <a:ext cx="529877" cy="52987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1</a:t>
              </a:r>
              <a:endParaRPr lang="en-GB" dirty="0">
                <a:solidFill>
                  <a:schemeClr val="bg1"/>
                </a:solidFill>
              </a:endParaRPr>
            </a:p>
          </p:txBody>
        </p:sp>
      </p:grpSp>
      <p:grpSp>
        <p:nvGrpSpPr>
          <p:cNvPr id="44" name="Group 43">
            <a:extLst>
              <a:ext uri="{FF2B5EF4-FFF2-40B4-BE49-F238E27FC236}">
                <a16:creationId xmlns:a16="http://schemas.microsoft.com/office/drawing/2014/main" id="{7CF0DDCA-7E47-D6EC-1123-B740D46875CE}"/>
              </a:ext>
            </a:extLst>
          </p:cNvPr>
          <p:cNvGrpSpPr/>
          <p:nvPr/>
        </p:nvGrpSpPr>
        <p:grpSpPr>
          <a:xfrm>
            <a:off x="6688350" y="2011538"/>
            <a:ext cx="5179799" cy="529877"/>
            <a:chOff x="6688351" y="2157402"/>
            <a:chExt cx="5179799" cy="529877"/>
          </a:xfrm>
        </p:grpSpPr>
        <p:sp>
          <p:nvSpPr>
            <p:cNvPr id="18" name="Rectangle: Rounded Corners 17">
              <a:extLst>
                <a:ext uri="{FF2B5EF4-FFF2-40B4-BE49-F238E27FC236}">
                  <a16:creationId xmlns:a16="http://schemas.microsoft.com/office/drawing/2014/main" id="{86B57EDD-38A0-E790-EB2F-6B8E5E6E2398}"/>
                </a:ext>
              </a:extLst>
            </p:cNvPr>
            <p:cNvSpPr/>
            <p:nvPr/>
          </p:nvSpPr>
          <p:spPr>
            <a:xfrm>
              <a:off x="7936230" y="2184781"/>
              <a:ext cx="3931920" cy="475118"/>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9" name="Arrow: Pentagon 18">
              <a:extLst>
                <a:ext uri="{FF2B5EF4-FFF2-40B4-BE49-F238E27FC236}">
                  <a16:creationId xmlns:a16="http://schemas.microsoft.com/office/drawing/2014/main" id="{681DB9B1-3148-9918-9D73-1F0E05D383A7}"/>
                </a:ext>
              </a:extLst>
            </p:cNvPr>
            <p:cNvSpPr/>
            <p:nvPr/>
          </p:nvSpPr>
          <p:spPr>
            <a:xfrm>
              <a:off x="7035263" y="2184781"/>
              <a:ext cx="1532098" cy="475118"/>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20" name="TextBox 19">
              <a:extLst>
                <a:ext uri="{FF2B5EF4-FFF2-40B4-BE49-F238E27FC236}">
                  <a16:creationId xmlns:a16="http://schemas.microsoft.com/office/drawing/2014/main" id="{BCCC0D5A-91E3-7C1B-6D79-7741D2C39247}"/>
                </a:ext>
              </a:extLst>
            </p:cNvPr>
            <p:cNvSpPr txBox="1"/>
            <p:nvPr/>
          </p:nvSpPr>
          <p:spPr>
            <a:xfrm>
              <a:off x="7307028" y="2332893"/>
              <a:ext cx="1140447" cy="178894"/>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Dynamic</a:t>
              </a:r>
              <a:endParaRPr lang="en-GB" sz="1600" kern="1200" dirty="0" err="1">
                <a:solidFill>
                  <a:schemeClr val="bg1"/>
                </a:solidFill>
                <a:latin typeface="+mn-lt"/>
                <a:ea typeface="ＭＳ Ｐゴシック" charset="0"/>
              </a:endParaRPr>
            </a:p>
          </p:txBody>
        </p:sp>
        <p:sp>
          <p:nvSpPr>
            <p:cNvPr id="21" name="TextBox 20">
              <a:extLst>
                <a:ext uri="{FF2B5EF4-FFF2-40B4-BE49-F238E27FC236}">
                  <a16:creationId xmlns:a16="http://schemas.microsoft.com/office/drawing/2014/main" id="{51725CF3-906F-8E37-4A54-D98B26D3CA58}"/>
                </a:ext>
              </a:extLst>
            </p:cNvPr>
            <p:cNvSpPr txBox="1"/>
            <p:nvPr/>
          </p:nvSpPr>
          <p:spPr>
            <a:xfrm>
              <a:off x="8640918" y="2184782"/>
              <a:ext cx="2637800" cy="475117"/>
            </a:xfrm>
            <a:prstGeom prst="rect">
              <a:avLst/>
            </a:prstGeom>
            <a:noFill/>
          </p:spPr>
          <p:txBody>
            <a:bodyPr wrap="square" lIns="0" tIns="0" rIns="0" bIns="0" rtlCol="0">
              <a:noAutofit/>
            </a:bodyPr>
            <a:lstStyle>
              <a:defPPr>
                <a:defRPr lang="en-US"/>
              </a:defPPr>
              <a:lvl1pPr marL="182880" indent="-182880" defTabSz="912276" fontAlgn="base">
                <a:spcAft>
                  <a:spcPts val="1000"/>
                </a:spcAft>
                <a:buClr>
                  <a:schemeClr val="bg1"/>
                </a:buClr>
                <a:buSzPct val="100000"/>
                <a:buFont typeface="Arial" panose="020B0604020202020204" pitchFamily="34" charset="0"/>
                <a:buChar char="•"/>
                <a:defRPr sz="1200">
                  <a:solidFill>
                    <a:schemeClr val="bg1"/>
                  </a:solidFill>
                </a:defRPr>
              </a:lvl1pPr>
            </a:lstStyle>
            <a:p>
              <a:pPr marL="0" lvl="0" indent="0" defTabSz="914400" eaLnBrk="0" hangingPunct="0">
                <a:spcBef>
                  <a:spcPct val="0"/>
                </a:spcBef>
                <a:spcAft>
                  <a:spcPct val="0"/>
                </a:spcAft>
                <a:buClrTx/>
                <a:buSzTx/>
                <a:buNone/>
              </a:pPr>
              <a:r>
                <a:rPr lang="en-US" altLang="en-US" sz="1000" dirty="0">
                  <a:latin typeface="Arial" panose="020B0604020202020204" pitchFamily="34" charset="0"/>
                </a:rPr>
                <a:t>Selecting a campaign instantly updates the entire tab to show its specific performance results.</a:t>
              </a:r>
            </a:p>
          </p:txBody>
        </p:sp>
        <p:sp>
          <p:nvSpPr>
            <p:cNvPr id="22" name="Oval 21">
              <a:extLst>
                <a:ext uri="{FF2B5EF4-FFF2-40B4-BE49-F238E27FC236}">
                  <a16:creationId xmlns:a16="http://schemas.microsoft.com/office/drawing/2014/main" id="{24096A03-C055-79AF-876A-DC809BC164A3}"/>
                </a:ext>
              </a:extLst>
            </p:cNvPr>
            <p:cNvSpPr/>
            <p:nvPr/>
          </p:nvSpPr>
          <p:spPr>
            <a:xfrm>
              <a:off x="6688351" y="2157402"/>
              <a:ext cx="529877" cy="52987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2</a:t>
              </a:r>
              <a:endParaRPr lang="en-GB" dirty="0">
                <a:solidFill>
                  <a:schemeClr val="bg1"/>
                </a:solidFill>
              </a:endParaRPr>
            </a:p>
          </p:txBody>
        </p:sp>
      </p:grpSp>
      <p:grpSp>
        <p:nvGrpSpPr>
          <p:cNvPr id="43" name="Group 42">
            <a:extLst>
              <a:ext uri="{FF2B5EF4-FFF2-40B4-BE49-F238E27FC236}">
                <a16:creationId xmlns:a16="http://schemas.microsoft.com/office/drawing/2014/main" id="{E46BB2D2-F297-9021-2670-580B6D6589EA}"/>
              </a:ext>
            </a:extLst>
          </p:cNvPr>
          <p:cNvGrpSpPr/>
          <p:nvPr/>
        </p:nvGrpSpPr>
        <p:grpSpPr>
          <a:xfrm>
            <a:off x="6688350" y="2874301"/>
            <a:ext cx="5179799" cy="529877"/>
            <a:chOff x="6688351" y="3166029"/>
            <a:chExt cx="5179799" cy="529877"/>
          </a:xfrm>
        </p:grpSpPr>
        <p:sp>
          <p:nvSpPr>
            <p:cNvPr id="24" name="Rectangle: Rounded Corners 23">
              <a:extLst>
                <a:ext uri="{FF2B5EF4-FFF2-40B4-BE49-F238E27FC236}">
                  <a16:creationId xmlns:a16="http://schemas.microsoft.com/office/drawing/2014/main" id="{79B3E187-E745-E516-526A-96E49A8DBBB6}"/>
                </a:ext>
              </a:extLst>
            </p:cNvPr>
            <p:cNvSpPr/>
            <p:nvPr/>
          </p:nvSpPr>
          <p:spPr>
            <a:xfrm>
              <a:off x="7936230" y="3193408"/>
              <a:ext cx="3931920" cy="475118"/>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25" name="Arrow: Pentagon 24">
              <a:extLst>
                <a:ext uri="{FF2B5EF4-FFF2-40B4-BE49-F238E27FC236}">
                  <a16:creationId xmlns:a16="http://schemas.microsoft.com/office/drawing/2014/main" id="{CD20F4DA-B434-ADAE-E008-CC4468FC3798}"/>
                </a:ext>
              </a:extLst>
            </p:cNvPr>
            <p:cNvSpPr/>
            <p:nvPr/>
          </p:nvSpPr>
          <p:spPr>
            <a:xfrm>
              <a:off x="7035263" y="3193408"/>
              <a:ext cx="1532098" cy="475118"/>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26" name="TextBox 25">
              <a:extLst>
                <a:ext uri="{FF2B5EF4-FFF2-40B4-BE49-F238E27FC236}">
                  <a16:creationId xmlns:a16="http://schemas.microsoft.com/office/drawing/2014/main" id="{99548AFB-1437-9DDA-D5BD-5A22C04E8980}"/>
                </a:ext>
              </a:extLst>
            </p:cNvPr>
            <p:cNvSpPr txBox="1"/>
            <p:nvPr/>
          </p:nvSpPr>
          <p:spPr>
            <a:xfrm>
              <a:off x="7307028" y="3341520"/>
              <a:ext cx="1140447" cy="178894"/>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ID Driven</a:t>
              </a:r>
              <a:endParaRPr lang="en-GB" sz="1600" kern="1200" dirty="0" err="1">
                <a:solidFill>
                  <a:schemeClr val="bg1"/>
                </a:solidFill>
                <a:latin typeface="+mn-lt"/>
                <a:ea typeface="ＭＳ Ｐゴシック" charset="0"/>
              </a:endParaRPr>
            </a:p>
          </p:txBody>
        </p:sp>
        <p:sp>
          <p:nvSpPr>
            <p:cNvPr id="27" name="TextBox 26">
              <a:extLst>
                <a:ext uri="{FF2B5EF4-FFF2-40B4-BE49-F238E27FC236}">
                  <a16:creationId xmlns:a16="http://schemas.microsoft.com/office/drawing/2014/main" id="{6F95D7A1-9F88-A963-E024-B0B85A2A89BB}"/>
                </a:ext>
              </a:extLst>
            </p:cNvPr>
            <p:cNvSpPr txBox="1"/>
            <p:nvPr/>
          </p:nvSpPr>
          <p:spPr>
            <a:xfrm>
              <a:off x="8640918" y="3193409"/>
              <a:ext cx="3211254" cy="475117"/>
            </a:xfrm>
            <a:prstGeom prst="rect">
              <a:avLst/>
            </a:prstGeom>
            <a:noFill/>
          </p:spPr>
          <p:txBody>
            <a:bodyPr wrap="square" lIns="0" tIns="0" rIns="0" bIns="0" rtlCol="0">
              <a:noAutofit/>
            </a:bodyPr>
            <a:lstStyle>
              <a:defPPr>
                <a:defRPr lang="en-US"/>
              </a:defPPr>
              <a:lvl1pPr marL="182880" indent="-182880" defTabSz="912276" fontAlgn="base">
                <a:spcAft>
                  <a:spcPts val="1000"/>
                </a:spcAft>
                <a:buClr>
                  <a:schemeClr val="bg1"/>
                </a:buClr>
                <a:buSzPct val="100000"/>
                <a:buFont typeface="Arial" panose="020B0604020202020204" pitchFamily="34" charset="0"/>
                <a:buChar char="•"/>
                <a:defRPr sz="1200">
                  <a:solidFill>
                    <a:schemeClr val="bg1"/>
                  </a:solidFill>
                </a:defRPr>
              </a:lvl1pPr>
            </a:lstStyle>
            <a:p>
              <a:pPr marL="0" indent="0">
                <a:buNone/>
              </a:pPr>
              <a:r>
                <a:rPr lang="en-US" altLang="en-US" sz="1000" dirty="0">
                  <a:latin typeface="Arial" panose="020B0604020202020204" pitchFamily="34" charset="0"/>
                </a:rPr>
                <a:t>Engagement and pipeline metrics are automatically derived from tracking IDs (CCID, OID, EID) mapped via tagging metadata.</a:t>
              </a:r>
              <a:endParaRPr lang="en-GB" sz="1000" dirty="0"/>
            </a:p>
          </p:txBody>
        </p:sp>
        <p:sp>
          <p:nvSpPr>
            <p:cNvPr id="28" name="Oval 27">
              <a:extLst>
                <a:ext uri="{FF2B5EF4-FFF2-40B4-BE49-F238E27FC236}">
                  <a16:creationId xmlns:a16="http://schemas.microsoft.com/office/drawing/2014/main" id="{6FC959EC-F33C-19A5-5DE9-5C6B831D4268}"/>
                </a:ext>
              </a:extLst>
            </p:cNvPr>
            <p:cNvSpPr/>
            <p:nvPr/>
          </p:nvSpPr>
          <p:spPr>
            <a:xfrm>
              <a:off x="6688351" y="3166029"/>
              <a:ext cx="529877" cy="52987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3</a:t>
              </a:r>
              <a:endParaRPr lang="en-GB" dirty="0">
                <a:solidFill>
                  <a:schemeClr val="bg1"/>
                </a:solidFill>
              </a:endParaRPr>
            </a:p>
          </p:txBody>
        </p:sp>
      </p:grpSp>
      <p:grpSp>
        <p:nvGrpSpPr>
          <p:cNvPr id="42" name="Group 41">
            <a:extLst>
              <a:ext uri="{FF2B5EF4-FFF2-40B4-BE49-F238E27FC236}">
                <a16:creationId xmlns:a16="http://schemas.microsoft.com/office/drawing/2014/main" id="{878A519B-68A6-D77B-3398-456C44888592}"/>
              </a:ext>
            </a:extLst>
          </p:cNvPr>
          <p:cNvGrpSpPr/>
          <p:nvPr/>
        </p:nvGrpSpPr>
        <p:grpSpPr>
          <a:xfrm>
            <a:off x="6688350" y="3737064"/>
            <a:ext cx="5179799" cy="529877"/>
            <a:chOff x="6688351" y="4174656"/>
            <a:chExt cx="5179799" cy="529877"/>
          </a:xfrm>
        </p:grpSpPr>
        <p:sp>
          <p:nvSpPr>
            <p:cNvPr id="30" name="Rectangle: Rounded Corners 29">
              <a:extLst>
                <a:ext uri="{FF2B5EF4-FFF2-40B4-BE49-F238E27FC236}">
                  <a16:creationId xmlns:a16="http://schemas.microsoft.com/office/drawing/2014/main" id="{F65609B7-EA7B-280D-33DF-FFDFE3654229}"/>
                </a:ext>
              </a:extLst>
            </p:cNvPr>
            <p:cNvSpPr/>
            <p:nvPr/>
          </p:nvSpPr>
          <p:spPr>
            <a:xfrm>
              <a:off x="7936230" y="4202035"/>
              <a:ext cx="3931920" cy="475118"/>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31" name="Arrow: Pentagon 30">
              <a:extLst>
                <a:ext uri="{FF2B5EF4-FFF2-40B4-BE49-F238E27FC236}">
                  <a16:creationId xmlns:a16="http://schemas.microsoft.com/office/drawing/2014/main" id="{7F1285F6-A307-DFC1-BBEB-0C323448C55B}"/>
                </a:ext>
              </a:extLst>
            </p:cNvPr>
            <p:cNvSpPr/>
            <p:nvPr/>
          </p:nvSpPr>
          <p:spPr>
            <a:xfrm>
              <a:off x="7035263" y="4202035"/>
              <a:ext cx="1532098" cy="475118"/>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32" name="TextBox 31">
              <a:extLst>
                <a:ext uri="{FF2B5EF4-FFF2-40B4-BE49-F238E27FC236}">
                  <a16:creationId xmlns:a16="http://schemas.microsoft.com/office/drawing/2014/main" id="{83311C26-A1D9-A8B0-62E2-CC627EC3B913}"/>
                </a:ext>
              </a:extLst>
            </p:cNvPr>
            <p:cNvSpPr txBox="1"/>
            <p:nvPr/>
          </p:nvSpPr>
          <p:spPr>
            <a:xfrm>
              <a:off x="7307028" y="4350147"/>
              <a:ext cx="1140447" cy="178894"/>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Pipeline</a:t>
              </a:r>
              <a:endParaRPr lang="en-GB" sz="1600" kern="1200" dirty="0" err="1">
                <a:solidFill>
                  <a:schemeClr val="bg1"/>
                </a:solidFill>
                <a:latin typeface="+mn-lt"/>
                <a:ea typeface="ＭＳ Ｐゴシック" charset="0"/>
              </a:endParaRPr>
            </a:p>
          </p:txBody>
        </p:sp>
        <p:sp>
          <p:nvSpPr>
            <p:cNvPr id="33" name="TextBox 32">
              <a:extLst>
                <a:ext uri="{FF2B5EF4-FFF2-40B4-BE49-F238E27FC236}">
                  <a16:creationId xmlns:a16="http://schemas.microsoft.com/office/drawing/2014/main" id="{A7FCB788-D600-C29F-5FCA-DBE26250005D}"/>
                </a:ext>
              </a:extLst>
            </p:cNvPr>
            <p:cNvSpPr txBox="1"/>
            <p:nvPr/>
          </p:nvSpPr>
          <p:spPr>
            <a:xfrm>
              <a:off x="8640917" y="4202036"/>
              <a:ext cx="3155697" cy="475117"/>
            </a:xfrm>
            <a:prstGeom prst="rect">
              <a:avLst/>
            </a:prstGeom>
            <a:noFill/>
          </p:spPr>
          <p:txBody>
            <a:bodyPr wrap="square" lIns="0" tIns="0" rIns="0" bIns="0" rtlCol="0">
              <a:noAutofit/>
            </a:bodyPr>
            <a:lstStyle>
              <a:defPPr>
                <a:defRPr lang="en-US"/>
              </a:defPPr>
              <a:lvl1pPr marL="182880" indent="-182880" defTabSz="912276" fontAlgn="base">
                <a:spcAft>
                  <a:spcPts val="1000"/>
                </a:spcAft>
                <a:buClr>
                  <a:schemeClr val="bg1"/>
                </a:buClr>
                <a:buSzPct val="100000"/>
                <a:buFont typeface="Arial" panose="020B0604020202020204" pitchFamily="34" charset="0"/>
                <a:buChar char="•"/>
                <a:defRPr sz="1200">
                  <a:solidFill>
                    <a:schemeClr val="bg1"/>
                  </a:solidFill>
                </a:defRPr>
              </a:lvl1pPr>
            </a:lstStyle>
            <a:p>
              <a:pPr marL="0" indent="0">
                <a:buNone/>
              </a:pPr>
              <a:r>
                <a:rPr lang="en-US" altLang="en-US" sz="1000" dirty="0">
                  <a:latin typeface="Arial" panose="020B0604020202020204" pitchFamily="34" charset="0"/>
                </a:rPr>
                <a:t>Includes all pipeline impacted by campaign-linked activities, even if it falls outside the core target product mix.</a:t>
              </a:r>
              <a:endParaRPr lang="en-GB" sz="1000" dirty="0"/>
            </a:p>
          </p:txBody>
        </p:sp>
        <p:sp>
          <p:nvSpPr>
            <p:cNvPr id="34" name="Oval 33">
              <a:extLst>
                <a:ext uri="{FF2B5EF4-FFF2-40B4-BE49-F238E27FC236}">
                  <a16:creationId xmlns:a16="http://schemas.microsoft.com/office/drawing/2014/main" id="{155D265F-115B-C4D6-2EAE-F4D7D6D0A8E6}"/>
                </a:ext>
              </a:extLst>
            </p:cNvPr>
            <p:cNvSpPr/>
            <p:nvPr/>
          </p:nvSpPr>
          <p:spPr>
            <a:xfrm>
              <a:off x="6688351" y="4174656"/>
              <a:ext cx="529877" cy="52987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4</a:t>
              </a:r>
              <a:endParaRPr lang="en-GB" dirty="0">
                <a:solidFill>
                  <a:schemeClr val="bg1"/>
                </a:solidFill>
              </a:endParaRPr>
            </a:p>
          </p:txBody>
        </p:sp>
      </p:grpSp>
      <p:grpSp>
        <p:nvGrpSpPr>
          <p:cNvPr id="41" name="Group 40">
            <a:extLst>
              <a:ext uri="{FF2B5EF4-FFF2-40B4-BE49-F238E27FC236}">
                <a16:creationId xmlns:a16="http://schemas.microsoft.com/office/drawing/2014/main" id="{A7CE2980-BCDC-0A28-97E8-231E95BD9027}"/>
              </a:ext>
            </a:extLst>
          </p:cNvPr>
          <p:cNvGrpSpPr/>
          <p:nvPr/>
        </p:nvGrpSpPr>
        <p:grpSpPr>
          <a:xfrm>
            <a:off x="6688350" y="4599829"/>
            <a:ext cx="5179799" cy="529877"/>
            <a:chOff x="6688351" y="5183283"/>
            <a:chExt cx="5179799" cy="529877"/>
          </a:xfrm>
        </p:grpSpPr>
        <p:sp>
          <p:nvSpPr>
            <p:cNvPr id="36" name="Rectangle: Rounded Corners 35">
              <a:extLst>
                <a:ext uri="{FF2B5EF4-FFF2-40B4-BE49-F238E27FC236}">
                  <a16:creationId xmlns:a16="http://schemas.microsoft.com/office/drawing/2014/main" id="{3E684C8D-AB6D-64EC-0C3D-9F6CC8A43191}"/>
                </a:ext>
              </a:extLst>
            </p:cNvPr>
            <p:cNvSpPr/>
            <p:nvPr/>
          </p:nvSpPr>
          <p:spPr>
            <a:xfrm>
              <a:off x="7936230" y="5210662"/>
              <a:ext cx="3931920" cy="475118"/>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37" name="Arrow: Pentagon 36">
              <a:extLst>
                <a:ext uri="{FF2B5EF4-FFF2-40B4-BE49-F238E27FC236}">
                  <a16:creationId xmlns:a16="http://schemas.microsoft.com/office/drawing/2014/main" id="{F77692D9-90EE-F62B-FA0C-DDD69DD79692}"/>
                </a:ext>
              </a:extLst>
            </p:cNvPr>
            <p:cNvSpPr/>
            <p:nvPr/>
          </p:nvSpPr>
          <p:spPr>
            <a:xfrm>
              <a:off x="7035263" y="5210662"/>
              <a:ext cx="1532098" cy="475118"/>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38" name="TextBox 37">
              <a:extLst>
                <a:ext uri="{FF2B5EF4-FFF2-40B4-BE49-F238E27FC236}">
                  <a16:creationId xmlns:a16="http://schemas.microsoft.com/office/drawing/2014/main" id="{293825F6-E2A3-4FED-B45B-CE7DFBCEA581}"/>
                </a:ext>
              </a:extLst>
            </p:cNvPr>
            <p:cNvSpPr txBox="1"/>
            <p:nvPr/>
          </p:nvSpPr>
          <p:spPr>
            <a:xfrm>
              <a:off x="7307028" y="5358774"/>
              <a:ext cx="1140447" cy="178894"/>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Bottom Line</a:t>
              </a:r>
              <a:endParaRPr lang="en-GB" sz="1600" kern="1200" dirty="0" err="1">
                <a:solidFill>
                  <a:schemeClr val="bg1"/>
                </a:solidFill>
                <a:latin typeface="+mn-lt"/>
                <a:ea typeface="ＭＳ Ｐゴシック" charset="0"/>
              </a:endParaRPr>
            </a:p>
          </p:txBody>
        </p:sp>
        <p:sp>
          <p:nvSpPr>
            <p:cNvPr id="39" name="TextBox 38">
              <a:extLst>
                <a:ext uri="{FF2B5EF4-FFF2-40B4-BE49-F238E27FC236}">
                  <a16:creationId xmlns:a16="http://schemas.microsoft.com/office/drawing/2014/main" id="{C016B2B8-31C4-D932-A11C-DEA014DFBF98}"/>
                </a:ext>
              </a:extLst>
            </p:cNvPr>
            <p:cNvSpPr txBox="1"/>
            <p:nvPr/>
          </p:nvSpPr>
          <p:spPr>
            <a:xfrm>
              <a:off x="8640917" y="5284719"/>
              <a:ext cx="3155697" cy="327005"/>
            </a:xfrm>
            <a:prstGeom prst="rect">
              <a:avLst/>
            </a:prstGeom>
            <a:noFill/>
          </p:spPr>
          <p:txBody>
            <a:bodyPr wrap="square" lIns="0" tIns="0" rIns="0" bIns="0" rtlCol="0">
              <a:noAutofit/>
            </a:bodyPr>
            <a:lstStyle>
              <a:defPPr>
                <a:defRPr lang="en-US"/>
              </a:defPPr>
              <a:lvl1pPr marL="182880" indent="-182880" defTabSz="912276" fontAlgn="base">
                <a:spcAft>
                  <a:spcPts val="1000"/>
                </a:spcAft>
                <a:buClr>
                  <a:schemeClr val="bg1"/>
                </a:buClr>
                <a:buSzPct val="100000"/>
                <a:buFont typeface="Arial" panose="020B0604020202020204" pitchFamily="34" charset="0"/>
                <a:buChar char="•"/>
                <a:defRPr sz="1200">
                  <a:solidFill>
                    <a:schemeClr val="bg1"/>
                  </a:solidFill>
                </a:defRPr>
              </a:lvl1pPr>
            </a:lstStyle>
            <a:p>
              <a:pPr marL="0" indent="0">
                <a:buNone/>
              </a:pPr>
              <a:r>
                <a:rPr lang="en-US" altLang="en-US" sz="1000" dirty="0">
                  <a:latin typeface="Arial" panose="020B0604020202020204" pitchFamily="34" charset="0"/>
                </a:rPr>
                <a:t>This view isolates the exact engagement and pipeline generated by your selected campaign's tracking tags.</a:t>
              </a:r>
              <a:endParaRPr lang="en-GB" sz="1000" dirty="0"/>
            </a:p>
          </p:txBody>
        </p:sp>
        <p:sp>
          <p:nvSpPr>
            <p:cNvPr id="40" name="Oval 39">
              <a:extLst>
                <a:ext uri="{FF2B5EF4-FFF2-40B4-BE49-F238E27FC236}">
                  <a16:creationId xmlns:a16="http://schemas.microsoft.com/office/drawing/2014/main" id="{405FB77A-5494-2DD7-F3EB-E1BEA399828F}"/>
                </a:ext>
              </a:extLst>
            </p:cNvPr>
            <p:cNvSpPr/>
            <p:nvPr/>
          </p:nvSpPr>
          <p:spPr>
            <a:xfrm>
              <a:off x="6688351" y="5183283"/>
              <a:ext cx="529877" cy="52987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5</a:t>
              </a:r>
              <a:endParaRPr lang="en-GB" dirty="0">
                <a:solidFill>
                  <a:schemeClr val="bg1"/>
                </a:solidFill>
              </a:endParaRPr>
            </a:p>
          </p:txBody>
        </p:sp>
      </p:grpSp>
      <p:sp>
        <p:nvSpPr>
          <p:cNvPr id="46" name="TextBox 45">
            <a:extLst>
              <a:ext uri="{FF2B5EF4-FFF2-40B4-BE49-F238E27FC236}">
                <a16:creationId xmlns:a16="http://schemas.microsoft.com/office/drawing/2014/main" id="{3514F240-BBE5-C50C-CCF9-0AC1EA864CDA}"/>
              </a:ext>
            </a:extLst>
          </p:cNvPr>
          <p:cNvSpPr txBox="1"/>
          <p:nvPr/>
        </p:nvSpPr>
        <p:spPr>
          <a:xfrm>
            <a:off x="6688352" y="5277818"/>
            <a:ext cx="5327479" cy="992353"/>
          </a:xfrm>
          <a:prstGeom prst="rect">
            <a:avLst/>
          </a:prstGeom>
          <a:noFill/>
        </p:spPr>
        <p:txBody>
          <a:bodyPr wrap="square" lIns="0" tIns="0" rIns="0" bIns="0" rtlCol="0">
            <a:noAutofit/>
          </a:bodyPr>
          <a:lstStyle/>
          <a:p>
            <a:r>
              <a:rPr lang="en-GB" sz="1200" b="1" dirty="0">
                <a:solidFill>
                  <a:schemeClr val="bg1"/>
                </a:solidFill>
              </a:rPr>
              <a:t>Best Used to Answer:</a:t>
            </a:r>
          </a:p>
          <a:p>
            <a:pPr marL="171450" indent="-171450">
              <a:buFont typeface="Arial" panose="020B0604020202020204" pitchFamily="34" charset="0"/>
              <a:buChar char="•"/>
            </a:pPr>
            <a:r>
              <a:rPr lang="en-GB" sz="1200" i="1" dirty="0">
                <a:solidFill>
                  <a:schemeClr val="bg1"/>
                </a:solidFill>
              </a:rPr>
              <a:t>How did a specific campaign (e.g., Mid Market LDOS) perform end-to-end?</a:t>
            </a:r>
            <a:endParaRPr lang="en-GB" sz="1200" dirty="0">
              <a:solidFill>
                <a:schemeClr val="bg1"/>
              </a:solidFill>
            </a:endParaRPr>
          </a:p>
          <a:p>
            <a:pPr marL="171450" indent="-171450">
              <a:buFont typeface="Arial" panose="020B0604020202020204" pitchFamily="34" charset="0"/>
              <a:buChar char="•"/>
            </a:pPr>
            <a:r>
              <a:rPr lang="en-GB" sz="1200" i="1" dirty="0">
                <a:solidFill>
                  <a:schemeClr val="bg1"/>
                </a:solidFill>
              </a:rPr>
              <a:t>Which specific activities, offers, and events successfully drove engagement and pipeline for this campaign?</a:t>
            </a:r>
            <a:endParaRPr lang="en-GB" sz="1200" dirty="0">
              <a:solidFill>
                <a:schemeClr val="bg1"/>
              </a:solidFill>
            </a:endParaRPr>
          </a:p>
        </p:txBody>
      </p:sp>
    </p:spTree>
    <p:extLst>
      <p:ext uri="{BB962C8B-B14F-4D97-AF65-F5344CB8AC3E}">
        <p14:creationId xmlns:p14="http://schemas.microsoft.com/office/powerpoint/2010/main" val="19111145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C97A45-396C-A555-263C-E1243DE378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7A20031-4AA6-A7EC-CB5C-C13A7F1E7B2B}"/>
              </a:ext>
            </a:extLst>
          </p:cNvPr>
          <p:cNvSpPr>
            <a:spLocks noGrp="1"/>
          </p:cNvSpPr>
          <p:nvPr>
            <p:ph type="title"/>
          </p:nvPr>
        </p:nvSpPr>
        <p:spPr/>
        <p:txBody>
          <a:bodyPr/>
          <a:lstStyle/>
          <a:p>
            <a:r>
              <a:rPr lang="en-US" dirty="0"/>
              <a:t>VDC Executive Overview</a:t>
            </a:r>
            <a:endParaRPr lang="en-GB" dirty="0"/>
          </a:p>
        </p:txBody>
      </p:sp>
      <p:cxnSp>
        <p:nvCxnSpPr>
          <p:cNvPr id="5" name="Straight Connector 4">
            <a:extLst>
              <a:ext uri="{FF2B5EF4-FFF2-40B4-BE49-F238E27FC236}">
                <a16:creationId xmlns:a16="http://schemas.microsoft.com/office/drawing/2014/main" id="{E4934B5A-80C4-6FDC-B3CF-CA110F255383}"/>
              </a:ext>
            </a:extLst>
          </p:cNvPr>
          <p:cNvCxnSpPr>
            <a:cxnSpLocks/>
          </p:cNvCxnSpPr>
          <p:nvPr/>
        </p:nvCxnSpPr>
        <p:spPr>
          <a:xfrm>
            <a:off x="6456918" y="993089"/>
            <a:ext cx="0" cy="5120640"/>
          </a:xfrm>
          <a:prstGeom prst="line">
            <a:avLst/>
          </a:prstGeom>
          <a:noFill/>
          <a:ln w="44450">
            <a:gradFill>
              <a:gsLst>
                <a:gs pos="37000">
                  <a:srgbClr val="02C8FF"/>
                </a:gs>
                <a:gs pos="5000">
                  <a:srgbClr val="0A60FF"/>
                </a:gs>
                <a:gs pos="44000">
                  <a:srgbClr val="02C8FF"/>
                </a:gs>
                <a:gs pos="75000">
                  <a:srgbClr val="FF007F"/>
                </a:gs>
                <a:gs pos="95000">
                  <a:srgbClr val="FF9000"/>
                </a:gs>
              </a:gsLst>
              <a:lin ang="5400000" scaled="1"/>
            </a:gradFill>
            <a:prstDash val="solid"/>
          </a:ln>
          <a:effectLst/>
        </p:spPr>
        <p:style>
          <a:lnRef idx="2">
            <a:schemeClr val="accent1">
              <a:shade val="50000"/>
            </a:schemeClr>
          </a:lnRef>
          <a:fillRef idx="1">
            <a:schemeClr val="accent1"/>
          </a:fillRef>
          <a:effectRef idx="0">
            <a:schemeClr val="accent1"/>
          </a:effectRef>
          <a:fontRef idx="minor">
            <a:schemeClr val="lt1"/>
          </a:fontRef>
        </p:style>
      </p:cxnSp>
      <p:grpSp>
        <p:nvGrpSpPr>
          <p:cNvPr id="45" name="Group 44">
            <a:extLst>
              <a:ext uri="{FF2B5EF4-FFF2-40B4-BE49-F238E27FC236}">
                <a16:creationId xmlns:a16="http://schemas.microsoft.com/office/drawing/2014/main" id="{3461B749-1F82-CE34-7225-66DA6D06AD6F}"/>
              </a:ext>
            </a:extLst>
          </p:cNvPr>
          <p:cNvGrpSpPr/>
          <p:nvPr/>
        </p:nvGrpSpPr>
        <p:grpSpPr>
          <a:xfrm>
            <a:off x="6688350" y="1148775"/>
            <a:ext cx="5179799" cy="529877"/>
            <a:chOff x="6688351" y="1148775"/>
            <a:chExt cx="5179799" cy="529877"/>
          </a:xfrm>
        </p:grpSpPr>
        <p:sp>
          <p:nvSpPr>
            <p:cNvPr id="12" name="Rectangle: Rounded Corners 11">
              <a:extLst>
                <a:ext uri="{FF2B5EF4-FFF2-40B4-BE49-F238E27FC236}">
                  <a16:creationId xmlns:a16="http://schemas.microsoft.com/office/drawing/2014/main" id="{7199F4AB-8902-AB37-F752-5F1E1D43ED18}"/>
                </a:ext>
              </a:extLst>
            </p:cNvPr>
            <p:cNvSpPr/>
            <p:nvPr/>
          </p:nvSpPr>
          <p:spPr>
            <a:xfrm>
              <a:off x="7936230" y="1176154"/>
              <a:ext cx="3931920" cy="475118"/>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3" name="Arrow: Pentagon 12">
              <a:extLst>
                <a:ext uri="{FF2B5EF4-FFF2-40B4-BE49-F238E27FC236}">
                  <a16:creationId xmlns:a16="http://schemas.microsoft.com/office/drawing/2014/main" id="{2884D6E3-034D-8D52-D5C6-3EEB19489170}"/>
                </a:ext>
              </a:extLst>
            </p:cNvPr>
            <p:cNvSpPr/>
            <p:nvPr/>
          </p:nvSpPr>
          <p:spPr>
            <a:xfrm>
              <a:off x="7035263" y="1176154"/>
              <a:ext cx="1532098" cy="475118"/>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4" name="TextBox 13">
              <a:extLst>
                <a:ext uri="{FF2B5EF4-FFF2-40B4-BE49-F238E27FC236}">
                  <a16:creationId xmlns:a16="http://schemas.microsoft.com/office/drawing/2014/main" id="{D8CF1565-9C85-3D1A-6E85-496A57EDAC66}"/>
                </a:ext>
              </a:extLst>
            </p:cNvPr>
            <p:cNvSpPr txBox="1"/>
            <p:nvPr/>
          </p:nvSpPr>
          <p:spPr>
            <a:xfrm>
              <a:off x="7307028" y="1324266"/>
              <a:ext cx="1140447" cy="178894"/>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600" dirty="0">
                  <a:solidFill>
                    <a:schemeClr val="bg1"/>
                  </a:solidFill>
                  <a:ea typeface="ＭＳ Ｐゴシック" charset="0"/>
                </a:rPr>
                <a:t>Funnel</a:t>
              </a:r>
              <a:endParaRPr lang="en-GB" sz="1600" kern="1200" dirty="0" err="1">
                <a:solidFill>
                  <a:schemeClr val="bg1"/>
                </a:solidFill>
                <a:latin typeface="+mn-lt"/>
                <a:ea typeface="ＭＳ Ｐゴシック" charset="0"/>
              </a:endParaRPr>
            </a:p>
          </p:txBody>
        </p:sp>
        <p:sp>
          <p:nvSpPr>
            <p:cNvPr id="15" name="TextBox 14">
              <a:extLst>
                <a:ext uri="{FF2B5EF4-FFF2-40B4-BE49-F238E27FC236}">
                  <a16:creationId xmlns:a16="http://schemas.microsoft.com/office/drawing/2014/main" id="{37235354-0D71-E5B3-3079-B3F145A126D4}"/>
                </a:ext>
              </a:extLst>
            </p:cNvPr>
            <p:cNvSpPr txBox="1"/>
            <p:nvPr/>
          </p:nvSpPr>
          <p:spPr>
            <a:xfrm>
              <a:off x="8640918" y="1247963"/>
              <a:ext cx="2637800" cy="331500"/>
            </a:xfrm>
            <a:prstGeom prst="rect">
              <a:avLst/>
            </a:prstGeom>
            <a:noFill/>
          </p:spPr>
          <p:txBody>
            <a:bodyPr wrap="square" lIns="0" tIns="0" rIns="0" bIns="0" rtlCol="0">
              <a:noAutofit/>
            </a:bodyPr>
            <a:lstStyle>
              <a:defPPr>
                <a:defRPr lang="en-US"/>
              </a:defPPr>
              <a:lvl1pPr marL="182880" indent="-182880" defTabSz="912276" fontAlgn="base">
                <a:spcAft>
                  <a:spcPts val="1000"/>
                </a:spcAft>
                <a:buClr>
                  <a:schemeClr val="bg1"/>
                </a:buClr>
                <a:buSzPct val="100000"/>
                <a:buFont typeface="Arial" panose="020B0604020202020204" pitchFamily="34" charset="0"/>
                <a:buChar char="•"/>
                <a:defRPr sz="1200">
                  <a:solidFill>
                    <a:schemeClr val="bg1"/>
                  </a:solidFill>
                </a:defRPr>
              </a:lvl1pPr>
            </a:lstStyle>
            <a:p>
              <a:pPr marL="0" lvl="0" indent="0" defTabSz="914400" eaLnBrk="0" hangingPunct="0">
                <a:spcBef>
                  <a:spcPct val="0"/>
                </a:spcBef>
                <a:spcAft>
                  <a:spcPct val="0"/>
                </a:spcAft>
                <a:buClrTx/>
                <a:buSzTx/>
                <a:buNone/>
              </a:pPr>
              <a:r>
                <a:rPr lang="en-US" altLang="en-US" sz="1000" dirty="0">
                  <a:latin typeface="Arial" panose="020B0604020202020204" pitchFamily="34" charset="0"/>
                </a:rPr>
                <a:t>Tracks core marketing performance metrics across the entire lifecycle</a:t>
              </a:r>
            </a:p>
          </p:txBody>
        </p:sp>
        <p:sp>
          <p:nvSpPr>
            <p:cNvPr id="16" name="Oval 15">
              <a:extLst>
                <a:ext uri="{FF2B5EF4-FFF2-40B4-BE49-F238E27FC236}">
                  <a16:creationId xmlns:a16="http://schemas.microsoft.com/office/drawing/2014/main" id="{97D30F0C-EF7A-86E1-BD28-B598E72D246F}"/>
                </a:ext>
              </a:extLst>
            </p:cNvPr>
            <p:cNvSpPr/>
            <p:nvPr/>
          </p:nvSpPr>
          <p:spPr>
            <a:xfrm>
              <a:off x="6688351" y="1148775"/>
              <a:ext cx="529877" cy="52987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1</a:t>
              </a:r>
              <a:endParaRPr lang="en-GB" dirty="0">
                <a:solidFill>
                  <a:schemeClr val="bg1"/>
                </a:solidFill>
              </a:endParaRPr>
            </a:p>
          </p:txBody>
        </p:sp>
      </p:grpSp>
      <p:grpSp>
        <p:nvGrpSpPr>
          <p:cNvPr id="44" name="Group 43">
            <a:extLst>
              <a:ext uri="{FF2B5EF4-FFF2-40B4-BE49-F238E27FC236}">
                <a16:creationId xmlns:a16="http://schemas.microsoft.com/office/drawing/2014/main" id="{89E231EB-C73F-1671-4350-327C250C8505}"/>
              </a:ext>
            </a:extLst>
          </p:cNvPr>
          <p:cNvGrpSpPr/>
          <p:nvPr/>
        </p:nvGrpSpPr>
        <p:grpSpPr>
          <a:xfrm>
            <a:off x="6688350" y="2042522"/>
            <a:ext cx="5179799" cy="529877"/>
            <a:chOff x="6688351" y="2157402"/>
            <a:chExt cx="5179799" cy="529877"/>
          </a:xfrm>
        </p:grpSpPr>
        <p:sp>
          <p:nvSpPr>
            <p:cNvPr id="18" name="Rectangle: Rounded Corners 17">
              <a:extLst>
                <a:ext uri="{FF2B5EF4-FFF2-40B4-BE49-F238E27FC236}">
                  <a16:creationId xmlns:a16="http://schemas.microsoft.com/office/drawing/2014/main" id="{1A84C039-9194-20A7-8CA5-43355BBC1A39}"/>
                </a:ext>
              </a:extLst>
            </p:cNvPr>
            <p:cNvSpPr/>
            <p:nvPr/>
          </p:nvSpPr>
          <p:spPr>
            <a:xfrm>
              <a:off x="7936230" y="2184781"/>
              <a:ext cx="3931920" cy="475118"/>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9" name="Arrow: Pentagon 18">
              <a:extLst>
                <a:ext uri="{FF2B5EF4-FFF2-40B4-BE49-F238E27FC236}">
                  <a16:creationId xmlns:a16="http://schemas.microsoft.com/office/drawing/2014/main" id="{B5536A70-5677-EEC8-7523-37B14D1B8668}"/>
                </a:ext>
              </a:extLst>
            </p:cNvPr>
            <p:cNvSpPr/>
            <p:nvPr/>
          </p:nvSpPr>
          <p:spPr>
            <a:xfrm>
              <a:off x="7035263" y="2184781"/>
              <a:ext cx="1532098" cy="475118"/>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20" name="TextBox 19">
              <a:extLst>
                <a:ext uri="{FF2B5EF4-FFF2-40B4-BE49-F238E27FC236}">
                  <a16:creationId xmlns:a16="http://schemas.microsoft.com/office/drawing/2014/main" id="{E8A5B0E5-1E9E-F874-C7BD-97EF00FB8403}"/>
                </a:ext>
              </a:extLst>
            </p:cNvPr>
            <p:cNvSpPr txBox="1"/>
            <p:nvPr/>
          </p:nvSpPr>
          <p:spPr>
            <a:xfrm>
              <a:off x="7307028" y="2332893"/>
              <a:ext cx="1140447" cy="178894"/>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Goals</a:t>
              </a:r>
              <a:endParaRPr lang="en-GB" sz="1600" kern="1200" dirty="0" err="1">
                <a:solidFill>
                  <a:schemeClr val="bg1"/>
                </a:solidFill>
                <a:latin typeface="+mn-lt"/>
                <a:ea typeface="ＭＳ Ｐゴシック" charset="0"/>
              </a:endParaRPr>
            </a:p>
          </p:txBody>
        </p:sp>
        <p:sp>
          <p:nvSpPr>
            <p:cNvPr id="21" name="TextBox 20">
              <a:extLst>
                <a:ext uri="{FF2B5EF4-FFF2-40B4-BE49-F238E27FC236}">
                  <a16:creationId xmlns:a16="http://schemas.microsoft.com/office/drawing/2014/main" id="{C751B6A2-11AD-CCAC-CE8B-74A9392D4BD8}"/>
                </a:ext>
              </a:extLst>
            </p:cNvPr>
            <p:cNvSpPr txBox="1"/>
            <p:nvPr/>
          </p:nvSpPr>
          <p:spPr>
            <a:xfrm>
              <a:off x="8640918" y="2184782"/>
              <a:ext cx="3155696" cy="475117"/>
            </a:xfrm>
            <a:prstGeom prst="rect">
              <a:avLst/>
            </a:prstGeom>
            <a:noFill/>
          </p:spPr>
          <p:txBody>
            <a:bodyPr wrap="square" lIns="0" tIns="0" rIns="0" bIns="0" rtlCol="0">
              <a:noAutofit/>
            </a:bodyPr>
            <a:lstStyle>
              <a:defPPr>
                <a:defRPr lang="en-US"/>
              </a:defPPr>
              <a:lvl1pPr marL="182880" indent="-182880" defTabSz="912276" fontAlgn="base">
                <a:spcAft>
                  <a:spcPts val="1000"/>
                </a:spcAft>
                <a:buClr>
                  <a:schemeClr val="bg1"/>
                </a:buClr>
                <a:buSzPct val="100000"/>
                <a:buFont typeface="Arial" panose="020B0604020202020204" pitchFamily="34" charset="0"/>
                <a:buChar char="•"/>
                <a:defRPr sz="1200">
                  <a:solidFill>
                    <a:schemeClr val="bg1"/>
                  </a:solidFill>
                </a:defRPr>
              </a:lvl1pPr>
            </a:lstStyle>
            <a:p>
              <a:pPr marL="0" lvl="0" indent="0" defTabSz="914400" eaLnBrk="0" hangingPunct="0">
                <a:spcBef>
                  <a:spcPct val="0"/>
                </a:spcBef>
                <a:spcAft>
                  <a:spcPct val="0"/>
                </a:spcAft>
                <a:buClrTx/>
                <a:buSzTx/>
                <a:buNone/>
              </a:pPr>
              <a:r>
                <a:rPr lang="en-US" altLang="en-US" sz="1000" dirty="0">
                  <a:latin typeface="Arial" panose="020B0604020202020204" pitchFamily="34" charset="0"/>
                </a:rPr>
                <a:t>Real-time performance against quarterly goals alongside year-over-year (Y/Y), quarter-over-quarter (Q/Q), and month-over-month (M/M) growth trends.</a:t>
              </a:r>
            </a:p>
          </p:txBody>
        </p:sp>
        <p:sp>
          <p:nvSpPr>
            <p:cNvPr id="22" name="Oval 21">
              <a:extLst>
                <a:ext uri="{FF2B5EF4-FFF2-40B4-BE49-F238E27FC236}">
                  <a16:creationId xmlns:a16="http://schemas.microsoft.com/office/drawing/2014/main" id="{FB12FC21-4CDC-6DA7-C018-0674CD2AA3B1}"/>
                </a:ext>
              </a:extLst>
            </p:cNvPr>
            <p:cNvSpPr/>
            <p:nvPr/>
          </p:nvSpPr>
          <p:spPr>
            <a:xfrm>
              <a:off x="6688351" y="2157402"/>
              <a:ext cx="529877" cy="52987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2</a:t>
              </a:r>
              <a:endParaRPr lang="en-GB" dirty="0">
                <a:solidFill>
                  <a:schemeClr val="bg1"/>
                </a:solidFill>
              </a:endParaRPr>
            </a:p>
          </p:txBody>
        </p:sp>
      </p:grpSp>
      <p:grpSp>
        <p:nvGrpSpPr>
          <p:cNvPr id="43" name="Group 42">
            <a:extLst>
              <a:ext uri="{FF2B5EF4-FFF2-40B4-BE49-F238E27FC236}">
                <a16:creationId xmlns:a16="http://schemas.microsoft.com/office/drawing/2014/main" id="{34CB8931-5E57-E9AB-F9E2-5242F74AC430}"/>
              </a:ext>
            </a:extLst>
          </p:cNvPr>
          <p:cNvGrpSpPr/>
          <p:nvPr/>
        </p:nvGrpSpPr>
        <p:grpSpPr>
          <a:xfrm>
            <a:off x="6688350" y="2936269"/>
            <a:ext cx="5179799" cy="529877"/>
            <a:chOff x="6688351" y="3166029"/>
            <a:chExt cx="5179799" cy="529877"/>
          </a:xfrm>
        </p:grpSpPr>
        <p:sp>
          <p:nvSpPr>
            <p:cNvPr id="24" name="Rectangle: Rounded Corners 23">
              <a:extLst>
                <a:ext uri="{FF2B5EF4-FFF2-40B4-BE49-F238E27FC236}">
                  <a16:creationId xmlns:a16="http://schemas.microsoft.com/office/drawing/2014/main" id="{909E7293-0CD0-64B9-3111-DB8892AD214D}"/>
                </a:ext>
              </a:extLst>
            </p:cNvPr>
            <p:cNvSpPr/>
            <p:nvPr/>
          </p:nvSpPr>
          <p:spPr>
            <a:xfrm>
              <a:off x="7936230" y="3193408"/>
              <a:ext cx="3931920" cy="475118"/>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25" name="Arrow: Pentagon 24">
              <a:extLst>
                <a:ext uri="{FF2B5EF4-FFF2-40B4-BE49-F238E27FC236}">
                  <a16:creationId xmlns:a16="http://schemas.microsoft.com/office/drawing/2014/main" id="{795AF49D-5D8B-D24C-A475-1CB5A5A8F8DE}"/>
                </a:ext>
              </a:extLst>
            </p:cNvPr>
            <p:cNvSpPr/>
            <p:nvPr/>
          </p:nvSpPr>
          <p:spPr>
            <a:xfrm>
              <a:off x="7035263" y="3193408"/>
              <a:ext cx="1532098" cy="475118"/>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26" name="TextBox 25">
              <a:extLst>
                <a:ext uri="{FF2B5EF4-FFF2-40B4-BE49-F238E27FC236}">
                  <a16:creationId xmlns:a16="http://schemas.microsoft.com/office/drawing/2014/main" id="{E631BCB7-C768-D9D3-1251-1CC499A0B37B}"/>
                </a:ext>
              </a:extLst>
            </p:cNvPr>
            <p:cNvSpPr txBox="1"/>
            <p:nvPr/>
          </p:nvSpPr>
          <p:spPr>
            <a:xfrm>
              <a:off x="7307028" y="3341520"/>
              <a:ext cx="1140447" cy="178894"/>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Filtering</a:t>
              </a:r>
              <a:endParaRPr lang="en-GB" sz="1600" kern="1200" dirty="0" err="1">
                <a:solidFill>
                  <a:schemeClr val="bg1"/>
                </a:solidFill>
                <a:latin typeface="+mn-lt"/>
                <a:ea typeface="ＭＳ Ｐゴシック" charset="0"/>
              </a:endParaRPr>
            </a:p>
          </p:txBody>
        </p:sp>
        <p:sp>
          <p:nvSpPr>
            <p:cNvPr id="27" name="TextBox 26">
              <a:extLst>
                <a:ext uri="{FF2B5EF4-FFF2-40B4-BE49-F238E27FC236}">
                  <a16:creationId xmlns:a16="http://schemas.microsoft.com/office/drawing/2014/main" id="{0E03CB27-7409-B9EC-23D9-30F30C6C8439}"/>
                </a:ext>
              </a:extLst>
            </p:cNvPr>
            <p:cNvSpPr txBox="1"/>
            <p:nvPr/>
          </p:nvSpPr>
          <p:spPr>
            <a:xfrm>
              <a:off x="8640918" y="3193409"/>
              <a:ext cx="3211254" cy="475117"/>
            </a:xfrm>
            <a:prstGeom prst="rect">
              <a:avLst/>
            </a:prstGeom>
            <a:noFill/>
          </p:spPr>
          <p:txBody>
            <a:bodyPr wrap="square" lIns="0" tIns="0" rIns="0" bIns="0" rtlCol="0">
              <a:noAutofit/>
            </a:bodyPr>
            <a:lstStyle>
              <a:defPPr>
                <a:defRPr lang="en-US"/>
              </a:defPPr>
              <a:lvl1pPr marL="182880" indent="-182880" defTabSz="912276" fontAlgn="base">
                <a:spcAft>
                  <a:spcPts val="1000"/>
                </a:spcAft>
                <a:buClr>
                  <a:schemeClr val="bg1"/>
                </a:buClr>
                <a:buSzPct val="100000"/>
                <a:buFont typeface="Arial" panose="020B0604020202020204" pitchFamily="34" charset="0"/>
                <a:buChar char="•"/>
                <a:defRPr sz="1200">
                  <a:solidFill>
                    <a:schemeClr val="bg1"/>
                  </a:solidFill>
                </a:defRPr>
              </a:lvl1pPr>
            </a:lstStyle>
            <a:p>
              <a:pPr marL="0" lvl="0" indent="0" defTabSz="914400" eaLnBrk="0" hangingPunct="0">
                <a:spcBef>
                  <a:spcPct val="0"/>
                </a:spcBef>
                <a:spcAft>
                  <a:spcPct val="0"/>
                </a:spcAft>
                <a:buClrTx/>
                <a:buSzTx/>
                <a:buNone/>
              </a:pPr>
              <a:r>
                <a:rPr lang="en-US" altLang="en-US" sz="1000" dirty="0">
                  <a:latin typeface="Arial" panose="020B0604020202020204" pitchFamily="34" charset="0"/>
                </a:rPr>
                <a:t>The entire Funnel Summary can be sliced by specific tagging IDs, allowing teams to isolate the exact impact of specific marketing initiatives.</a:t>
              </a:r>
            </a:p>
          </p:txBody>
        </p:sp>
        <p:sp>
          <p:nvSpPr>
            <p:cNvPr id="28" name="Oval 27">
              <a:extLst>
                <a:ext uri="{FF2B5EF4-FFF2-40B4-BE49-F238E27FC236}">
                  <a16:creationId xmlns:a16="http://schemas.microsoft.com/office/drawing/2014/main" id="{CD2EBB68-95D9-C4D7-AB90-21E1401FF6F7}"/>
                </a:ext>
              </a:extLst>
            </p:cNvPr>
            <p:cNvSpPr/>
            <p:nvPr/>
          </p:nvSpPr>
          <p:spPr>
            <a:xfrm>
              <a:off x="6688351" y="3166029"/>
              <a:ext cx="529877" cy="52987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3</a:t>
              </a:r>
              <a:endParaRPr lang="en-GB" dirty="0">
                <a:solidFill>
                  <a:schemeClr val="bg1"/>
                </a:solidFill>
              </a:endParaRPr>
            </a:p>
          </p:txBody>
        </p:sp>
      </p:grpSp>
      <p:grpSp>
        <p:nvGrpSpPr>
          <p:cNvPr id="10" name="Group 9">
            <a:extLst>
              <a:ext uri="{FF2B5EF4-FFF2-40B4-BE49-F238E27FC236}">
                <a16:creationId xmlns:a16="http://schemas.microsoft.com/office/drawing/2014/main" id="{19B161A3-9C59-8475-A16A-414E1D122629}"/>
              </a:ext>
            </a:extLst>
          </p:cNvPr>
          <p:cNvGrpSpPr/>
          <p:nvPr/>
        </p:nvGrpSpPr>
        <p:grpSpPr>
          <a:xfrm>
            <a:off x="6688350" y="3830016"/>
            <a:ext cx="5179799" cy="529877"/>
            <a:chOff x="6688350" y="3737064"/>
            <a:chExt cx="5179799" cy="529877"/>
          </a:xfrm>
        </p:grpSpPr>
        <p:sp>
          <p:nvSpPr>
            <p:cNvPr id="30" name="Rectangle: Rounded Corners 29">
              <a:extLst>
                <a:ext uri="{FF2B5EF4-FFF2-40B4-BE49-F238E27FC236}">
                  <a16:creationId xmlns:a16="http://schemas.microsoft.com/office/drawing/2014/main" id="{C4316DF7-460D-2898-FE65-2BE520423B26}"/>
                </a:ext>
              </a:extLst>
            </p:cNvPr>
            <p:cNvSpPr/>
            <p:nvPr/>
          </p:nvSpPr>
          <p:spPr>
            <a:xfrm>
              <a:off x="7936229" y="3764443"/>
              <a:ext cx="3931920" cy="475118"/>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31" name="Arrow: Pentagon 30">
              <a:extLst>
                <a:ext uri="{FF2B5EF4-FFF2-40B4-BE49-F238E27FC236}">
                  <a16:creationId xmlns:a16="http://schemas.microsoft.com/office/drawing/2014/main" id="{A41AAAFA-A90F-EDAA-9D0D-FDF5493502A5}"/>
                </a:ext>
              </a:extLst>
            </p:cNvPr>
            <p:cNvSpPr/>
            <p:nvPr/>
          </p:nvSpPr>
          <p:spPr>
            <a:xfrm>
              <a:off x="7035262" y="3764443"/>
              <a:ext cx="1532098" cy="475118"/>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32" name="TextBox 31">
              <a:extLst>
                <a:ext uri="{FF2B5EF4-FFF2-40B4-BE49-F238E27FC236}">
                  <a16:creationId xmlns:a16="http://schemas.microsoft.com/office/drawing/2014/main" id="{C9924FA8-C4A3-2935-3C09-E5F6385270F5}"/>
                </a:ext>
              </a:extLst>
            </p:cNvPr>
            <p:cNvSpPr txBox="1"/>
            <p:nvPr/>
          </p:nvSpPr>
          <p:spPr>
            <a:xfrm>
              <a:off x="7322570" y="3838499"/>
              <a:ext cx="1140447" cy="327006"/>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600" dirty="0">
                  <a:solidFill>
                    <a:schemeClr val="bg1"/>
                  </a:solidFill>
                  <a:ea typeface="ＭＳ Ｐゴシック" charset="0"/>
                </a:rPr>
                <a:t>Inbound vs Outbound</a:t>
              </a:r>
              <a:endParaRPr lang="en-GB" sz="1600" kern="1200" dirty="0" err="1">
                <a:solidFill>
                  <a:schemeClr val="bg1"/>
                </a:solidFill>
                <a:latin typeface="+mn-lt"/>
                <a:ea typeface="ＭＳ Ｐゴシック" charset="0"/>
              </a:endParaRPr>
            </a:p>
          </p:txBody>
        </p:sp>
        <p:sp>
          <p:nvSpPr>
            <p:cNvPr id="33" name="TextBox 32">
              <a:extLst>
                <a:ext uri="{FF2B5EF4-FFF2-40B4-BE49-F238E27FC236}">
                  <a16:creationId xmlns:a16="http://schemas.microsoft.com/office/drawing/2014/main" id="{E1F3DE44-E479-37AC-F2A3-CA495539818E}"/>
                </a:ext>
              </a:extLst>
            </p:cNvPr>
            <p:cNvSpPr txBox="1"/>
            <p:nvPr/>
          </p:nvSpPr>
          <p:spPr>
            <a:xfrm>
              <a:off x="8640916" y="3801472"/>
              <a:ext cx="3155697" cy="401061"/>
            </a:xfrm>
            <a:prstGeom prst="rect">
              <a:avLst/>
            </a:prstGeom>
            <a:noFill/>
          </p:spPr>
          <p:txBody>
            <a:bodyPr wrap="square" lIns="0" tIns="0" rIns="0" bIns="0" rtlCol="0">
              <a:noAutofit/>
            </a:bodyPr>
            <a:lstStyle>
              <a:defPPr>
                <a:defRPr lang="en-US"/>
              </a:defPPr>
              <a:lvl1pPr marL="182880" indent="-182880" defTabSz="912276" fontAlgn="base">
                <a:spcAft>
                  <a:spcPts val="1000"/>
                </a:spcAft>
                <a:buClr>
                  <a:schemeClr val="bg1"/>
                </a:buClr>
                <a:buSzPct val="100000"/>
                <a:buFont typeface="Arial" panose="020B0604020202020204" pitchFamily="34" charset="0"/>
                <a:buChar char="•"/>
                <a:defRPr sz="1200">
                  <a:solidFill>
                    <a:schemeClr val="bg1"/>
                  </a:solidFill>
                </a:defRPr>
              </a:lvl1pPr>
            </a:lstStyle>
            <a:p>
              <a:pPr marL="0" indent="0">
                <a:buNone/>
              </a:pPr>
              <a:r>
                <a:rPr lang="en-US" altLang="en-US" sz="1000" dirty="0">
                  <a:latin typeface="Arial" panose="020B0604020202020204" pitchFamily="34" charset="0"/>
                </a:rPr>
                <a:t>break down volume and revenue metrics by traffic type (Inbound vs. Outbound)</a:t>
              </a:r>
              <a:endParaRPr lang="en-GB" sz="1000" dirty="0"/>
            </a:p>
          </p:txBody>
        </p:sp>
        <p:sp>
          <p:nvSpPr>
            <p:cNvPr id="34" name="Oval 33">
              <a:extLst>
                <a:ext uri="{FF2B5EF4-FFF2-40B4-BE49-F238E27FC236}">
                  <a16:creationId xmlns:a16="http://schemas.microsoft.com/office/drawing/2014/main" id="{480BDC35-8618-7B58-B3EF-94857FC2F58D}"/>
                </a:ext>
              </a:extLst>
            </p:cNvPr>
            <p:cNvSpPr/>
            <p:nvPr/>
          </p:nvSpPr>
          <p:spPr>
            <a:xfrm>
              <a:off x="6688350" y="3737064"/>
              <a:ext cx="529877" cy="52987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4</a:t>
              </a:r>
              <a:endParaRPr lang="en-GB" dirty="0">
                <a:solidFill>
                  <a:schemeClr val="bg1"/>
                </a:solidFill>
              </a:endParaRPr>
            </a:p>
          </p:txBody>
        </p:sp>
      </p:grpSp>
      <p:sp>
        <p:nvSpPr>
          <p:cNvPr id="46" name="TextBox 45">
            <a:extLst>
              <a:ext uri="{FF2B5EF4-FFF2-40B4-BE49-F238E27FC236}">
                <a16:creationId xmlns:a16="http://schemas.microsoft.com/office/drawing/2014/main" id="{896A3E45-3F01-9806-1A26-8AE36BF8DAF5}"/>
              </a:ext>
            </a:extLst>
          </p:cNvPr>
          <p:cNvSpPr txBox="1"/>
          <p:nvPr/>
        </p:nvSpPr>
        <p:spPr>
          <a:xfrm>
            <a:off x="6688350" y="4723761"/>
            <a:ext cx="5327479" cy="1196941"/>
          </a:xfrm>
          <a:prstGeom prst="rect">
            <a:avLst/>
          </a:prstGeom>
          <a:noFill/>
        </p:spPr>
        <p:txBody>
          <a:bodyPr wrap="square" lIns="0" tIns="0" rIns="0" bIns="0" rtlCol="0">
            <a:noAutofit/>
          </a:bodyPr>
          <a:lstStyle/>
          <a:p>
            <a:pPr lvl="0" eaLnBrk="0" fontAlgn="base" hangingPunct="0">
              <a:spcBef>
                <a:spcPct val="0"/>
              </a:spcBef>
              <a:spcAft>
                <a:spcPct val="0"/>
              </a:spcAft>
            </a:pPr>
            <a:r>
              <a:rPr lang="en-US" altLang="en-US" sz="1200" b="1" dirty="0">
                <a:solidFill>
                  <a:schemeClr val="bg1"/>
                </a:solidFill>
                <a:latin typeface="Arial" panose="020B0604020202020204" pitchFamily="34" charset="0"/>
              </a:rPr>
              <a:t>Why CCID Filtering is Possible:</a:t>
            </a:r>
            <a:r>
              <a:rPr lang="en-US" altLang="en-US" sz="1200" dirty="0">
                <a:solidFill>
                  <a:schemeClr val="bg1"/>
                </a:solidFill>
                <a:latin typeface="Arial" panose="020B0604020202020204" pitchFamily="34" charset="0"/>
              </a:rPr>
              <a:t> </a:t>
            </a:r>
          </a:p>
          <a:p>
            <a:pPr lvl="0" eaLnBrk="0" fontAlgn="base" hangingPunct="0">
              <a:spcBef>
                <a:spcPct val="0"/>
              </a:spcBef>
              <a:spcAft>
                <a:spcPct val="0"/>
              </a:spcAft>
            </a:pPr>
            <a:r>
              <a:rPr lang="en-US" altLang="en-US" sz="1200" dirty="0">
                <a:solidFill>
                  <a:schemeClr val="bg1"/>
                </a:solidFill>
                <a:latin typeface="Arial" panose="020B0604020202020204" pitchFamily="34" charset="0"/>
              </a:rPr>
              <a:t>Because the </a:t>
            </a:r>
            <a:r>
              <a:rPr lang="en-US" altLang="en-US" sz="1200" b="1" dirty="0">
                <a:solidFill>
                  <a:schemeClr val="bg1"/>
                </a:solidFill>
                <a:latin typeface="Arial" panose="020B0604020202020204" pitchFamily="34" charset="0"/>
              </a:rPr>
              <a:t>CCID</a:t>
            </a:r>
            <a:r>
              <a:rPr lang="en-US" altLang="en-US" sz="1200" dirty="0">
                <a:solidFill>
                  <a:schemeClr val="bg1"/>
                </a:solidFill>
                <a:latin typeface="Arial" panose="020B0604020202020204" pitchFamily="34" charset="0"/>
              </a:rPr>
              <a:t> (Campaign Control ID) is captured system-wide at the lead level, it embeds key campaign and program data directly into the lead record. This metadata acts as the connective tissue that allows the dashboard to instantly filter and attribute downstream revenue, bookings, and pipeline back to the originating marketing campaign.</a:t>
            </a:r>
          </a:p>
        </p:txBody>
      </p:sp>
      <p:pic>
        <p:nvPicPr>
          <p:cNvPr id="3" name="Picture 2">
            <a:extLst>
              <a:ext uri="{FF2B5EF4-FFF2-40B4-BE49-F238E27FC236}">
                <a16:creationId xmlns:a16="http://schemas.microsoft.com/office/drawing/2014/main" id="{02B35D39-F1F4-D490-0C84-4E8CD784582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62322" y="1325298"/>
            <a:ext cx="5679995" cy="4207404"/>
          </a:xfrm>
          <a:prstGeom prst="rect">
            <a:avLst/>
          </a:prstGeom>
        </p:spPr>
      </p:pic>
      <p:sp>
        <p:nvSpPr>
          <p:cNvPr id="7" name="TextBox 6">
            <a:extLst>
              <a:ext uri="{FF2B5EF4-FFF2-40B4-BE49-F238E27FC236}">
                <a16:creationId xmlns:a16="http://schemas.microsoft.com/office/drawing/2014/main" id="{FB5D628D-C2C6-7716-4A21-7AA04FEBDCC6}"/>
              </a:ext>
            </a:extLst>
          </p:cNvPr>
          <p:cNvSpPr txBox="1"/>
          <p:nvPr/>
        </p:nvSpPr>
        <p:spPr>
          <a:xfrm>
            <a:off x="537029" y="5920702"/>
            <a:ext cx="2503712" cy="293417"/>
          </a:xfrm>
          <a:prstGeom prst="rect">
            <a:avLst/>
          </a:prstGeom>
          <a:noFill/>
        </p:spPr>
        <p:txBody>
          <a:bodyPr wrap="square" lIns="0" tIns="0" rIns="0" bIns="0" rtlCol="0">
            <a:noAutofit/>
          </a:bodyPr>
          <a:lstStyle/>
          <a:p>
            <a:pPr algn="l"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hlinkClick r:id="rId3"/>
              </a:rPr>
              <a:t>VDC Executive Overview</a:t>
            </a:r>
            <a:endParaRPr lang="en-GB" sz="1600" kern="1200" dirty="0" err="1">
              <a:solidFill>
                <a:schemeClr val="bg1"/>
              </a:solidFill>
              <a:latin typeface="+mn-lt"/>
              <a:ea typeface="ＭＳ Ｐゴシック" charset="0"/>
            </a:endParaRPr>
          </a:p>
        </p:txBody>
      </p:sp>
    </p:spTree>
    <p:extLst>
      <p:ext uri="{BB962C8B-B14F-4D97-AF65-F5344CB8AC3E}">
        <p14:creationId xmlns:p14="http://schemas.microsoft.com/office/powerpoint/2010/main" val="29003287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2749D6-C2AF-7EC8-9C49-0C56B4BF4C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07E692B-11EC-EA16-E2DB-7832DC4E406C}"/>
              </a:ext>
            </a:extLst>
          </p:cNvPr>
          <p:cNvSpPr>
            <a:spLocks noGrp="1"/>
          </p:cNvSpPr>
          <p:nvPr>
            <p:ph type="title"/>
          </p:nvPr>
        </p:nvSpPr>
        <p:spPr/>
        <p:txBody>
          <a:bodyPr/>
          <a:lstStyle/>
          <a:p>
            <a:r>
              <a:rPr lang="en-US" dirty="0"/>
              <a:t>Self Service Deep Dive</a:t>
            </a:r>
            <a:endParaRPr lang="en-GB" dirty="0"/>
          </a:p>
        </p:txBody>
      </p:sp>
      <p:cxnSp>
        <p:nvCxnSpPr>
          <p:cNvPr id="5" name="Straight Connector 4">
            <a:extLst>
              <a:ext uri="{FF2B5EF4-FFF2-40B4-BE49-F238E27FC236}">
                <a16:creationId xmlns:a16="http://schemas.microsoft.com/office/drawing/2014/main" id="{0AC88352-D081-7D6B-7145-ECF87BF0BF8A}"/>
              </a:ext>
            </a:extLst>
          </p:cNvPr>
          <p:cNvCxnSpPr>
            <a:cxnSpLocks/>
          </p:cNvCxnSpPr>
          <p:nvPr/>
        </p:nvCxnSpPr>
        <p:spPr>
          <a:xfrm>
            <a:off x="6456918" y="993089"/>
            <a:ext cx="0" cy="5120640"/>
          </a:xfrm>
          <a:prstGeom prst="line">
            <a:avLst/>
          </a:prstGeom>
          <a:noFill/>
          <a:ln w="44450">
            <a:gradFill>
              <a:gsLst>
                <a:gs pos="37000">
                  <a:srgbClr val="02C8FF"/>
                </a:gs>
                <a:gs pos="5000">
                  <a:srgbClr val="0A60FF"/>
                </a:gs>
                <a:gs pos="44000">
                  <a:srgbClr val="02C8FF"/>
                </a:gs>
                <a:gs pos="75000">
                  <a:srgbClr val="FF007F"/>
                </a:gs>
                <a:gs pos="95000">
                  <a:srgbClr val="FF9000"/>
                </a:gs>
              </a:gsLst>
              <a:lin ang="5400000" scaled="1"/>
            </a:gradFill>
            <a:prstDash val="solid"/>
          </a:ln>
          <a:effectLst/>
        </p:spPr>
        <p:style>
          <a:lnRef idx="2">
            <a:schemeClr val="accent1">
              <a:shade val="50000"/>
            </a:schemeClr>
          </a:lnRef>
          <a:fillRef idx="1">
            <a:schemeClr val="accent1"/>
          </a:fillRef>
          <a:effectRef idx="0">
            <a:schemeClr val="accent1"/>
          </a:effectRef>
          <a:fontRef idx="minor">
            <a:schemeClr val="lt1"/>
          </a:fontRef>
        </p:style>
      </p:cxnSp>
      <p:grpSp>
        <p:nvGrpSpPr>
          <p:cNvPr id="45" name="Group 44">
            <a:extLst>
              <a:ext uri="{FF2B5EF4-FFF2-40B4-BE49-F238E27FC236}">
                <a16:creationId xmlns:a16="http://schemas.microsoft.com/office/drawing/2014/main" id="{39210E15-9220-889B-15A1-8FC848E75945}"/>
              </a:ext>
            </a:extLst>
          </p:cNvPr>
          <p:cNvGrpSpPr/>
          <p:nvPr/>
        </p:nvGrpSpPr>
        <p:grpSpPr>
          <a:xfrm>
            <a:off x="6688350" y="1148775"/>
            <a:ext cx="5179799" cy="529877"/>
            <a:chOff x="6688351" y="1148775"/>
            <a:chExt cx="5179799" cy="529877"/>
          </a:xfrm>
        </p:grpSpPr>
        <p:sp>
          <p:nvSpPr>
            <p:cNvPr id="12" name="Rectangle: Rounded Corners 11">
              <a:extLst>
                <a:ext uri="{FF2B5EF4-FFF2-40B4-BE49-F238E27FC236}">
                  <a16:creationId xmlns:a16="http://schemas.microsoft.com/office/drawing/2014/main" id="{D3032290-2889-EA66-0D18-08D058E5080A}"/>
                </a:ext>
              </a:extLst>
            </p:cNvPr>
            <p:cNvSpPr/>
            <p:nvPr/>
          </p:nvSpPr>
          <p:spPr>
            <a:xfrm>
              <a:off x="7936230" y="1176154"/>
              <a:ext cx="3931920" cy="475118"/>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3" name="Arrow: Pentagon 12">
              <a:extLst>
                <a:ext uri="{FF2B5EF4-FFF2-40B4-BE49-F238E27FC236}">
                  <a16:creationId xmlns:a16="http://schemas.microsoft.com/office/drawing/2014/main" id="{0E4A9E2C-EC69-98C2-C4CC-D75E9ABB2258}"/>
                </a:ext>
              </a:extLst>
            </p:cNvPr>
            <p:cNvSpPr/>
            <p:nvPr/>
          </p:nvSpPr>
          <p:spPr>
            <a:xfrm>
              <a:off x="7035263" y="1176154"/>
              <a:ext cx="1532098" cy="475118"/>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4" name="TextBox 13">
              <a:extLst>
                <a:ext uri="{FF2B5EF4-FFF2-40B4-BE49-F238E27FC236}">
                  <a16:creationId xmlns:a16="http://schemas.microsoft.com/office/drawing/2014/main" id="{94102D1C-84FD-CF1B-2731-0ACD969CAD52}"/>
                </a:ext>
              </a:extLst>
            </p:cNvPr>
            <p:cNvSpPr txBox="1"/>
            <p:nvPr/>
          </p:nvSpPr>
          <p:spPr>
            <a:xfrm>
              <a:off x="7307028" y="1324266"/>
              <a:ext cx="1140447" cy="178894"/>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Framework</a:t>
              </a:r>
              <a:endParaRPr lang="en-GB" sz="1600" kern="1200" dirty="0" err="1">
                <a:solidFill>
                  <a:schemeClr val="bg1"/>
                </a:solidFill>
                <a:latin typeface="+mn-lt"/>
                <a:ea typeface="ＭＳ Ｐゴシック" charset="0"/>
              </a:endParaRPr>
            </a:p>
          </p:txBody>
        </p:sp>
        <p:sp>
          <p:nvSpPr>
            <p:cNvPr id="15" name="TextBox 14">
              <a:extLst>
                <a:ext uri="{FF2B5EF4-FFF2-40B4-BE49-F238E27FC236}">
                  <a16:creationId xmlns:a16="http://schemas.microsoft.com/office/drawing/2014/main" id="{57134221-3BF3-30D3-1A06-E684A44FD031}"/>
                </a:ext>
              </a:extLst>
            </p:cNvPr>
            <p:cNvSpPr txBox="1"/>
            <p:nvPr/>
          </p:nvSpPr>
          <p:spPr>
            <a:xfrm>
              <a:off x="8640918" y="1247963"/>
              <a:ext cx="2637800" cy="331500"/>
            </a:xfrm>
            <a:prstGeom prst="rect">
              <a:avLst/>
            </a:prstGeom>
            <a:noFill/>
          </p:spPr>
          <p:txBody>
            <a:bodyPr wrap="square" lIns="0" tIns="0" rIns="0" bIns="0" rtlCol="0">
              <a:noAutofit/>
            </a:bodyPr>
            <a:lstStyle>
              <a:defPPr>
                <a:defRPr lang="en-US"/>
              </a:defPPr>
              <a:lvl1pPr marL="182880" indent="-182880" defTabSz="912276" fontAlgn="base">
                <a:spcAft>
                  <a:spcPts val="1000"/>
                </a:spcAft>
                <a:buClr>
                  <a:schemeClr val="bg1"/>
                </a:buClr>
                <a:buSzPct val="100000"/>
                <a:buFont typeface="Arial" panose="020B0604020202020204" pitchFamily="34" charset="0"/>
                <a:buChar char="•"/>
                <a:defRPr sz="1200">
                  <a:solidFill>
                    <a:schemeClr val="bg1"/>
                  </a:solidFill>
                </a:defRPr>
              </a:lvl1pPr>
            </a:lstStyle>
            <a:p>
              <a:pPr marL="0" lvl="0" indent="0" defTabSz="914400" eaLnBrk="0" hangingPunct="0">
                <a:spcBef>
                  <a:spcPct val="0"/>
                </a:spcBef>
                <a:spcAft>
                  <a:spcPct val="0"/>
                </a:spcAft>
                <a:buClrTx/>
                <a:buSzTx/>
                <a:buFontTx/>
                <a:buChar char="•"/>
              </a:pPr>
              <a:r>
                <a:rPr lang="en-US" altLang="en-US" sz="1000" dirty="0">
                  <a:latin typeface="Arial" panose="020B0604020202020204" pitchFamily="34" charset="0"/>
                </a:rPr>
                <a:t>Data is strictly limited to campaigns aligned with the FY26 strategic framework.</a:t>
              </a:r>
            </a:p>
          </p:txBody>
        </p:sp>
        <p:sp>
          <p:nvSpPr>
            <p:cNvPr id="16" name="Oval 15">
              <a:extLst>
                <a:ext uri="{FF2B5EF4-FFF2-40B4-BE49-F238E27FC236}">
                  <a16:creationId xmlns:a16="http://schemas.microsoft.com/office/drawing/2014/main" id="{70BBA2EB-75AD-9AFB-8C4F-06BDE1400D8D}"/>
                </a:ext>
              </a:extLst>
            </p:cNvPr>
            <p:cNvSpPr/>
            <p:nvPr/>
          </p:nvSpPr>
          <p:spPr>
            <a:xfrm>
              <a:off x="6688351" y="1148775"/>
              <a:ext cx="529877" cy="52987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1</a:t>
              </a:r>
              <a:endParaRPr lang="en-GB" dirty="0">
                <a:solidFill>
                  <a:schemeClr val="bg1"/>
                </a:solidFill>
              </a:endParaRPr>
            </a:p>
          </p:txBody>
        </p:sp>
      </p:grpSp>
      <p:grpSp>
        <p:nvGrpSpPr>
          <p:cNvPr id="44" name="Group 43">
            <a:extLst>
              <a:ext uri="{FF2B5EF4-FFF2-40B4-BE49-F238E27FC236}">
                <a16:creationId xmlns:a16="http://schemas.microsoft.com/office/drawing/2014/main" id="{F27323B4-9FA8-61C7-8153-A74A006B9F5B}"/>
              </a:ext>
            </a:extLst>
          </p:cNvPr>
          <p:cNvGrpSpPr/>
          <p:nvPr/>
        </p:nvGrpSpPr>
        <p:grpSpPr>
          <a:xfrm>
            <a:off x="6688350" y="2011538"/>
            <a:ext cx="5179799" cy="529877"/>
            <a:chOff x="6688351" y="2157402"/>
            <a:chExt cx="5179799" cy="529877"/>
          </a:xfrm>
        </p:grpSpPr>
        <p:sp>
          <p:nvSpPr>
            <p:cNvPr id="18" name="Rectangle: Rounded Corners 17">
              <a:extLst>
                <a:ext uri="{FF2B5EF4-FFF2-40B4-BE49-F238E27FC236}">
                  <a16:creationId xmlns:a16="http://schemas.microsoft.com/office/drawing/2014/main" id="{68BB89D3-EF2D-54A9-B724-C7B404AD6E80}"/>
                </a:ext>
              </a:extLst>
            </p:cNvPr>
            <p:cNvSpPr/>
            <p:nvPr/>
          </p:nvSpPr>
          <p:spPr>
            <a:xfrm>
              <a:off x="7936230" y="2184781"/>
              <a:ext cx="3931920" cy="475118"/>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9" name="Arrow: Pentagon 18">
              <a:extLst>
                <a:ext uri="{FF2B5EF4-FFF2-40B4-BE49-F238E27FC236}">
                  <a16:creationId xmlns:a16="http://schemas.microsoft.com/office/drawing/2014/main" id="{BFE70269-8CEF-0550-A338-C020E08212F9}"/>
                </a:ext>
              </a:extLst>
            </p:cNvPr>
            <p:cNvSpPr/>
            <p:nvPr/>
          </p:nvSpPr>
          <p:spPr>
            <a:xfrm>
              <a:off x="7035263" y="2184781"/>
              <a:ext cx="1532098" cy="475118"/>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20" name="TextBox 19">
              <a:extLst>
                <a:ext uri="{FF2B5EF4-FFF2-40B4-BE49-F238E27FC236}">
                  <a16:creationId xmlns:a16="http://schemas.microsoft.com/office/drawing/2014/main" id="{EA5C05E9-F681-16E7-AE8B-E35B673FD979}"/>
                </a:ext>
              </a:extLst>
            </p:cNvPr>
            <p:cNvSpPr txBox="1"/>
            <p:nvPr/>
          </p:nvSpPr>
          <p:spPr>
            <a:xfrm>
              <a:off x="7307028" y="2332893"/>
              <a:ext cx="1140447" cy="178894"/>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Dynamic</a:t>
              </a:r>
              <a:endParaRPr lang="en-GB" sz="1600" kern="1200" dirty="0" err="1">
                <a:solidFill>
                  <a:schemeClr val="bg1"/>
                </a:solidFill>
                <a:latin typeface="+mn-lt"/>
                <a:ea typeface="ＭＳ Ｐゴシック" charset="0"/>
              </a:endParaRPr>
            </a:p>
          </p:txBody>
        </p:sp>
        <p:sp>
          <p:nvSpPr>
            <p:cNvPr id="21" name="TextBox 20">
              <a:extLst>
                <a:ext uri="{FF2B5EF4-FFF2-40B4-BE49-F238E27FC236}">
                  <a16:creationId xmlns:a16="http://schemas.microsoft.com/office/drawing/2014/main" id="{59B5DDBE-8B0B-EC35-3560-F2FB63A5C4F5}"/>
                </a:ext>
              </a:extLst>
            </p:cNvPr>
            <p:cNvSpPr txBox="1"/>
            <p:nvPr/>
          </p:nvSpPr>
          <p:spPr>
            <a:xfrm>
              <a:off x="8640918" y="2184782"/>
              <a:ext cx="2637800" cy="475117"/>
            </a:xfrm>
            <a:prstGeom prst="rect">
              <a:avLst/>
            </a:prstGeom>
            <a:noFill/>
          </p:spPr>
          <p:txBody>
            <a:bodyPr wrap="square" lIns="0" tIns="0" rIns="0" bIns="0" rtlCol="0">
              <a:noAutofit/>
            </a:bodyPr>
            <a:lstStyle>
              <a:defPPr>
                <a:defRPr lang="en-US"/>
              </a:defPPr>
              <a:lvl1pPr marL="182880" indent="-182880" defTabSz="912276" fontAlgn="base">
                <a:spcAft>
                  <a:spcPts val="1000"/>
                </a:spcAft>
                <a:buClr>
                  <a:schemeClr val="bg1"/>
                </a:buClr>
                <a:buSzPct val="100000"/>
                <a:buFont typeface="Arial" panose="020B0604020202020204" pitchFamily="34" charset="0"/>
                <a:buChar char="•"/>
                <a:defRPr sz="1200">
                  <a:solidFill>
                    <a:schemeClr val="bg1"/>
                  </a:solidFill>
                </a:defRPr>
              </a:lvl1pPr>
            </a:lstStyle>
            <a:p>
              <a:pPr marL="0" lvl="0" indent="0" defTabSz="914400" eaLnBrk="0" hangingPunct="0">
                <a:spcBef>
                  <a:spcPct val="0"/>
                </a:spcBef>
                <a:spcAft>
                  <a:spcPct val="0"/>
                </a:spcAft>
                <a:buClrTx/>
                <a:buSzTx/>
                <a:buFontTx/>
                <a:buChar char="•"/>
              </a:pPr>
              <a:r>
                <a:rPr lang="en-US" altLang="en-US" sz="1000" dirty="0">
                  <a:latin typeface="Arial" panose="020B0604020202020204" pitchFamily="34" charset="0"/>
                </a:rPr>
                <a:t>Selecting a campaign instantly updates the entire tab to show its specific performance results.</a:t>
              </a:r>
            </a:p>
          </p:txBody>
        </p:sp>
        <p:sp>
          <p:nvSpPr>
            <p:cNvPr id="22" name="Oval 21">
              <a:extLst>
                <a:ext uri="{FF2B5EF4-FFF2-40B4-BE49-F238E27FC236}">
                  <a16:creationId xmlns:a16="http://schemas.microsoft.com/office/drawing/2014/main" id="{7221FAA7-4C64-AC2B-D5EA-521A5F3342BE}"/>
                </a:ext>
              </a:extLst>
            </p:cNvPr>
            <p:cNvSpPr/>
            <p:nvPr/>
          </p:nvSpPr>
          <p:spPr>
            <a:xfrm>
              <a:off x="6688351" y="2157402"/>
              <a:ext cx="529877" cy="52987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2</a:t>
              </a:r>
              <a:endParaRPr lang="en-GB" dirty="0">
                <a:solidFill>
                  <a:schemeClr val="bg1"/>
                </a:solidFill>
              </a:endParaRPr>
            </a:p>
          </p:txBody>
        </p:sp>
      </p:grpSp>
      <p:grpSp>
        <p:nvGrpSpPr>
          <p:cNvPr id="43" name="Group 42">
            <a:extLst>
              <a:ext uri="{FF2B5EF4-FFF2-40B4-BE49-F238E27FC236}">
                <a16:creationId xmlns:a16="http://schemas.microsoft.com/office/drawing/2014/main" id="{A229CDA5-0E86-7EFF-8F10-BD4446CFE014}"/>
              </a:ext>
            </a:extLst>
          </p:cNvPr>
          <p:cNvGrpSpPr/>
          <p:nvPr/>
        </p:nvGrpSpPr>
        <p:grpSpPr>
          <a:xfrm>
            <a:off x="6688350" y="2874301"/>
            <a:ext cx="5179799" cy="529877"/>
            <a:chOff x="6688351" y="3166029"/>
            <a:chExt cx="5179799" cy="529877"/>
          </a:xfrm>
        </p:grpSpPr>
        <p:sp>
          <p:nvSpPr>
            <p:cNvPr id="24" name="Rectangle: Rounded Corners 23">
              <a:extLst>
                <a:ext uri="{FF2B5EF4-FFF2-40B4-BE49-F238E27FC236}">
                  <a16:creationId xmlns:a16="http://schemas.microsoft.com/office/drawing/2014/main" id="{9A589FB3-6CC0-ED5F-5924-2571FF06F71F}"/>
                </a:ext>
              </a:extLst>
            </p:cNvPr>
            <p:cNvSpPr/>
            <p:nvPr/>
          </p:nvSpPr>
          <p:spPr>
            <a:xfrm>
              <a:off x="7936230" y="3193408"/>
              <a:ext cx="3931920" cy="475118"/>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25" name="Arrow: Pentagon 24">
              <a:extLst>
                <a:ext uri="{FF2B5EF4-FFF2-40B4-BE49-F238E27FC236}">
                  <a16:creationId xmlns:a16="http://schemas.microsoft.com/office/drawing/2014/main" id="{72CCF710-102B-9369-00DC-76840754573C}"/>
                </a:ext>
              </a:extLst>
            </p:cNvPr>
            <p:cNvSpPr/>
            <p:nvPr/>
          </p:nvSpPr>
          <p:spPr>
            <a:xfrm>
              <a:off x="7035263" y="3193408"/>
              <a:ext cx="1532098" cy="475118"/>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26" name="TextBox 25">
              <a:extLst>
                <a:ext uri="{FF2B5EF4-FFF2-40B4-BE49-F238E27FC236}">
                  <a16:creationId xmlns:a16="http://schemas.microsoft.com/office/drawing/2014/main" id="{DD3700D4-255A-E132-6BD9-ECED9108947B}"/>
                </a:ext>
              </a:extLst>
            </p:cNvPr>
            <p:cNvSpPr txBox="1"/>
            <p:nvPr/>
          </p:nvSpPr>
          <p:spPr>
            <a:xfrm>
              <a:off x="7307028" y="3341520"/>
              <a:ext cx="1140447" cy="178894"/>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ID Driven</a:t>
              </a:r>
              <a:endParaRPr lang="en-GB" sz="1600" kern="1200" dirty="0" err="1">
                <a:solidFill>
                  <a:schemeClr val="bg1"/>
                </a:solidFill>
                <a:latin typeface="+mn-lt"/>
                <a:ea typeface="ＭＳ Ｐゴシック" charset="0"/>
              </a:endParaRPr>
            </a:p>
          </p:txBody>
        </p:sp>
        <p:sp>
          <p:nvSpPr>
            <p:cNvPr id="27" name="TextBox 26">
              <a:extLst>
                <a:ext uri="{FF2B5EF4-FFF2-40B4-BE49-F238E27FC236}">
                  <a16:creationId xmlns:a16="http://schemas.microsoft.com/office/drawing/2014/main" id="{5D4BFCF9-CB9A-8223-6071-9E4AC5E91A14}"/>
                </a:ext>
              </a:extLst>
            </p:cNvPr>
            <p:cNvSpPr txBox="1"/>
            <p:nvPr/>
          </p:nvSpPr>
          <p:spPr>
            <a:xfrm>
              <a:off x="8640918" y="3193409"/>
              <a:ext cx="3211254" cy="475117"/>
            </a:xfrm>
            <a:prstGeom prst="rect">
              <a:avLst/>
            </a:prstGeom>
            <a:noFill/>
          </p:spPr>
          <p:txBody>
            <a:bodyPr wrap="square" lIns="0" tIns="0" rIns="0" bIns="0" rtlCol="0">
              <a:noAutofit/>
            </a:bodyPr>
            <a:lstStyle>
              <a:defPPr>
                <a:defRPr lang="en-US"/>
              </a:defPPr>
              <a:lvl1pPr marL="182880" indent="-182880" defTabSz="912276" fontAlgn="base">
                <a:spcAft>
                  <a:spcPts val="1000"/>
                </a:spcAft>
                <a:buClr>
                  <a:schemeClr val="bg1"/>
                </a:buClr>
                <a:buSzPct val="100000"/>
                <a:buFont typeface="Arial" panose="020B0604020202020204" pitchFamily="34" charset="0"/>
                <a:buChar char="•"/>
                <a:defRPr sz="1200">
                  <a:solidFill>
                    <a:schemeClr val="bg1"/>
                  </a:solidFill>
                </a:defRPr>
              </a:lvl1pPr>
            </a:lstStyle>
            <a:p>
              <a:pPr marL="0" indent="0">
                <a:buNone/>
              </a:pPr>
              <a:r>
                <a:rPr lang="en-US" altLang="en-US" sz="1000" dirty="0">
                  <a:latin typeface="Arial" panose="020B0604020202020204" pitchFamily="34" charset="0"/>
                </a:rPr>
                <a:t>Engagement and pipeline metrics are automatically derived from tracking IDs (CCID, OID, EID) mapped via tagging metadata.</a:t>
              </a:r>
              <a:endParaRPr lang="en-GB" sz="1000" dirty="0"/>
            </a:p>
          </p:txBody>
        </p:sp>
        <p:sp>
          <p:nvSpPr>
            <p:cNvPr id="28" name="Oval 27">
              <a:extLst>
                <a:ext uri="{FF2B5EF4-FFF2-40B4-BE49-F238E27FC236}">
                  <a16:creationId xmlns:a16="http://schemas.microsoft.com/office/drawing/2014/main" id="{C1DF5A8C-AF47-276E-7F76-279A570E9690}"/>
                </a:ext>
              </a:extLst>
            </p:cNvPr>
            <p:cNvSpPr/>
            <p:nvPr/>
          </p:nvSpPr>
          <p:spPr>
            <a:xfrm>
              <a:off x="6688351" y="3166029"/>
              <a:ext cx="529877" cy="52987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3</a:t>
              </a:r>
              <a:endParaRPr lang="en-GB" dirty="0">
                <a:solidFill>
                  <a:schemeClr val="bg1"/>
                </a:solidFill>
              </a:endParaRPr>
            </a:p>
          </p:txBody>
        </p:sp>
      </p:grpSp>
      <p:grpSp>
        <p:nvGrpSpPr>
          <p:cNvPr id="42" name="Group 41">
            <a:extLst>
              <a:ext uri="{FF2B5EF4-FFF2-40B4-BE49-F238E27FC236}">
                <a16:creationId xmlns:a16="http://schemas.microsoft.com/office/drawing/2014/main" id="{00BAF9C9-0558-5BF3-8DD6-EB183DE83DB7}"/>
              </a:ext>
            </a:extLst>
          </p:cNvPr>
          <p:cNvGrpSpPr/>
          <p:nvPr/>
        </p:nvGrpSpPr>
        <p:grpSpPr>
          <a:xfrm>
            <a:off x="6688350" y="3737064"/>
            <a:ext cx="5179799" cy="529877"/>
            <a:chOff x="6688351" y="4174656"/>
            <a:chExt cx="5179799" cy="529877"/>
          </a:xfrm>
        </p:grpSpPr>
        <p:sp>
          <p:nvSpPr>
            <p:cNvPr id="30" name="Rectangle: Rounded Corners 29">
              <a:extLst>
                <a:ext uri="{FF2B5EF4-FFF2-40B4-BE49-F238E27FC236}">
                  <a16:creationId xmlns:a16="http://schemas.microsoft.com/office/drawing/2014/main" id="{63063BBF-F112-46D3-0206-3DA30ADF1810}"/>
                </a:ext>
              </a:extLst>
            </p:cNvPr>
            <p:cNvSpPr/>
            <p:nvPr/>
          </p:nvSpPr>
          <p:spPr>
            <a:xfrm>
              <a:off x="7936230" y="4202035"/>
              <a:ext cx="3931920" cy="475118"/>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31" name="Arrow: Pentagon 30">
              <a:extLst>
                <a:ext uri="{FF2B5EF4-FFF2-40B4-BE49-F238E27FC236}">
                  <a16:creationId xmlns:a16="http://schemas.microsoft.com/office/drawing/2014/main" id="{480A4E29-8BF6-35E9-1E6E-E25FC5627753}"/>
                </a:ext>
              </a:extLst>
            </p:cNvPr>
            <p:cNvSpPr/>
            <p:nvPr/>
          </p:nvSpPr>
          <p:spPr>
            <a:xfrm>
              <a:off x="7035263" y="4202035"/>
              <a:ext cx="1532098" cy="475118"/>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32" name="TextBox 31">
              <a:extLst>
                <a:ext uri="{FF2B5EF4-FFF2-40B4-BE49-F238E27FC236}">
                  <a16:creationId xmlns:a16="http://schemas.microsoft.com/office/drawing/2014/main" id="{FEC0A4A4-8892-56EE-5BA3-578CF48B1AD2}"/>
                </a:ext>
              </a:extLst>
            </p:cNvPr>
            <p:cNvSpPr txBox="1"/>
            <p:nvPr/>
          </p:nvSpPr>
          <p:spPr>
            <a:xfrm>
              <a:off x="7307028" y="4350147"/>
              <a:ext cx="1140447" cy="178894"/>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Pipeline</a:t>
              </a:r>
              <a:endParaRPr lang="en-GB" sz="1600" kern="1200" dirty="0" err="1">
                <a:solidFill>
                  <a:schemeClr val="bg1"/>
                </a:solidFill>
                <a:latin typeface="+mn-lt"/>
                <a:ea typeface="ＭＳ Ｐゴシック" charset="0"/>
              </a:endParaRPr>
            </a:p>
          </p:txBody>
        </p:sp>
        <p:sp>
          <p:nvSpPr>
            <p:cNvPr id="33" name="TextBox 32">
              <a:extLst>
                <a:ext uri="{FF2B5EF4-FFF2-40B4-BE49-F238E27FC236}">
                  <a16:creationId xmlns:a16="http://schemas.microsoft.com/office/drawing/2014/main" id="{DDAB4E13-8C59-61C5-5A7E-65144427A42C}"/>
                </a:ext>
              </a:extLst>
            </p:cNvPr>
            <p:cNvSpPr txBox="1"/>
            <p:nvPr/>
          </p:nvSpPr>
          <p:spPr>
            <a:xfrm>
              <a:off x="8640917" y="4202036"/>
              <a:ext cx="3155697" cy="475117"/>
            </a:xfrm>
            <a:prstGeom prst="rect">
              <a:avLst/>
            </a:prstGeom>
            <a:noFill/>
          </p:spPr>
          <p:txBody>
            <a:bodyPr wrap="square" lIns="0" tIns="0" rIns="0" bIns="0" rtlCol="0">
              <a:noAutofit/>
            </a:bodyPr>
            <a:lstStyle>
              <a:defPPr>
                <a:defRPr lang="en-US"/>
              </a:defPPr>
              <a:lvl1pPr marL="182880" indent="-182880" defTabSz="912276" fontAlgn="base">
                <a:spcAft>
                  <a:spcPts val="1000"/>
                </a:spcAft>
                <a:buClr>
                  <a:schemeClr val="bg1"/>
                </a:buClr>
                <a:buSzPct val="100000"/>
                <a:buFont typeface="Arial" panose="020B0604020202020204" pitchFamily="34" charset="0"/>
                <a:buChar char="•"/>
                <a:defRPr sz="1200">
                  <a:solidFill>
                    <a:schemeClr val="bg1"/>
                  </a:solidFill>
                </a:defRPr>
              </a:lvl1pPr>
            </a:lstStyle>
            <a:p>
              <a:pPr marL="0" indent="0">
                <a:buNone/>
              </a:pPr>
              <a:r>
                <a:rPr lang="en-US" altLang="en-US" sz="1000" dirty="0">
                  <a:latin typeface="Arial" panose="020B0604020202020204" pitchFamily="34" charset="0"/>
                </a:rPr>
                <a:t>Includes all pipeline impacted by campaign-linked activities, even if it falls outside the core target product mix.</a:t>
              </a:r>
              <a:endParaRPr lang="en-GB" sz="1000" dirty="0"/>
            </a:p>
          </p:txBody>
        </p:sp>
        <p:sp>
          <p:nvSpPr>
            <p:cNvPr id="34" name="Oval 33">
              <a:extLst>
                <a:ext uri="{FF2B5EF4-FFF2-40B4-BE49-F238E27FC236}">
                  <a16:creationId xmlns:a16="http://schemas.microsoft.com/office/drawing/2014/main" id="{428E9226-BAC7-9B81-4EDB-6F4EFA8D247F}"/>
                </a:ext>
              </a:extLst>
            </p:cNvPr>
            <p:cNvSpPr/>
            <p:nvPr/>
          </p:nvSpPr>
          <p:spPr>
            <a:xfrm>
              <a:off x="6688351" y="4174656"/>
              <a:ext cx="529877" cy="52987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4</a:t>
              </a:r>
              <a:endParaRPr lang="en-GB" dirty="0">
                <a:solidFill>
                  <a:schemeClr val="bg1"/>
                </a:solidFill>
              </a:endParaRPr>
            </a:p>
          </p:txBody>
        </p:sp>
      </p:grpSp>
      <p:grpSp>
        <p:nvGrpSpPr>
          <p:cNvPr id="41" name="Group 40">
            <a:extLst>
              <a:ext uri="{FF2B5EF4-FFF2-40B4-BE49-F238E27FC236}">
                <a16:creationId xmlns:a16="http://schemas.microsoft.com/office/drawing/2014/main" id="{57FB228D-9DB0-50F7-7054-D84222657309}"/>
              </a:ext>
            </a:extLst>
          </p:cNvPr>
          <p:cNvGrpSpPr/>
          <p:nvPr/>
        </p:nvGrpSpPr>
        <p:grpSpPr>
          <a:xfrm>
            <a:off x="6688350" y="4599829"/>
            <a:ext cx="5179799" cy="529877"/>
            <a:chOff x="6688351" y="5183283"/>
            <a:chExt cx="5179799" cy="529877"/>
          </a:xfrm>
        </p:grpSpPr>
        <p:sp>
          <p:nvSpPr>
            <p:cNvPr id="36" name="Rectangle: Rounded Corners 35">
              <a:extLst>
                <a:ext uri="{FF2B5EF4-FFF2-40B4-BE49-F238E27FC236}">
                  <a16:creationId xmlns:a16="http://schemas.microsoft.com/office/drawing/2014/main" id="{3CC4ECDC-167F-694A-DFFE-E1A989BF7285}"/>
                </a:ext>
              </a:extLst>
            </p:cNvPr>
            <p:cNvSpPr/>
            <p:nvPr/>
          </p:nvSpPr>
          <p:spPr>
            <a:xfrm>
              <a:off x="7936230" y="5210662"/>
              <a:ext cx="3931920" cy="475118"/>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37" name="Arrow: Pentagon 36">
              <a:extLst>
                <a:ext uri="{FF2B5EF4-FFF2-40B4-BE49-F238E27FC236}">
                  <a16:creationId xmlns:a16="http://schemas.microsoft.com/office/drawing/2014/main" id="{60C52E40-F71B-38F6-16F1-AD21394057BC}"/>
                </a:ext>
              </a:extLst>
            </p:cNvPr>
            <p:cNvSpPr/>
            <p:nvPr/>
          </p:nvSpPr>
          <p:spPr>
            <a:xfrm>
              <a:off x="7035263" y="5210662"/>
              <a:ext cx="1532098" cy="475118"/>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38" name="TextBox 37">
              <a:extLst>
                <a:ext uri="{FF2B5EF4-FFF2-40B4-BE49-F238E27FC236}">
                  <a16:creationId xmlns:a16="http://schemas.microsoft.com/office/drawing/2014/main" id="{A9CD1EF4-23F5-9D12-4154-7D9C6F57DE1B}"/>
                </a:ext>
              </a:extLst>
            </p:cNvPr>
            <p:cNvSpPr txBox="1"/>
            <p:nvPr/>
          </p:nvSpPr>
          <p:spPr>
            <a:xfrm>
              <a:off x="7307028" y="5358774"/>
              <a:ext cx="1140447" cy="178894"/>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Bottom Line</a:t>
              </a:r>
              <a:endParaRPr lang="en-GB" sz="1600" kern="1200" dirty="0" err="1">
                <a:solidFill>
                  <a:schemeClr val="bg1"/>
                </a:solidFill>
                <a:latin typeface="+mn-lt"/>
                <a:ea typeface="ＭＳ Ｐゴシック" charset="0"/>
              </a:endParaRPr>
            </a:p>
          </p:txBody>
        </p:sp>
        <p:sp>
          <p:nvSpPr>
            <p:cNvPr id="39" name="TextBox 38">
              <a:extLst>
                <a:ext uri="{FF2B5EF4-FFF2-40B4-BE49-F238E27FC236}">
                  <a16:creationId xmlns:a16="http://schemas.microsoft.com/office/drawing/2014/main" id="{B6F29CA0-F958-3769-7CD4-B00C7D4D8ABB}"/>
                </a:ext>
              </a:extLst>
            </p:cNvPr>
            <p:cNvSpPr txBox="1"/>
            <p:nvPr/>
          </p:nvSpPr>
          <p:spPr>
            <a:xfrm>
              <a:off x="8640917" y="5284719"/>
              <a:ext cx="3155697" cy="327005"/>
            </a:xfrm>
            <a:prstGeom prst="rect">
              <a:avLst/>
            </a:prstGeom>
            <a:noFill/>
          </p:spPr>
          <p:txBody>
            <a:bodyPr wrap="square" lIns="0" tIns="0" rIns="0" bIns="0" rtlCol="0">
              <a:noAutofit/>
            </a:bodyPr>
            <a:lstStyle>
              <a:defPPr>
                <a:defRPr lang="en-US"/>
              </a:defPPr>
              <a:lvl1pPr marL="182880" indent="-182880" defTabSz="912276" fontAlgn="base">
                <a:spcAft>
                  <a:spcPts val="1000"/>
                </a:spcAft>
                <a:buClr>
                  <a:schemeClr val="bg1"/>
                </a:buClr>
                <a:buSzPct val="100000"/>
                <a:buFont typeface="Arial" panose="020B0604020202020204" pitchFamily="34" charset="0"/>
                <a:buChar char="•"/>
                <a:defRPr sz="1200">
                  <a:solidFill>
                    <a:schemeClr val="bg1"/>
                  </a:solidFill>
                </a:defRPr>
              </a:lvl1pPr>
            </a:lstStyle>
            <a:p>
              <a:pPr marL="0" indent="0">
                <a:buNone/>
              </a:pPr>
              <a:r>
                <a:rPr lang="en-US" altLang="en-US" sz="1000" dirty="0">
                  <a:latin typeface="Arial" panose="020B0604020202020204" pitchFamily="34" charset="0"/>
                </a:rPr>
                <a:t>This view isolates the exact engagement and pipeline generated by your selected campaign's tracking tags.</a:t>
              </a:r>
              <a:endParaRPr lang="en-GB" sz="1000" dirty="0"/>
            </a:p>
          </p:txBody>
        </p:sp>
        <p:sp>
          <p:nvSpPr>
            <p:cNvPr id="40" name="Oval 39">
              <a:extLst>
                <a:ext uri="{FF2B5EF4-FFF2-40B4-BE49-F238E27FC236}">
                  <a16:creationId xmlns:a16="http://schemas.microsoft.com/office/drawing/2014/main" id="{F0EDA184-AA39-7D5D-C456-8EA08FC244CB}"/>
                </a:ext>
              </a:extLst>
            </p:cNvPr>
            <p:cNvSpPr/>
            <p:nvPr/>
          </p:nvSpPr>
          <p:spPr>
            <a:xfrm>
              <a:off x="6688351" y="5183283"/>
              <a:ext cx="529877" cy="52987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5</a:t>
              </a:r>
              <a:endParaRPr lang="en-GB" dirty="0">
                <a:solidFill>
                  <a:schemeClr val="bg1"/>
                </a:solidFill>
              </a:endParaRPr>
            </a:p>
          </p:txBody>
        </p:sp>
      </p:grpSp>
      <p:sp>
        <p:nvSpPr>
          <p:cNvPr id="46" name="TextBox 45">
            <a:extLst>
              <a:ext uri="{FF2B5EF4-FFF2-40B4-BE49-F238E27FC236}">
                <a16:creationId xmlns:a16="http://schemas.microsoft.com/office/drawing/2014/main" id="{4D674691-5F5B-E36D-B152-084CE21D3433}"/>
              </a:ext>
            </a:extLst>
          </p:cNvPr>
          <p:cNvSpPr txBox="1"/>
          <p:nvPr/>
        </p:nvSpPr>
        <p:spPr>
          <a:xfrm>
            <a:off x="6688352" y="5277818"/>
            <a:ext cx="5327479" cy="992353"/>
          </a:xfrm>
          <a:prstGeom prst="rect">
            <a:avLst/>
          </a:prstGeom>
          <a:noFill/>
        </p:spPr>
        <p:txBody>
          <a:bodyPr wrap="square" lIns="0" tIns="0" rIns="0" bIns="0" rtlCol="0">
            <a:noAutofit/>
          </a:bodyPr>
          <a:lstStyle/>
          <a:p>
            <a:r>
              <a:rPr lang="en-GB" sz="1200" b="1" dirty="0">
                <a:solidFill>
                  <a:schemeClr val="bg1"/>
                </a:solidFill>
              </a:rPr>
              <a:t>Best Used to Answer:</a:t>
            </a:r>
          </a:p>
          <a:p>
            <a:pPr marL="171450" indent="-171450">
              <a:buFont typeface="Arial" panose="020B0604020202020204" pitchFamily="34" charset="0"/>
              <a:buChar char="•"/>
            </a:pPr>
            <a:r>
              <a:rPr lang="en-GB" sz="1200" i="1" dirty="0">
                <a:solidFill>
                  <a:schemeClr val="bg1"/>
                </a:solidFill>
              </a:rPr>
              <a:t>How did a specific campaign (e.g., Mid Market LDOS) perform end-to-end?</a:t>
            </a:r>
            <a:endParaRPr lang="en-GB" sz="1200" dirty="0">
              <a:solidFill>
                <a:schemeClr val="bg1"/>
              </a:solidFill>
            </a:endParaRPr>
          </a:p>
          <a:p>
            <a:pPr marL="171450" indent="-171450">
              <a:buFont typeface="Arial" panose="020B0604020202020204" pitchFamily="34" charset="0"/>
              <a:buChar char="•"/>
            </a:pPr>
            <a:r>
              <a:rPr lang="en-GB" sz="1200" i="1" dirty="0">
                <a:solidFill>
                  <a:schemeClr val="bg1"/>
                </a:solidFill>
              </a:rPr>
              <a:t>Which specific activities, offers, and events successfully drove engagement and pipeline for this campaign?</a:t>
            </a:r>
            <a:endParaRPr lang="en-GB" sz="1200" dirty="0">
              <a:solidFill>
                <a:schemeClr val="bg1"/>
              </a:solidFill>
            </a:endParaRPr>
          </a:p>
        </p:txBody>
      </p:sp>
      <p:sp>
        <p:nvSpPr>
          <p:cNvPr id="7" name="TextBox 6">
            <a:extLst>
              <a:ext uri="{FF2B5EF4-FFF2-40B4-BE49-F238E27FC236}">
                <a16:creationId xmlns:a16="http://schemas.microsoft.com/office/drawing/2014/main" id="{EFC81107-B53D-0587-1B15-928BEBA0B719}"/>
              </a:ext>
            </a:extLst>
          </p:cNvPr>
          <p:cNvSpPr txBox="1"/>
          <p:nvPr/>
        </p:nvSpPr>
        <p:spPr>
          <a:xfrm>
            <a:off x="537029" y="5920702"/>
            <a:ext cx="2503712" cy="293417"/>
          </a:xfrm>
          <a:prstGeom prst="rect">
            <a:avLst/>
          </a:prstGeom>
          <a:noFill/>
        </p:spPr>
        <p:txBody>
          <a:bodyPr wrap="square" lIns="0" tIns="0" rIns="0" bIns="0" rtlCol="0">
            <a:noAutofit/>
          </a:bodyPr>
          <a:lstStyle/>
          <a:p>
            <a:pPr algn="l" defTabSz="912276" rtl="0" eaLnBrk="1" fontAlgn="base" hangingPunct="1">
              <a:lnSpc>
                <a:spcPct val="100000"/>
              </a:lnSpc>
              <a:spcBef>
                <a:spcPts val="0"/>
              </a:spcBef>
              <a:spcAft>
                <a:spcPts val="1000"/>
              </a:spcAft>
              <a:buClr>
                <a:schemeClr val="bg1"/>
              </a:buClr>
              <a:buSzPct val="100000"/>
            </a:pPr>
            <a:r>
              <a:rPr lang="en-US" sz="1600" dirty="0">
                <a:solidFill>
                  <a:schemeClr val="bg1"/>
                </a:solidFill>
                <a:ea typeface="ＭＳ Ｐゴシック" charset="0"/>
                <a:hlinkClick r:id="rId2"/>
              </a:rPr>
              <a:t>Self Service Deep Dive</a:t>
            </a:r>
            <a:endParaRPr lang="en-GB" sz="1600" kern="1200" dirty="0" err="1">
              <a:solidFill>
                <a:schemeClr val="bg1"/>
              </a:solidFill>
              <a:latin typeface="+mn-lt"/>
              <a:ea typeface="ＭＳ Ｐゴシック" charset="0"/>
            </a:endParaRPr>
          </a:p>
        </p:txBody>
      </p:sp>
      <p:pic>
        <p:nvPicPr>
          <p:cNvPr id="6" name="Picture 5">
            <a:extLst>
              <a:ext uri="{FF2B5EF4-FFF2-40B4-BE49-F238E27FC236}">
                <a16:creationId xmlns:a16="http://schemas.microsoft.com/office/drawing/2014/main" id="{76739AE4-FD8F-EE15-1479-BB8E715E9A83}"/>
              </a:ext>
            </a:extLst>
          </p:cNvPr>
          <p:cNvPicPr>
            <a:picLocks noChangeAspect="1"/>
          </p:cNvPicPr>
          <p:nvPr/>
        </p:nvPicPr>
        <p:blipFill>
          <a:blip r:embed="rId3"/>
          <a:stretch>
            <a:fillRect/>
          </a:stretch>
        </p:blipFill>
        <p:spPr>
          <a:xfrm>
            <a:off x="234186" y="1503159"/>
            <a:ext cx="5884273" cy="3380567"/>
          </a:xfrm>
          <a:prstGeom prst="rect">
            <a:avLst/>
          </a:prstGeom>
        </p:spPr>
      </p:pic>
    </p:spTree>
    <p:extLst>
      <p:ext uri="{BB962C8B-B14F-4D97-AF65-F5344CB8AC3E}">
        <p14:creationId xmlns:p14="http://schemas.microsoft.com/office/powerpoint/2010/main" val="10824663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2" name="Picture 51">
            <a:extLst>
              <a:ext uri="{FF2B5EF4-FFF2-40B4-BE49-F238E27FC236}">
                <a16:creationId xmlns:a16="http://schemas.microsoft.com/office/drawing/2014/main" id="{2BAE48D2-7463-2294-E224-64E79ED0FAF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93414" y="3885908"/>
            <a:ext cx="5828060" cy="2272166"/>
          </a:xfrm>
          <a:prstGeom prst="rect">
            <a:avLst/>
          </a:prstGeom>
        </p:spPr>
      </p:pic>
      <p:sp>
        <p:nvSpPr>
          <p:cNvPr id="2" name="Title 1">
            <a:extLst>
              <a:ext uri="{FF2B5EF4-FFF2-40B4-BE49-F238E27FC236}">
                <a16:creationId xmlns:a16="http://schemas.microsoft.com/office/drawing/2014/main" id="{31C896DF-1E8B-B8B4-B8CE-62A33F6F7B37}"/>
              </a:ext>
            </a:extLst>
          </p:cNvPr>
          <p:cNvSpPr>
            <a:spLocks noGrp="1"/>
          </p:cNvSpPr>
          <p:nvPr>
            <p:ph type="title"/>
          </p:nvPr>
        </p:nvSpPr>
        <p:spPr/>
        <p:txBody>
          <a:bodyPr/>
          <a:lstStyle/>
          <a:p>
            <a:r>
              <a:rPr lang="en-US" dirty="0"/>
              <a:t>Seller Enablement</a:t>
            </a:r>
            <a:endParaRPr lang="en-GB" dirty="0"/>
          </a:p>
        </p:txBody>
      </p:sp>
      <p:pic>
        <p:nvPicPr>
          <p:cNvPr id="4" name="Picture 3">
            <a:extLst>
              <a:ext uri="{FF2B5EF4-FFF2-40B4-BE49-F238E27FC236}">
                <a16:creationId xmlns:a16="http://schemas.microsoft.com/office/drawing/2014/main" id="{D1B8C708-2C88-59A7-BB2F-3B3E35B743E0}"/>
              </a:ext>
            </a:extLst>
          </p:cNvPr>
          <p:cNvPicPr>
            <a:picLocks noChangeAspect="1"/>
          </p:cNvPicPr>
          <p:nvPr/>
        </p:nvPicPr>
        <p:blipFill>
          <a:blip r:embed="rId3"/>
          <a:stretch>
            <a:fillRect/>
          </a:stretch>
        </p:blipFill>
        <p:spPr>
          <a:xfrm>
            <a:off x="714833" y="1178632"/>
            <a:ext cx="5381167" cy="2250368"/>
          </a:xfrm>
          <a:prstGeom prst="rect">
            <a:avLst/>
          </a:prstGeom>
        </p:spPr>
      </p:pic>
      <p:cxnSp>
        <p:nvCxnSpPr>
          <p:cNvPr id="7" name="Straight Connector 6">
            <a:extLst>
              <a:ext uri="{FF2B5EF4-FFF2-40B4-BE49-F238E27FC236}">
                <a16:creationId xmlns:a16="http://schemas.microsoft.com/office/drawing/2014/main" id="{9710DE6C-BDA7-FC15-10C9-41912FA3B121}"/>
              </a:ext>
            </a:extLst>
          </p:cNvPr>
          <p:cNvCxnSpPr>
            <a:cxnSpLocks/>
          </p:cNvCxnSpPr>
          <p:nvPr/>
        </p:nvCxnSpPr>
        <p:spPr>
          <a:xfrm>
            <a:off x="6456918" y="993089"/>
            <a:ext cx="0" cy="5120640"/>
          </a:xfrm>
          <a:prstGeom prst="line">
            <a:avLst/>
          </a:prstGeom>
          <a:noFill/>
          <a:ln w="44450">
            <a:gradFill>
              <a:gsLst>
                <a:gs pos="37000">
                  <a:srgbClr val="02C8FF"/>
                </a:gs>
                <a:gs pos="5000">
                  <a:srgbClr val="0A60FF"/>
                </a:gs>
                <a:gs pos="44000">
                  <a:srgbClr val="02C8FF"/>
                </a:gs>
                <a:gs pos="75000">
                  <a:srgbClr val="FF007F"/>
                </a:gs>
                <a:gs pos="95000">
                  <a:srgbClr val="FF9000"/>
                </a:gs>
              </a:gsLst>
              <a:lin ang="5400000" scaled="1"/>
            </a:gradFill>
            <a:prstDash val="solid"/>
          </a:ln>
          <a:effectLst/>
        </p:spPr>
        <p:style>
          <a:lnRef idx="2">
            <a:schemeClr val="accent1">
              <a:shade val="50000"/>
            </a:schemeClr>
          </a:lnRef>
          <a:fillRef idx="1">
            <a:schemeClr val="accent1"/>
          </a:fillRef>
          <a:effectRef idx="0">
            <a:schemeClr val="accent1"/>
          </a:effectRef>
          <a:fontRef idx="minor">
            <a:schemeClr val="lt1"/>
          </a:fontRef>
        </p:style>
      </p:cxnSp>
      <p:sp>
        <p:nvSpPr>
          <p:cNvPr id="38" name="Oval 37">
            <a:extLst>
              <a:ext uri="{FF2B5EF4-FFF2-40B4-BE49-F238E27FC236}">
                <a16:creationId xmlns:a16="http://schemas.microsoft.com/office/drawing/2014/main" id="{82D8071C-6E49-D4CF-E7A5-E890A7CA9678}"/>
              </a:ext>
            </a:extLst>
          </p:cNvPr>
          <p:cNvSpPr/>
          <p:nvPr/>
        </p:nvSpPr>
        <p:spPr>
          <a:xfrm>
            <a:off x="2358927" y="1902192"/>
            <a:ext cx="333207" cy="33320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sz="1200" b="1" dirty="0">
                <a:solidFill>
                  <a:schemeClr val="bg1"/>
                </a:solidFill>
              </a:rPr>
              <a:t>1</a:t>
            </a:r>
            <a:endParaRPr lang="en-GB" sz="1200" b="1" dirty="0">
              <a:solidFill>
                <a:schemeClr val="bg1"/>
              </a:solidFill>
            </a:endParaRPr>
          </a:p>
        </p:txBody>
      </p:sp>
      <p:sp>
        <p:nvSpPr>
          <p:cNvPr id="39" name="Oval 38">
            <a:extLst>
              <a:ext uri="{FF2B5EF4-FFF2-40B4-BE49-F238E27FC236}">
                <a16:creationId xmlns:a16="http://schemas.microsoft.com/office/drawing/2014/main" id="{0E1409DA-0D88-2EF3-31F4-39365115DC54}"/>
              </a:ext>
            </a:extLst>
          </p:cNvPr>
          <p:cNvSpPr/>
          <p:nvPr/>
        </p:nvSpPr>
        <p:spPr>
          <a:xfrm>
            <a:off x="4220959" y="4633627"/>
            <a:ext cx="333207" cy="33320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sz="1200" b="1" dirty="0">
                <a:solidFill>
                  <a:schemeClr val="bg1"/>
                </a:solidFill>
              </a:rPr>
              <a:t>2</a:t>
            </a:r>
            <a:endParaRPr lang="en-GB" sz="1200" b="1" dirty="0">
              <a:solidFill>
                <a:schemeClr val="bg1"/>
              </a:solidFill>
            </a:endParaRPr>
          </a:p>
        </p:txBody>
      </p:sp>
      <p:sp>
        <p:nvSpPr>
          <p:cNvPr id="40" name="Oval 39">
            <a:extLst>
              <a:ext uri="{FF2B5EF4-FFF2-40B4-BE49-F238E27FC236}">
                <a16:creationId xmlns:a16="http://schemas.microsoft.com/office/drawing/2014/main" id="{00945184-E6F0-36C0-30EA-190182427DD8}"/>
              </a:ext>
            </a:extLst>
          </p:cNvPr>
          <p:cNvSpPr/>
          <p:nvPr/>
        </p:nvSpPr>
        <p:spPr>
          <a:xfrm>
            <a:off x="4494472" y="1834777"/>
            <a:ext cx="333207" cy="33320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sz="1200" b="1" dirty="0">
                <a:solidFill>
                  <a:schemeClr val="bg1"/>
                </a:solidFill>
              </a:rPr>
              <a:t>2</a:t>
            </a:r>
            <a:endParaRPr lang="en-GB" sz="1200" b="1" dirty="0">
              <a:solidFill>
                <a:schemeClr val="bg1"/>
              </a:solidFill>
            </a:endParaRPr>
          </a:p>
        </p:txBody>
      </p:sp>
      <p:sp>
        <p:nvSpPr>
          <p:cNvPr id="41" name="Oval 40">
            <a:extLst>
              <a:ext uri="{FF2B5EF4-FFF2-40B4-BE49-F238E27FC236}">
                <a16:creationId xmlns:a16="http://schemas.microsoft.com/office/drawing/2014/main" id="{A7FD1C48-9E45-17B6-DFB2-EE77A6B14DC0}"/>
              </a:ext>
            </a:extLst>
          </p:cNvPr>
          <p:cNvSpPr/>
          <p:nvPr/>
        </p:nvSpPr>
        <p:spPr>
          <a:xfrm>
            <a:off x="2114916" y="4499665"/>
            <a:ext cx="333207" cy="33320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sz="1200" b="1" dirty="0">
                <a:solidFill>
                  <a:schemeClr val="bg1"/>
                </a:solidFill>
              </a:rPr>
              <a:t>1</a:t>
            </a:r>
            <a:endParaRPr lang="en-GB" sz="1200" b="1" dirty="0">
              <a:solidFill>
                <a:schemeClr val="bg1"/>
              </a:solidFill>
            </a:endParaRPr>
          </a:p>
        </p:txBody>
      </p:sp>
      <p:sp>
        <p:nvSpPr>
          <p:cNvPr id="42" name="TextBox 41">
            <a:extLst>
              <a:ext uri="{FF2B5EF4-FFF2-40B4-BE49-F238E27FC236}">
                <a16:creationId xmlns:a16="http://schemas.microsoft.com/office/drawing/2014/main" id="{7A0C3EED-A217-21DE-F891-B6DD521175A7}"/>
              </a:ext>
            </a:extLst>
          </p:cNvPr>
          <p:cNvSpPr txBox="1"/>
          <p:nvPr/>
        </p:nvSpPr>
        <p:spPr>
          <a:xfrm>
            <a:off x="458723" y="3585343"/>
            <a:ext cx="2452523" cy="293638"/>
          </a:xfrm>
          <a:prstGeom prst="rect">
            <a:avLst/>
          </a:prstGeom>
          <a:noFill/>
        </p:spPr>
        <p:txBody>
          <a:bodyPr wrap="square" lIns="0" tIns="0" rIns="0" bIns="0" rtlCol="0">
            <a:noAutofit/>
          </a:bodyPr>
          <a:lstStyle/>
          <a:p>
            <a:pPr algn="l" defTabSz="912276" rtl="0" eaLnBrk="1" fontAlgn="base" hangingPunct="1">
              <a:lnSpc>
                <a:spcPct val="100000"/>
              </a:lnSpc>
              <a:spcBef>
                <a:spcPts val="0"/>
              </a:spcBef>
              <a:spcAft>
                <a:spcPts val="1000"/>
              </a:spcAft>
              <a:buClr>
                <a:schemeClr val="bg1"/>
              </a:buClr>
              <a:buSzPct val="100000"/>
            </a:pPr>
            <a:r>
              <a:rPr lang="en-US" sz="1600" kern="1200" dirty="0">
                <a:solidFill>
                  <a:schemeClr val="accent2"/>
                </a:solidFill>
                <a:latin typeface="+mn-lt"/>
                <a:ea typeface="ＭＳ Ｐゴシック" charset="0"/>
              </a:rPr>
              <a:t>Good Example</a:t>
            </a:r>
            <a:endParaRPr lang="en-GB" sz="1600" kern="1200" dirty="0" err="1">
              <a:solidFill>
                <a:schemeClr val="accent2"/>
              </a:solidFill>
              <a:latin typeface="+mn-lt"/>
              <a:ea typeface="ＭＳ Ｐゴシック" charset="0"/>
            </a:endParaRPr>
          </a:p>
        </p:txBody>
      </p:sp>
      <p:sp>
        <p:nvSpPr>
          <p:cNvPr id="43" name="TextBox 42">
            <a:extLst>
              <a:ext uri="{FF2B5EF4-FFF2-40B4-BE49-F238E27FC236}">
                <a16:creationId xmlns:a16="http://schemas.microsoft.com/office/drawing/2014/main" id="{841ECE00-86B6-E4DC-6932-DA334F51E238}"/>
              </a:ext>
            </a:extLst>
          </p:cNvPr>
          <p:cNvSpPr txBox="1"/>
          <p:nvPr/>
        </p:nvSpPr>
        <p:spPr>
          <a:xfrm>
            <a:off x="458723" y="860835"/>
            <a:ext cx="2452523" cy="293638"/>
          </a:xfrm>
          <a:prstGeom prst="rect">
            <a:avLst/>
          </a:prstGeom>
          <a:noFill/>
        </p:spPr>
        <p:txBody>
          <a:bodyPr wrap="square" lIns="0" tIns="0" rIns="0" bIns="0" rtlCol="0">
            <a:noAutofit/>
          </a:bodyPr>
          <a:lstStyle/>
          <a:p>
            <a:pPr algn="l" defTabSz="912276" rtl="0" eaLnBrk="1" fontAlgn="base" hangingPunct="1">
              <a:lnSpc>
                <a:spcPct val="100000"/>
              </a:lnSpc>
              <a:spcBef>
                <a:spcPts val="0"/>
              </a:spcBef>
              <a:spcAft>
                <a:spcPts val="1000"/>
              </a:spcAft>
              <a:buClr>
                <a:schemeClr val="bg1"/>
              </a:buClr>
              <a:buSzPct val="100000"/>
            </a:pPr>
            <a:r>
              <a:rPr lang="en-US" sz="1600" kern="1200" dirty="0">
                <a:solidFill>
                  <a:schemeClr val="accent2"/>
                </a:solidFill>
                <a:latin typeface="+mn-lt"/>
                <a:ea typeface="ＭＳ Ｐゴシック" charset="0"/>
              </a:rPr>
              <a:t>Bad Example</a:t>
            </a:r>
            <a:endParaRPr lang="en-GB" sz="1600" kern="1200" dirty="0" err="1">
              <a:solidFill>
                <a:schemeClr val="accent2"/>
              </a:solidFill>
              <a:latin typeface="+mn-lt"/>
              <a:ea typeface="ＭＳ Ｐゴシック" charset="0"/>
            </a:endParaRPr>
          </a:p>
        </p:txBody>
      </p:sp>
      <p:grpSp>
        <p:nvGrpSpPr>
          <p:cNvPr id="57" name="Group 56">
            <a:extLst>
              <a:ext uri="{FF2B5EF4-FFF2-40B4-BE49-F238E27FC236}">
                <a16:creationId xmlns:a16="http://schemas.microsoft.com/office/drawing/2014/main" id="{3F1D4DD8-75A7-5234-D335-7DAA20E4E596}"/>
              </a:ext>
            </a:extLst>
          </p:cNvPr>
          <p:cNvGrpSpPr/>
          <p:nvPr/>
        </p:nvGrpSpPr>
        <p:grpSpPr>
          <a:xfrm>
            <a:off x="6674925" y="2565021"/>
            <a:ext cx="5330984" cy="845505"/>
            <a:chOff x="6537166" y="2497187"/>
            <a:chExt cx="5330984" cy="845505"/>
          </a:xfrm>
        </p:grpSpPr>
        <p:sp>
          <p:nvSpPr>
            <p:cNvPr id="46" name="Rectangle: Rounded Corners 45">
              <a:extLst>
                <a:ext uri="{FF2B5EF4-FFF2-40B4-BE49-F238E27FC236}">
                  <a16:creationId xmlns:a16="http://schemas.microsoft.com/office/drawing/2014/main" id="{A1C7F766-83EE-481F-1DBB-7D72B835B4E0}"/>
                </a:ext>
              </a:extLst>
            </p:cNvPr>
            <p:cNvSpPr/>
            <p:nvPr/>
          </p:nvSpPr>
          <p:spPr>
            <a:xfrm>
              <a:off x="7936230" y="2497187"/>
              <a:ext cx="3931920" cy="822840"/>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47" name="Arrow: Pentagon 46">
              <a:extLst>
                <a:ext uri="{FF2B5EF4-FFF2-40B4-BE49-F238E27FC236}">
                  <a16:creationId xmlns:a16="http://schemas.microsoft.com/office/drawing/2014/main" id="{BB31D735-C2E1-79F6-4173-328A643E3FA0}"/>
                </a:ext>
              </a:extLst>
            </p:cNvPr>
            <p:cNvSpPr/>
            <p:nvPr/>
          </p:nvSpPr>
          <p:spPr>
            <a:xfrm>
              <a:off x="7035263" y="2501699"/>
              <a:ext cx="1737360" cy="813816"/>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48" name="TextBox 47">
              <a:extLst>
                <a:ext uri="{FF2B5EF4-FFF2-40B4-BE49-F238E27FC236}">
                  <a16:creationId xmlns:a16="http://schemas.microsoft.com/office/drawing/2014/main" id="{8F5331EB-8868-B7FD-360F-DF5329DB44D1}"/>
                </a:ext>
              </a:extLst>
            </p:cNvPr>
            <p:cNvSpPr txBox="1"/>
            <p:nvPr/>
          </p:nvSpPr>
          <p:spPr>
            <a:xfrm>
              <a:off x="7440252" y="2819160"/>
              <a:ext cx="1140447" cy="178894"/>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Description</a:t>
              </a:r>
              <a:endParaRPr lang="en-GB" sz="1600" kern="1200" dirty="0" err="1">
                <a:solidFill>
                  <a:schemeClr val="bg1"/>
                </a:solidFill>
                <a:latin typeface="+mn-lt"/>
                <a:ea typeface="ＭＳ Ｐゴシック" charset="0"/>
              </a:endParaRPr>
            </a:p>
          </p:txBody>
        </p:sp>
        <p:sp>
          <p:nvSpPr>
            <p:cNvPr id="49" name="TextBox 48">
              <a:extLst>
                <a:ext uri="{FF2B5EF4-FFF2-40B4-BE49-F238E27FC236}">
                  <a16:creationId xmlns:a16="http://schemas.microsoft.com/office/drawing/2014/main" id="{50BE8B77-C21B-EA06-39DB-84B63FB6127D}"/>
                </a:ext>
              </a:extLst>
            </p:cNvPr>
            <p:cNvSpPr txBox="1"/>
            <p:nvPr/>
          </p:nvSpPr>
          <p:spPr>
            <a:xfrm>
              <a:off x="8852870" y="2502460"/>
              <a:ext cx="2962656" cy="812295"/>
            </a:xfrm>
            <a:prstGeom prst="rect">
              <a:avLst/>
            </a:prstGeom>
            <a:noFill/>
          </p:spPr>
          <p:txBody>
            <a:bodyPr wrap="square" lIns="0" tIns="0" rIns="0" bIns="0" rtlCol="0">
              <a:noAutofit/>
            </a:bodyPr>
            <a:lstStyle>
              <a:defPPr>
                <a:defRPr lang="en-US"/>
              </a:defPPr>
              <a:lvl1pPr marL="182880" indent="-182880" defTabSz="912276" fontAlgn="base">
                <a:spcAft>
                  <a:spcPts val="1000"/>
                </a:spcAft>
                <a:buClr>
                  <a:schemeClr val="bg1"/>
                </a:buClr>
                <a:buSzPct val="100000"/>
                <a:buFont typeface="Arial" panose="020B0604020202020204" pitchFamily="34" charset="0"/>
                <a:buChar char="•"/>
                <a:defRPr sz="1200">
                  <a:solidFill>
                    <a:schemeClr val="bg1"/>
                  </a:solidFill>
                </a:defRPr>
              </a:lvl1pPr>
            </a:lstStyle>
            <a:p>
              <a:pPr marL="0" lvl="0" indent="0" defTabSz="914400" eaLnBrk="0" hangingPunct="0">
                <a:spcBef>
                  <a:spcPct val="0"/>
                </a:spcBef>
                <a:spcAft>
                  <a:spcPct val="0"/>
                </a:spcAft>
                <a:buClrTx/>
                <a:buSzTx/>
                <a:buFontTx/>
                <a:buChar char="•"/>
              </a:pPr>
              <a:r>
                <a:rPr lang="en-GB" sz="1000" dirty="0"/>
                <a:t>Craft marketing initiative descriptions with the sales team in mind—not marketing—by explicitly including the target audience and core objective to provide sellers with actionable context for customer conversations.</a:t>
              </a:r>
              <a:endParaRPr lang="en-US" altLang="en-US" sz="1000" dirty="0">
                <a:latin typeface="Arial" panose="020B0604020202020204" pitchFamily="34" charset="0"/>
              </a:endParaRPr>
            </a:p>
          </p:txBody>
        </p:sp>
        <p:sp>
          <p:nvSpPr>
            <p:cNvPr id="50" name="Oval 49">
              <a:extLst>
                <a:ext uri="{FF2B5EF4-FFF2-40B4-BE49-F238E27FC236}">
                  <a16:creationId xmlns:a16="http://schemas.microsoft.com/office/drawing/2014/main" id="{DE26C7A9-6B1B-F06D-AC97-63BB62748858}"/>
                </a:ext>
              </a:extLst>
            </p:cNvPr>
            <p:cNvSpPr/>
            <p:nvPr/>
          </p:nvSpPr>
          <p:spPr>
            <a:xfrm>
              <a:off x="6537166" y="2501700"/>
              <a:ext cx="840992" cy="840992"/>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2</a:t>
              </a:r>
              <a:endParaRPr lang="en-GB" dirty="0">
                <a:solidFill>
                  <a:schemeClr val="bg1"/>
                </a:solidFill>
              </a:endParaRPr>
            </a:p>
          </p:txBody>
        </p:sp>
      </p:grpSp>
      <p:sp>
        <p:nvSpPr>
          <p:cNvPr id="53" name="Oval 52">
            <a:extLst>
              <a:ext uri="{FF2B5EF4-FFF2-40B4-BE49-F238E27FC236}">
                <a16:creationId xmlns:a16="http://schemas.microsoft.com/office/drawing/2014/main" id="{A6790A8A-9DDF-AFC9-B842-968D1689EE11}"/>
              </a:ext>
            </a:extLst>
          </p:cNvPr>
          <p:cNvSpPr/>
          <p:nvPr/>
        </p:nvSpPr>
        <p:spPr>
          <a:xfrm>
            <a:off x="2114916" y="5780522"/>
            <a:ext cx="333207" cy="33320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sz="1200" b="1" dirty="0">
                <a:solidFill>
                  <a:schemeClr val="bg1"/>
                </a:solidFill>
              </a:rPr>
              <a:t>3</a:t>
            </a:r>
            <a:endParaRPr lang="en-GB" sz="1200" b="1" dirty="0">
              <a:solidFill>
                <a:schemeClr val="bg1"/>
              </a:solidFill>
            </a:endParaRPr>
          </a:p>
        </p:txBody>
      </p:sp>
      <p:sp>
        <p:nvSpPr>
          <p:cNvPr id="54" name="Oval 53">
            <a:extLst>
              <a:ext uri="{FF2B5EF4-FFF2-40B4-BE49-F238E27FC236}">
                <a16:creationId xmlns:a16="http://schemas.microsoft.com/office/drawing/2014/main" id="{31D33D5B-893A-DA61-B4F3-ABE8AD1902A6}"/>
              </a:ext>
            </a:extLst>
          </p:cNvPr>
          <p:cNvSpPr/>
          <p:nvPr/>
        </p:nvSpPr>
        <p:spPr>
          <a:xfrm>
            <a:off x="4220958" y="5780521"/>
            <a:ext cx="333207" cy="33320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sz="1200" b="1" dirty="0">
                <a:solidFill>
                  <a:schemeClr val="bg1"/>
                </a:solidFill>
              </a:rPr>
              <a:t>4</a:t>
            </a:r>
            <a:endParaRPr lang="en-GB" sz="1200" b="1" dirty="0">
              <a:solidFill>
                <a:schemeClr val="bg1"/>
              </a:solidFill>
            </a:endParaRPr>
          </a:p>
        </p:txBody>
      </p:sp>
      <p:grpSp>
        <p:nvGrpSpPr>
          <p:cNvPr id="79" name="Group 78">
            <a:extLst>
              <a:ext uri="{FF2B5EF4-FFF2-40B4-BE49-F238E27FC236}">
                <a16:creationId xmlns:a16="http://schemas.microsoft.com/office/drawing/2014/main" id="{3F6B9B36-BE5B-2BCD-7F0C-5A11751F4E10}"/>
              </a:ext>
            </a:extLst>
          </p:cNvPr>
          <p:cNvGrpSpPr/>
          <p:nvPr/>
        </p:nvGrpSpPr>
        <p:grpSpPr>
          <a:xfrm>
            <a:off x="6674925" y="3837833"/>
            <a:ext cx="5330984" cy="840992"/>
            <a:chOff x="6582392" y="3553409"/>
            <a:chExt cx="5330984" cy="840992"/>
          </a:xfrm>
        </p:grpSpPr>
        <p:sp>
          <p:nvSpPr>
            <p:cNvPr id="59" name="Rectangle: Rounded Corners 58">
              <a:extLst>
                <a:ext uri="{FF2B5EF4-FFF2-40B4-BE49-F238E27FC236}">
                  <a16:creationId xmlns:a16="http://schemas.microsoft.com/office/drawing/2014/main" id="{723F6AB9-BD99-A1D8-D249-694336F71AE9}"/>
                </a:ext>
              </a:extLst>
            </p:cNvPr>
            <p:cNvSpPr/>
            <p:nvPr/>
          </p:nvSpPr>
          <p:spPr>
            <a:xfrm>
              <a:off x="7981456" y="3562485"/>
              <a:ext cx="3931920" cy="822840"/>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60" name="Arrow: Pentagon 59">
              <a:extLst>
                <a:ext uri="{FF2B5EF4-FFF2-40B4-BE49-F238E27FC236}">
                  <a16:creationId xmlns:a16="http://schemas.microsoft.com/office/drawing/2014/main" id="{87544E82-ACF8-3D3E-BF81-1E27AC21CF33}"/>
                </a:ext>
              </a:extLst>
            </p:cNvPr>
            <p:cNvSpPr/>
            <p:nvPr/>
          </p:nvSpPr>
          <p:spPr>
            <a:xfrm>
              <a:off x="7080489" y="3566997"/>
              <a:ext cx="1737360" cy="813816"/>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61" name="TextBox 60">
              <a:extLst>
                <a:ext uri="{FF2B5EF4-FFF2-40B4-BE49-F238E27FC236}">
                  <a16:creationId xmlns:a16="http://schemas.microsoft.com/office/drawing/2014/main" id="{B14AC68C-4C37-F9DD-C9E7-F06952E1A2CC}"/>
                </a:ext>
              </a:extLst>
            </p:cNvPr>
            <p:cNvSpPr txBox="1"/>
            <p:nvPr/>
          </p:nvSpPr>
          <p:spPr>
            <a:xfrm>
              <a:off x="7485478" y="3736912"/>
              <a:ext cx="1140447" cy="473987"/>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Originating URL</a:t>
              </a:r>
              <a:endParaRPr lang="en-GB" sz="1600" kern="1200" dirty="0" err="1">
                <a:solidFill>
                  <a:schemeClr val="bg1"/>
                </a:solidFill>
                <a:latin typeface="+mn-lt"/>
                <a:ea typeface="ＭＳ Ｐゴシック" charset="0"/>
              </a:endParaRPr>
            </a:p>
          </p:txBody>
        </p:sp>
        <p:sp>
          <p:nvSpPr>
            <p:cNvPr id="62" name="TextBox 61">
              <a:extLst>
                <a:ext uri="{FF2B5EF4-FFF2-40B4-BE49-F238E27FC236}">
                  <a16:creationId xmlns:a16="http://schemas.microsoft.com/office/drawing/2014/main" id="{C0CCA7E1-B1C1-2F74-6907-1E130D5E6CAC}"/>
                </a:ext>
              </a:extLst>
            </p:cNvPr>
            <p:cNvSpPr txBox="1"/>
            <p:nvPr/>
          </p:nvSpPr>
          <p:spPr>
            <a:xfrm>
              <a:off x="8898096" y="3726108"/>
              <a:ext cx="2962656" cy="495594"/>
            </a:xfrm>
            <a:prstGeom prst="rect">
              <a:avLst/>
            </a:prstGeom>
            <a:noFill/>
          </p:spPr>
          <p:txBody>
            <a:bodyPr wrap="square" lIns="0" tIns="0" rIns="0" bIns="0" rtlCol="0">
              <a:noAutofit/>
            </a:bodyPr>
            <a:lstStyle>
              <a:defPPr>
                <a:defRPr lang="en-US"/>
              </a:defPPr>
              <a:lvl1pPr marL="182880" indent="-182880" defTabSz="912276" fontAlgn="base">
                <a:spcAft>
                  <a:spcPts val="1000"/>
                </a:spcAft>
                <a:buClr>
                  <a:schemeClr val="bg1"/>
                </a:buClr>
                <a:buSzPct val="100000"/>
                <a:buFont typeface="Arial" panose="020B0604020202020204" pitchFamily="34" charset="0"/>
                <a:buChar char="•"/>
                <a:defRPr sz="1200">
                  <a:solidFill>
                    <a:schemeClr val="bg1"/>
                  </a:solidFill>
                </a:defRPr>
              </a:lvl1pPr>
            </a:lstStyle>
            <a:p>
              <a:pPr marL="0" indent="0" defTabSz="914400" eaLnBrk="0" hangingPunct="0">
                <a:spcBef>
                  <a:spcPct val="0"/>
                </a:spcBef>
                <a:spcAft>
                  <a:spcPct val="0"/>
                </a:spcAft>
                <a:buClrTx/>
                <a:buSzTx/>
                <a:buFontTx/>
                <a:buChar char="•"/>
              </a:pPr>
              <a:r>
                <a:rPr lang="en-GB" sz="1000" dirty="0"/>
                <a:t>Captures the exact webpage hosting the call-to-action (CTA) trigger that the user clicked to access a gated offer. </a:t>
              </a:r>
              <a:endParaRPr lang="en-US" altLang="en-US" sz="1000" dirty="0">
                <a:latin typeface="Arial" panose="020B0604020202020204" pitchFamily="34" charset="0"/>
              </a:endParaRPr>
            </a:p>
          </p:txBody>
        </p:sp>
        <p:sp>
          <p:nvSpPr>
            <p:cNvPr id="63" name="Oval 62">
              <a:extLst>
                <a:ext uri="{FF2B5EF4-FFF2-40B4-BE49-F238E27FC236}">
                  <a16:creationId xmlns:a16="http://schemas.microsoft.com/office/drawing/2014/main" id="{DCFEF5EF-FC93-85F2-EC32-3793A89423ED}"/>
                </a:ext>
              </a:extLst>
            </p:cNvPr>
            <p:cNvSpPr/>
            <p:nvPr/>
          </p:nvSpPr>
          <p:spPr>
            <a:xfrm>
              <a:off x="6582392" y="3553409"/>
              <a:ext cx="840992" cy="840992"/>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3</a:t>
              </a:r>
              <a:endParaRPr lang="en-GB" dirty="0">
                <a:solidFill>
                  <a:schemeClr val="bg1"/>
                </a:solidFill>
              </a:endParaRPr>
            </a:p>
          </p:txBody>
        </p:sp>
      </p:grpSp>
      <p:grpSp>
        <p:nvGrpSpPr>
          <p:cNvPr id="80" name="Group 79">
            <a:extLst>
              <a:ext uri="{FF2B5EF4-FFF2-40B4-BE49-F238E27FC236}">
                <a16:creationId xmlns:a16="http://schemas.microsoft.com/office/drawing/2014/main" id="{7BC7BF92-8A51-0919-C295-7D2FA147B202}"/>
              </a:ext>
            </a:extLst>
          </p:cNvPr>
          <p:cNvGrpSpPr/>
          <p:nvPr/>
        </p:nvGrpSpPr>
        <p:grpSpPr>
          <a:xfrm>
            <a:off x="6674925" y="5106132"/>
            <a:ext cx="5330984" cy="840992"/>
            <a:chOff x="6612543" y="5718862"/>
            <a:chExt cx="5330984" cy="840992"/>
          </a:xfrm>
        </p:grpSpPr>
        <p:sp>
          <p:nvSpPr>
            <p:cNvPr id="66" name="Rectangle: Rounded Corners 65">
              <a:extLst>
                <a:ext uri="{FF2B5EF4-FFF2-40B4-BE49-F238E27FC236}">
                  <a16:creationId xmlns:a16="http://schemas.microsoft.com/office/drawing/2014/main" id="{87D2912B-4C77-6F99-52FB-FA3D5ADCE0FD}"/>
                </a:ext>
              </a:extLst>
            </p:cNvPr>
            <p:cNvSpPr/>
            <p:nvPr/>
          </p:nvSpPr>
          <p:spPr>
            <a:xfrm>
              <a:off x="8011607" y="5727938"/>
              <a:ext cx="3931920" cy="822840"/>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67" name="Arrow: Pentagon 66">
              <a:extLst>
                <a:ext uri="{FF2B5EF4-FFF2-40B4-BE49-F238E27FC236}">
                  <a16:creationId xmlns:a16="http://schemas.microsoft.com/office/drawing/2014/main" id="{7BFC1D5D-EEAE-B4E7-7C8F-EAAE62434F7F}"/>
                </a:ext>
              </a:extLst>
            </p:cNvPr>
            <p:cNvSpPr/>
            <p:nvPr/>
          </p:nvSpPr>
          <p:spPr>
            <a:xfrm>
              <a:off x="7110640" y="5732450"/>
              <a:ext cx="1737360" cy="813816"/>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68" name="TextBox 67">
              <a:extLst>
                <a:ext uri="{FF2B5EF4-FFF2-40B4-BE49-F238E27FC236}">
                  <a16:creationId xmlns:a16="http://schemas.microsoft.com/office/drawing/2014/main" id="{BEA0DDA8-C450-CB3A-735E-3E5DA0AD9759}"/>
                </a:ext>
              </a:extLst>
            </p:cNvPr>
            <p:cNvSpPr txBox="1"/>
            <p:nvPr/>
          </p:nvSpPr>
          <p:spPr>
            <a:xfrm>
              <a:off x="7515629" y="5918497"/>
              <a:ext cx="1140447" cy="441723"/>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Referring URL</a:t>
              </a:r>
              <a:endParaRPr lang="en-GB" sz="1600" kern="1200" dirty="0" err="1">
                <a:solidFill>
                  <a:schemeClr val="bg1"/>
                </a:solidFill>
                <a:latin typeface="+mn-lt"/>
                <a:ea typeface="ＭＳ Ｐゴシック" charset="0"/>
              </a:endParaRPr>
            </a:p>
          </p:txBody>
        </p:sp>
        <p:sp>
          <p:nvSpPr>
            <p:cNvPr id="69" name="TextBox 68">
              <a:extLst>
                <a:ext uri="{FF2B5EF4-FFF2-40B4-BE49-F238E27FC236}">
                  <a16:creationId xmlns:a16="http://schemas.microsoft.com/office/drawing/2014/main" id="{2D48307B-85A1-F748-4FCB-833035A99AF9}"/>
                </a:ext>
              </a:extLst>
            </p:cNvPr>
            <p:cNvSpPr txBox="1"/>
            <p:nvPr/>
          </p:nvSpPr>
          <p:spPr>
            <a:xfrm>
              <a:off x="8928247" y="5812006"/>
              <a:ext cx="2962656" cy="654705"/>
            </a:xfrm>
            <a:prstGeom prst="rect">
              <a:avLst/>
            </a:prstGeom>
            <a:noFill/>
          </p:spPr>
          <p:txBody>
            <a:bodyPr wrap="square" lIns="0" tIns="0" rIns="0" bIns="0" rtlCol="0">
              <a:noAutofit/>
            </a:bodyPr>
            <a:lstStyle>
              <a:defPPr>
                <a:defRPr lang="en-US"/>
              </a:defPPr>
              <a:lvl1pPr marL="182880" indent="-182880" defTabSz="912276" fontAlgn="base">
                <a:spcAft>
                  <a:spcPts val="1000"/>
                </a:spcAft>
                <a:buClr>
                  <a:schemeClr val="bg1"/>
                </a:buClr>
                <a:buSzPct val="100000"/>
                <a:buFont typeface="Arial" panose="020B0604020202020204" pitchFamily="34" charset="0"/>
                <a:buChar char="•"/>
                <a:defRPr sz="1200">
                  <a:solidFill>
                    <a:schemeClr val="bg1"/>
                  </a:solidFill>
                </a:defRPr>
              </a:lvl1pPr>
            </a:lstStyle>
            <a:p>
              <a:r>
                <a:rPr lang="en-GB" sz="1000" dirty="0"/>
                <a:t>Captures the specific URL of the consumed gated offer, serving as a live hyperlink that sellers can click to view and understand the exact content the customer interacted with.</a:t>
              </a:r>
            </a:p>
          </p:txBody>
        </p:sp>
        <p:sp>
          <p:nvSpPr>
            <p:cNvPr id="70" name="Oval 69">
              <a:extLst>
                <a:ext uri="{FF2B5EF4-FFF2-40B4-BE49-F238E27FC236}">
                  <a16:creationId xmlns:a16="http://schemas.microsoft.com/office/drawing/2014/main" id="{4B507C18-27E6-3B1A-EC89-FF20CA16A2CE}"/>
                </a:ext>
              </a:extLst>
            </p:cNvPr>
            <p:cNvSpPr/>
            <p:nvPr/>
          </p:nvSpPr>
          <p:spPr>
            <a:xfrm>
              <a:off x="6612543" y="5718862"/>
              <a:ext cx="840992" cy="840992"/>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4</a:t>
              </a:r>
              <a:endParaRPr lang="en-GB" dirty="0">
                <a:solidFill>
                  <a:schemeClr val="bg1"/>
                </a:solidFill>
              </a:endParaRPr>
            </a:p>
          </p:txBody>
        </p:sp>
      </p:grpSp>
      <p:grpSp>
        <p:nvGrpSpPr>
          <p:cNvPr id="78" name="Group 77">
            <a:extLst>
              <a:ext uri="{FF2B5EF4-FFF2-40B4-BE49-F238E27FC236}">
                <a16:creationId xmlns:a16="http://schemas.microsoft.com/office/drawing/2014/main" id="{BA9F29AA-58FA-96F8-7064-B794575BFCB3}"/>
              </a:ext>
            </a:extLst>
          </p:cNvPr>
          <p:cNvGrpSpPr/>
          <p:nvPr/>
        </p:nvGrpSpPr>
        <p:grpSpPr>
          <a:xfrm>
            <a:off x="6674925" y="1296722"/>
            <a:ext cx="5330984" cy="840992"/>
            <a:chOff x="6642694" y="524860"/>
            <a:chExt cx="5330984" cy="840992"/>
          </a:xfrm>
        </p:grpSpPr>
        <p:sp>
          <p:nvSpPr>
            <p:cNvPr id="73" name="Rectangle: Rounded Corners 72">
              <a:extLst>
                <a:ext uri="{FF2B5EF4-FFF2-40B4-BE49-F238E27FC236}">
                  <a16:creationId xmlns:a16="http://schemas.microsoft.com/office/drawing/2014/main" id="{816D042B-2B01-3E38-8416-2E5B814A874E}"/>
                </a:ext>
              </a:extLst>
            </p:cNvPr>
            <p:cNvSpPr/>
            <p:nvPr/>
          </p:nvSpPr>
          <p:spPr>
            <a:xfrm>
              <a:off x="8041758" y="533936"/>
              <a:ext cx="3931920" cy="822840"/>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74" name="Arrow: Pentagon 73">
              <a:extLst>
                <a:ext uri="{FF2B5EF4-FFF2-40B4-BE49-F238E27FC236}">
                  <a16:creationId xmlns:a16="http://schemas.microsoft.com/office/drawing/2014/main" id="{8E61F2E9-C0DC-4900-65A4-3BC4F9927976}"/>
                </a:ext>
              </a:extLst>
            </p:cNvPr>
            <p:cNvSpPr/>
            <p:nvPr/>
          </p:nvSpPr>
          <p:spPr>
            <a:xfrm>
              <a:off x="7140791" y="538448"/>
              <a:ext cx="1737360" cy="813816"/>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75" name="TextBox 74">
              <a:extLst>
                <a:ext uri="{FF2B5EF4-FFF2-40B4-BE49-F238E27FC236}">
                  <a16:creationId xmlns:a16="http://schemas.microsoft.com/office/drawing/2014/main" id="{09FFE1B4-84C3-110F-F9D7-B6935E7C679D}"/>
                </a:ext>
              </a:extLst>
            </p:cNvPr>
            <p:cNvSpPr txBox="1"/>
            <p:nvPr/>
          </p:nvSpPr>
          <p:spPr>
            <a:xfrm>
              <a:off x="7545780" y="855909"/>
              <a:ext cx="1140447" cy="178894"/>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Names</a:t>
              </a:r>
              <a:endParaRPr lang="en-GB" sz="1600" kern="1200" dirty="0" err="1">
                <a:solidFill>
                  <a:schemeClr val="bg1"/>
                </a:solidFill>
                <a:latin typeface="+mn-lt"/>
                <a:ea typeface="ＭＳ Ｐゴシック" charset="0"/>
              </a:endParaRPr>
            </a:p>
          </p:txBody>
        </p:sp>
        <p:sp>
          <p:nvSpPr>
            <p:cNvPr id="76" name="TextBox 75">
              <a:extLst>
                <a:ext uri="{FF2B5EF4-FFF2-40B4-BE49-F238E27FC236}">
                  <a16:creationId xmlns:a16="http://schemas.microsoft.com/office/drawing/2014/main" id="{20A5F22E-0322-4C97-BA81-DCB1CDAB2885}"/>
                </a:ext>
              </a:extLst>
            </p:cNvPr>
            <p:cNvSpPr txBox="1"/>
            <p:nvPr/>
          </p:nvSpPr>
          <p:spPr>
            <a:xfrm>
              <a:off x="8958398" y="619979"/>
              <a:ext cx="2962656" cy="650755"/>
            </a:xfrm>
            <a:prstGeom prst="rect">
              <a:avLst/>
            </a:prstGeom>
            <a:noFill/>
          </p:spPr>
          <p:txBody>
            <a:bodyPr wrap="square" lIns="0" tIns="0" rIns="0" bIns="0" rtlCol="0">
              <a:noAutofit/>
            </a:bodyPr>
            <a:lstStyle>
              <a:defPPr>
                <a:defRPr lang="en-US"/>
              </a:defPPr>
              <a:lvl1pPr marL="182880" indent="-182880" defTabSz="912276" fontAlgn="base">
                <a:spcAft>
                  <a:spcPts val="1000"/>
                </a:spcAft>
                <a:buClr>
                  <a:schemeClr val="bg1"/>
                </a:buClr>
                <a:buSzPct val="100000"/>
                <a:buFont typeface="Arial" panose="020B0604020202020204" pitchFamily="34" charset="0"/>
                <a:buChar char="•"/>
                <a:defRPr sz="1200">
                  <a:solidFill>
                    <a:schemeClr val="bg1"/>
                  </a:solidFill>
                </a:defRPr>
              </a:lvl1pPr>
            </a:lstStyle>
            <a:p>
              <a:pPr marL="0" lvl="0" indent="0" defTabSz="914400" eaLnBrk="0" hangingPunct="0">
                <a:spcBef>
                  <a:spcPct val="0"/>
                </a:spcBef>
                <a:spcAft>
                  <a:spcPct val="0"/>
                </a:spcAft>
                <a:buClrTx/>
                <a:buSzTx/>
                <a:buFontTx/>
                <a:buChar char="•"/>
              </a:pPr>
              <a:r>
                <a:rPr lang="en-US" altLang="en-US" sz="1000" dirty="0">
                  <a:latin typeface="Arial" panose="020B0604020202020204" pitchFamily="34" charset="0"/>
                </a:rPr>
                <a:t>Avoid acronyms they don’t translate well for the sellers and inhibits the lead conversation a name should immediately explain to the seller the marketing initiative the customer has engaged with.</a:t>
              </a:r>
            </a:p>
          </p:txBody>
        </p:sp>
        <p:sp>
          <p:nvSpPr>
            <p:cNvPr id="77" name="Oval 76">
              <a:extLst>
                <a:ext uri="{FF2B5EF4-FFF2-40B4-BE49-F238E27FC236}">
                  <a16:creationId xmlns:a16="http://schemas.microsoft.com/office/drawing/2014/main" id="{7F155344-3BF7-F109-FFCB-64EF70A6AAB7}"/>
                </a:ext>
              </a:extLst>
            </p:cNvPr>
            <p:cNvSpPr/>
            <p:nvPr/>
          </p:nvSpPr>
          <p:spPr>
            <a:xfrm>
              <a:off x="6642694" y="524860"/>
              <a:ext cx="840992" cy="840992"/>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1</a:t>
              </a:r>
              <a:endParaRPr lang="en-GB" dirty="0">
                <a:solidFill>
                  <a:schemeClr val="bg1"/>
                </a:solidFill>
              </a:endParaRPr>
            </a:p>
          </p:txBody>
        </p:sp>
      </p:grpSp>
    </p:spTree>
    <p:extLst>
      <p:ext uri="{BB962C8B-B14F-4D97-AF65-F5344CB8AC3E}">
        <p14:creationId xmlns:p14="http://schemas.microsoft.com/office/powerpoint/2010/main" val="41015376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6540A6-E9B0-4BD5-4A25-00D4B279C9D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6342457-52CF-A96B-696D-C79214F44558}"/>
              </a:ext>
            </a:extLst>
          </p:cNvPr>
          <p:cNvSpPr>
            <a:spLocks noGrp="1"/>
          </p:cNvSpPr>
          <p:nvPr>
            <p:ph type="title"/>
          </p:nvPr>
        </p:nvSpPr>
        <p:spPr/>
        <p:txBody>
          <a:bodyPr/>
          <a:lstStyle/>
          <a:p>
            <a:r>
              <a:rPr lang="en-US" dirty="0"/>
              <a:t>Module 3: Drive To &amp; Offer IDs</a:t>
            </a:r>
            <a:endParaRPr lang="en-GB" dirty="0"/>
          </a:p>
        </p:txBody>
      </p:sp>
    </p:spTree>
    <p:extLst>
      <p:ext uri="{BB962C8B-B14F-4D97-AF65-F5344CB8AC3E}">
        <p14:creationId xmlns:p14="http://schemas.microsoft.com/office/powerpoint/2010/main" val="16367518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CDE3CB-E09C-B27F-65C3-2B4523D48B41}"/>
              </a:ext>
            </a:extLst>
          </p:cNvPr>
          <p:cNvSpPr>
            <a:spLocks noGrp="1"/>
          </p:cNvSpPr>
          <p:nvPr>
            <p:ph type="title"/>
          </p:nvPr>
        </p:nvSpPr>
        <p:spPr/>
        <p:txBody>
          <a:bodyPr/>
          <a:lstStyle/>
          <a:p>
            <a:r>
              <a:rPr lang="en-US" dirty="0"/>
              <a:t>Structure of a Drive To ID</a:t>
            </a:r>
            <a:endParaRPr lang="en-GB" dirty="0"/>
          </a:p>
        </p:txBody>
      </p:sp>
      <p:grpSp>
        <p:nvGrpSpPr>
          <p:cNvPr id="5" name="Group 4">
            <a:extLst>
              <a:ext uri="{FF2B5EF4-FFF2-40B4-BE49-F238E27FC236}">
                <a16:creationId xmlns:a16="http://schemas.microsoft.com/office/drawing/2014/main" id="{10C5BF66-3AF0-0EBF-30B8-06966F800077}"/>
              </a:ext>
            </a:extLst>
          </p:cNvPr>
          <p:cNvGrpSpPr/>
          <p:nvPr/>
        </p:nvGrpSpPr>
        <p:grpSpPr>
          <a:xfrm>
            <a:off x="6689663" y="1277027"/>
            <a:ext cx="5179799" cy="529877"/>
            <a:chOff x="6689663" y="2085046"/>
            <a:chExt cx="5179799" cy="529877"/>
          </a:xfrm>
        </p:grpSpPr>
        <p:sp>
          <p:nvSpPr>
            <p:cNvPr id="6" name="Rectangle: Rounded Corners 5">
              <a:extLst>
                <a:ext uri="{FF2B5EF4-FFF2-40B4-BE49-F238E27FC236}">
                  <a16:creationId xmlns:a16="http://schemas.microsoft.com/office/drawing/2014/main" id="{67D49691-253B-D9A6-126F-E03E660D2FCF}"/>
                </a:ext>
              </a:extLst>
            </p:cNvPr>
            <p:cNvSpPr/>
            <p:nvPr/>
          </p:nvSpPr>
          <p:spPr>
            <a:xfrm>
              <a:off x="7937542" y="2112425"/>
              <a:ext cx="3931920" cy="475118"/>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7" name="Arrow: Pentagon 6">
              <a:extLst>
                <a:ext uri="{FF2B5EF4-FFF2-40B4-BE49-F238E27FC236}">
                  <a16:creationId xmlns:a16="http://schemas.microsoft.com/office/drawing/2014/main" id="{F4484D40-77E2-193D-0CFF-031A758E400B}"/>
                </a:ext>
              </a:extLst>
            </p:cNvPr>
            <p:cNvSpPr/>
            <p:nvPr/>
          </p:nvSpPr>
          <p:spPr>
            <a:xfrm>
              <a:off x="7036575" y="2112425"/>
              <a:ext cx="1532098" cy="475118"/>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8" name="TextBox 7">
              <a:extLst>
                <a:ext uri="{FF2B5EF4-FFF2-40B4-BE49-F238E27FC236}">
                  <a16:creationId xmlns:a16="http://schemas.microsoft.com/office/drawing/2014/main" id="{770DC412-2046-AFB6-F98F-A2558EEDE974}"/>
                </a:ext>
              </a:extLst>
            </p:cNvPr>
            <p:cNvSpPr txBox="1"/>
            <p:nvPr/>
          </p:nvSpPr>
          <p:spPr>
            <a:xfrm>
              <a:off x="7395424" y="2260537"/>
              <a:ext cx="1140447" cy="178894"/>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DTID</a:t>
              </a:r>
              <a:endParaRPr lang="en-GB" sz="1600" kern="1200" dirty="0" err="1">
                <a:solidFill>
                  <a:schemeClr val="bg1"/>
                </a:solidFill>
                <a:latin typeface="+mn-lt"/>
                <a:ea typeface="ＭＳ Ｐゴシック" charset="0"/>
              </a:endParaRPr>
            </a:p>
          </p:txBody>
        </p:sp>
        <p:sp>
          <p:nvSpPr>
            <p:cNvPr id="9" name="TextBox 8">
              <a:extLst>
                <a:ext uri="{FF2B5EF4-FFF2-40B4-BE49-F238E27FC236}">
                  <a16:creationId xmlns:a16="http://schemas.microsoft.com/office/drawing/2014/main" id="{2CFF7625-808D-0420-2C5F-F32AAC2E79E8}"/>
                </a:ext>
              </a:extLst>
            </p:cNvPr>
            <p:cNvSpPr txBox="1"/>
            <p:nvPr/>
          </p:nvSpPr>
          <p:spPr>
            <a:xfrm>
              <a:off x="8642230" y="2184234"/>
              <a:ext cx="2637800" cy="331500"/>
            </a:xfrm>
            <a:prstGeom prst="rect">
              <a:avLst/>
            </a:prstGeom>
            <a:noFill/>
          </p:spPr>
          <p:txBody>
            <a:bodyPr wrap="square" lIns="0" tIns="0" rIns="0" bIns="0" rtlCol="0">
              <a:noAutofit/>
            </a:bodyPr>
            <a:lstStyle>
              <a:defPPr>
                <a:defRPr lang="en-US"/>
              </a:defPPr>
              <a:lvl1pPr marL="182880" indent="-182880" defTabSz="912276" fontAlgn="base">
                <a:spcAft>
                  <a:spcPts val="1000"/>
                </a:spcAft>
                <a:buClr>
                  <a:schemeClr val="bg1"/>
                </a:buClr>
                <a:buSzPct val="100000"/>
                <a:buFont typeface="Arial" panose="020B0604020202020204" pitchFamily="34" charset="0"/>
                <a:buChar char="•"/>
                <a:defRPr sz="1200">
                  <a:solidFill>
                    <a:schemeClr val="bg1"/>
                  </a:solidFill>
                </a:defRPr>
              </a:lvl1pPr>
            </a:lstStyle>
            <a:p>
              <a:pPr marL="0" indent="0">
                <a:buNone/>
              </a:pPr>
              <a:r>
                <a:rPr lang="en-GB" sz="1000" dirty="0"/>
                <a:t>On Creation of an Drive To ID a DTID is automatically generated</a:t>
              </a:r>
            </a:p>
          </p:txBody>
        </p:sp>
        <p:sp>
          <p:nvSpPr>
            <p:cNvPr id="10" name="Oval 9">
              <a:extLst>
                <a:ext uri="{FF2B5EF4-FFF2-40B4-BE49-F238E27FC236}">
                  <a16:creationId xmlns:a16="http://schemas.microsoft.com/office/drawing/2014/main" id="{B02BFFD8-C83D-2CC6-56E0-99397113A487}"/>
                </a:ext>
              </a:extLst>
            </p:cNvPr>
            <p:cNvSpPr/>
            <p:nvPr/>
          </p:nvSpPr>
          <p:spPr>
            <a:xfrm>
              <a:off x="6689663" y="2085046"/>
              <a:ext cx="529877" cy="52987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1</a:t>
              </a:r>
              <a:endParaRPr lang="en-GB" dirty="0">
                <a:solidFill>
                  <a:schemeClr val="bg1"/>
                </a:solidFill>
              </a:endParaRPr>
            </a:p>
          </p:txBody>
        </p:sp>
      </p:grpSp>
      <p:grpSp>
        <p:nvGrpSpPr>
          <p:cNvPr id="11" name="Group 10">
            <a:extLst>
              <a:ext uri="{FF2B5EF4-FFF2-40B4-BE49-F238E27FC236}">
                <a16:creationId xmlns:a16="http://schemas.microsoft.com/office/drawing/2014/main" id="{2F18D1BA-E710-7D02-CCE1-485AF7B0751F}"/>
              </a:ext>
            </a:extLst>
          </p:cNvPr>
          <p:cNvGrpSpPr/>
          <p:nvPr/>
        </p:nvGrpSpPr>
        <p:grpSpPr>
          <a:xfrm>
            <a:off x="6689663" y="3361073"/>
            <a:ext cx="5323040" cy="529877"/>
            <a:chOff x="6689663" y="2850599"/>
            <a:chExt cx="5179799" cy="529877"/>
          </a:xfrm>
        </p:grpSpPr>
        <p:sp>
          <p:nvSpPr>
            <p:cNvPr id="12" name="Rectangle: Rounded Corners 11">
              <a:extLst>
                <a:ext uri="{FF2B5EF4-FFF2-40B4-BE49-F238E27FC236}">
                  <a16:creationId xmlns:a16="http://schemas.microsoft.com/office/drawing/2014/main" id="{17C437B8-EC9E-0B08-1C3F-AFE00E29020E}"/>
                </a:ext>
              </a:extLst>
            </p:cNvPr>
            <p:cNvSpPr/>
            <p:nvPr/>
          </p:nvSpPr>
          <p:spPr>
            <a:xfrm>
              <a:off x="7937542" y="2877978"/>
              <a:ext cx="3931920" cy="475118"/>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3" name="Arrow: Pentagon 12">
              <a:extLst>
                <a:ext uri="{FF2B5EF4-FFF2-40B4-BE49-F238E27FC236}">
                  <a16:creationId xmlns:a16="http://schemas.microsoft.com/office/drawing/2014/main" id="{E7BA43C0-95FD-967E-3BCE-4A9002D8D3D3}"/>
                </a:ext>
              </a:extLst>
            </p:cNvPr>
            <p:cNvSpPr/>
            <p:nvPr/>
          </p:nvSpPr>
          <p:spPr>
            <a:xfrm>
              <a:off x="7036575" y="2877978"/>
              <a:ext cx="1532098" cy="475118"/>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4" name="TextBox 13">
              <a:extLst>
                <a:ext uri="{FF2B5EF4-FFF2-40B4-BE49-F238E27FC236}">
                  <a16:creationId xmlns:a16="http://schemas.microsoft.com/office/drawing/2014/main" id="{615F8568-B097-DC0A-70E8-8E68A8CB15EA}"/>
                </a:ext>
              </a:extLst>
            </p:cNvPr>
            <p:cNvSpPr txBox="1"/>
            <p:nvPr/>
          </p:nvSpPr>
          <p:spPr>
            <a:xfrm>
              <a:off x="7395424" y="3026090"/>
              <a:ext cx="1140447" cy="178894"/>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Audience</a:t>
              </a:r>
              <a:endParaRPr lang="en-GB" sz="1600" kern="1200" dirty="0" err="1">
                <a:solidFill>
                  <a:schemeClr val="bg1"/>
                </a:solidFill>
                <a:latin typeface="+mn-lt"/>
                <a:ea typeface="ＭＳ Ｐゴシック" charset="0"/>
              </a:endParaRPr>
            </a:p>
          </p:txBody>
        </p:sp>
        <p:sp>
          <p:nvSpPr>
            <p:cNvPr id="15" name="TextBox 14">
              <a:extLst>
                <a:ext uri="{FF2B5EF4-FFF2-40B4-BE49-F238E27FC236}">
                  <a16:creationId xmlns:a16="http://schemas.microsoft.com/office/drawing/2014/main" id="{7FCF86D9-DFA2-D80D-5522-DF1D30D4966B}"/>
                </a:ext>
              </a:extLst>
            </p:cNvPr>
            <p:cNvSpPr txBox="1"/>
            <p:nvPr/>
          </p:nvSpPr>
          <p:spPr>
            <a:xfrm>
              <a:off x="8642230" y="2877979"/>
              <a:ext cx="3211254" cy="475117"/>
            </a:xfrm>
            <a:prstGeom prst="rect">
              <a:avLst/>
            </a:prstGeom>
            <a:noFill/>
          </p:spPr>
          <p:txBody>
            <a:bodyPr wrap="square" lIns="0" tIns="0" rIns="0" bIns="0" rtlCol="0">
              <a:noAutofit/>
            </a:bodyPr>
            <a:lstStyle>
              <a:defPPr>
                <a:defRPr lang="en-US"/>
              </a:defPPr>
              <a:lvl1pPr marL="182880" indent="-182880" defTabSz="912276" fontAlgn="base">
                <a:spcAft>
                  <a:spcPts val="1000"/>
                </a:spcAft>
                <a:buClr>
                  <a:schemeClr val="bg1"/>
                </a:buClr>
                <a:buSzPct val="100000"/>
                <a:buFont typeface="Arial" panose="020B0604020202020204" pitchFamily="34" charset="0"/>
                <a:buChar char="•"/>
                <a:defRPr sz="1200">
                  <a:solidFill>
                    <a:schemeClr val="bg1"/>
                  </a:solidFill>
                </a:defRPr>
              </a:lvl1pPr>
            </a:lstStyle>
            <a:p>
              <a:pPr marL="0" indent="0">
                <a:buNone/>
              </a:pPr>
              <a:r>
                <a:rPr lang="en-GB" sz="1000" b="1" dirty="0"/>
                <a:t>Paid</a:t>
              </a:r>
              <a:r>
                <a:rPr lang="en-GB" sz="1000" dirty="0"/>
                <a:t> (sponsored), </a:t>
              </a:r>
              <a:r>
                <a:rPr lang="en-GB" sz="1000" b="1" dirty="0"/>
                <a:t>Owned</a:t>
              </a:r>
              <a:r>
                <a:rPr lang="en-GB" sz="1000" dirty="0"/>
                <a:t> (internal databases), or </a:t>
              </a:r>
              <a:r>
                <a:rPr lang="en-GB" sz="1000" b="1" dirty="0"/>
                <a:t>Earned</a:t>
              </a:r>
              <a:r>
                <a:rPr lang="en-GB" sz="1000" dirty="0"/>
                <a:t> (organic reach). Optimizing specific content delivery.</a:t>
              </a:r>
            </a:p>
          </p:txBody>
        </p:sp>
        <p:sp>
          <p:nvSpPr>
            <p:cNvPr id="16" name="Oval 15">
              <a:extLst>
                <a:ext uri="{FF2B5EF4-FFF2-40B4-BE49-F238E27FC236}">
                  <a16:creationId xmlns:a16="http://schemas.microsoft.com/office/drawing/2014/main" id="{265E6FC1-BC47-ABE1-379E-668ADA4338E9}"/>
                </a:ext>
              </a:extLst>
            </p:cNvPr>
            <p:cNvSpPr/>
            <p:nvPr/>
          </p:nvSpPr>
          <p:spPr>
            <a:xfrm>
              <a:off x="6689663" y="2850599"/>
              <a:ext cx="529877" cy="52987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3</a:t>
              </a:r>
              <a:endParaRPr lang="en-GB" dirty="0">
                <a:solidFill>
                  <a:schemeClr val="bg1"/>
                </a:solidFill>
              </a:endParaRPr>
            </a:p>
          </p:txBody>
        </p:sp>
      </p:grpSp>
      <p:grpSp>
        <p:nvGrpSpPr>
          <p:cNvPr id="75" name="Group 74">
            <a:extLst>
              <a:ext uri="{FF2B5EF4-FFF2-40B4-BE49-F238E27FC236}">
                <a16:creationId xmlns:a16="http://schemas.microsoft.com/office/drawing/2014/main" id="{C434FE2E-0889-2CB3-78B1-DE25BA6F82FC}"/>
              </a:ext>
            </a:extLst>
          </p:cNvPr>
          <p:cNvGrpSpPr/>
          <p:nvPr/>
        </p:nvGrpSpPr>
        <p:grpSpPr>
          <a:xfrm>
            <a:off x="6689663" y="4403096"/>
            <a:ext cx="5252623" cy="529877"/>
            <a:chOff x="6689663" y="3191442"/>
            <a:chExt cx="5252623" cy="529877"/>
          </a:xfrm>
        </p:grpSpPr>
        <p:sp>
          <p:nvSpPr>
            <p:cNvPr id="18" name="Rectangle: Rounded Corners 17">
              <a:extLst>
                <a:ext uri="{FF2B5EF4-FFF2-40B4-BE49-F238E27FC236}">
                  <a16:creationId xmlns:a16="http://schemas.microsoft.com/office/drawing/2014/main" id="{5D37DF3C-48C9-49FF-82B0-EF87094D4893}"/>
                </a:ext>
              </a:extLst>
            </p:cNvPr>
            <p:cNvSpPr/>
            <p:nvPr/>
          </p:nvSpPr>
          <p:spPr>
            <a:xfrm>
              <a:off x="7937542" y="3218821"/>
              <a:ext cx="3931920" cy="475118"/>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9" name="Arrow: Pentagon 18">
              <a:extLst>
                <a:ext uri="{FF2B5EF4-FFF2-40B4-BE49-F238E27FC236}">
                  <a16:creationId xmlns:a16="http://schemas.microsoft.com/office/drawing/2014/main" id="{F6B508F5-7907-A787-830E-C3E46CB003AD}"/>
                </a:ext>
              </a:extLst>
            </p:cNvPr>
            <p:cNvSpPr/>
            <p:nvPr/>
          </p:nvSpPr>
          <p:spPr>
            <a:xfrm>
              <a:off x="7036575" y="3218821"/>
              <a:ext cx="1532098" cy="475118"/>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20" name="TextBox 19">
              <a:extLst>
                <a:ext uri="{FF2B5EF4-FFF2-40B4-BE49-F238E27FC236}">
                  <a16:creationId xmlns:a16="http://schemas.microsoft.com/office/drawing/2014/main" id="{CAAB592A-4218-234B-EB79-AA057BB7D2E1}"/>
                </a:ext>
              </a:extLst>
            </p:cNvPr>
            <p:cNvSpPr txBox="1"/>
            <p:nvPr/>
          </p:nvSpPr>
          <p:spPr>
            <a:xfrm>
              <a:off x="7395424" y="3366933"/>
              <a:ext cx="1140447" cy="178894"/>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Vehicle</a:t>
              </a:r>
              <a:endParaRPr lang="en-GB" sz="1600" kern="1200" dirty="0" err="1">
                <a:solidFill>
                  <a:schemeClr val="bg1"/>
                </a:solidFill>
                <a:latin typeface="+mn-lt"/>
                <a:ea typeface="ＭＳ Ｐゴシック" charset="0"/>
              </a:endParaRPr>
            </a:p>
          </p:txBody>
        </p:sp>
        <p:sp>
          <p:nvSpPr>
            <p:cNvPr id="21" name="TextBox 20">
              <a:extLst>
                <a:ext uri="{FF2B5EF4-FFF2-40B4-BE49-F238E27FC236}">
                  <a16:creationId xmlns:a16="http://schemas.microsoft.com/office/drawing/2014/main" id="{098D4704-D5DA-5399-AC37-54D2ED7452F0}"/>
                </a:ext>
              </a:extLst>
            </p:cNvPr>
            <p:cNvSpPr txBox="1"/>
            <p:nvPr/>
          </p:nvSpPr>
          <p:spPr>
            <a:xfrm>
              <a:off x="8642229" y="3218822"/>
              <a:ext cx="3300057" cy="475117"/>
            </a:xfrm>
            <a:prstGeom prst="rect">
              <a:avLst/>
            </a:prstGeom>
            <a:noFill/>
          </p:spPr>
          <p:txBody>
            <a:bodyPr wrap="square" lIns="0" tIns="0" rIns="0" bIns="0" rtlCol="0">
              <a:noAutofit/>
            </a:bodyPr>
            <a:lstStyle>
              <a:defPPr>
                <a:defRPr lang="en-US"/>
              </a:defPPr>
              <a:lvl1pPr marL="182880" indent="-182880" defTabSz="912276" fontAlgn="base">
                <a:spcAft>
                  <a:spcPts val="1000"/>
                </a:spcAft>
                <a:buClr>
                  <a:schemeClr val="bg1"/>
                </a:buClr>
                <a:buSzPct val="100000"/>
                <a:buFont typeface="Arial" panose="020B0604020202020204" pitchFamily="34" charset="0"/>
                <a:buChar char="•"/>
                <a:defRPr sz="1200">
                  <a:solidFill>
                    <a:schemeClr val="bg1"/>
                  </a:solidFill>
                </a:defRPr>
              </a:lvl1pPr>
            </a:lstStyle>
            <a:p>
              <a:pPr marL="0" indent="0">
                <a:buNone/>
              </a:pPr>
              <a:r>
                <a:rPr lang="en-GB" sz="1000" dirty="0"/>
                <a:t>Standardizes the specific communication channel utilized (</a:t>
              </a:r>
              <a:r>
                <a:rPr lang="en-GB" sz="1000" b="1" dirty="0"/>
                <a:t>Email</a:t>
              </a:r>
              <a:r>
                <a:rPr lang="en-GB" sz="1000" dirty="0"/>
                <a:t>, </a:t>
              </a:r>
              <a:r>
                <a:rPr lang="en-GB" sz="1000" b="1" dirty="0"/>
                <a:t>Paid Social</a:t>
              </a:r>
              <a:r>
                <a:rPr lang="en-GB" sz="1000" dirty="0"/>
                <a:t>, </a:t>
              </a:r>
              <a:r>
                <a:rPr lang="en-GB" sz="1000" b="1" dirty="0"/>
                <a:t>Display</a:t>
              </a:r>
              <a:r>
                <a:rPr lang="en-GB" sz="1000" dirty="0"/>
                <a:t>). Ensuring clean normalized performance comparisons across channels.</a:t>
              </a:r>
            </a:p>
          </p:txBody>
        </p:sp>
        <p:sp>
          <p:nvSpPr>
            <p:cNvPr id="22" name="Oval 21">
              <a:extLst>
                <a:ext uri="{FF2B5EF4-FFF2-40B4-BE49-F238E27FC236}">
                  <a16:creationId xmlns:a16="http://schemas.microsoft.com/office/drawing/2014/main" id="{140EF192-3416-1BFD-09B8-E64B3643FBE0}"/>
                </a:ext>
              </a:extLst>
            </p:cNvPr>
            <p:cNvSpPr/>
            <p:nvPr/>
          </p:nvSpPr>
          <p:spPr>
            <a:xfrm>
              <a:off x="6689663" y="3191442"/>
              <a:ext cx="529877" cy="52987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4</a:t>
              </a:r>
              <a:endParaRPr lang="en-GB" dirty="0">
                <a:solidFill>
                  <a:schemeClr val="bg1"/>
                </a:solidFill>
              </a:endParaRPr>
            </a:p>
          </p:txBody>
        </p:sp>
      </p:grpSp>
      <p:grpSp>
        <p:nvGrpSpPr>
          <p:cNvPr id="23" name="Group 22">
            <a:extLst>
              <a:ext uri="{FF2B5EF4-FFF2-40B4-BE49-F238E27FC236}">
                <a16:creationId xmlns:a16="http://schemas.microsoft.com/office/drawing/2014/main" id="{74B0235B-DA22-D125-E398-004465FB8B6C}"/>
              </a:ext>
            </a:extLst>
          </p:cNvPr>
          <p:cNvGrpSpPr/>
          <p:nvPr/>
        </p:nvGrpSpPr>
        <p:grpSpPr>
          <a:xfrm>
            <a:off x="6689663" y="5445118"/>
            <a:ext cx="5179799" cy="529877"/>
            <a:chOff x="6775864" y="4491223"/>
            <a:chExt cx="5179799" cy="529877"/>
          </a:xfrm>
        </p:grpSpPr>
        <p:sp>
          <p:nvSpPr>
            <p:cNvPr id="24" name="Rectangle: Rounded Corners 23">
              <a:extLst>
                <a:ext uri="{FF2B5EF4-FFF2-40B4-BE49-F238E27FC236}">
                  <a16:creationId xmlns:a16="http://schemas.microsoft.com/office/drawing/2014/main" id="{0F66936E-56ED-D2EF-1407-DF314561279D}"/>
                </a:ext>
              </a:extLst>
            </p:cNvPr>
            <p:cNvSpPr/>
            <p:nvPr/>
          </p:nvSpPr>
          <p:spPr>
            <a:xfrm>
              <a:off x="8023743" y="4518602"/>
              <a:ext cx="3931920" cy="475118"/>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25" name="Arrow: Pentagon 24">
              <a:extLst>
                <a:ext uri="{FF2B5EF4-FFF2-40B4-BE49-F238E27FC236}">
                  <a16:creationId xmlns:a16="http://schemas.microsoft.com/office/drawing/2014/main" id="{B6179DA9-A949-240C-7F00-EF32ED097BB0}"/>
                </a:ext>
              </a:extLst>
            </p:cNvPr>
            <p:cNvSpPr/>
            <p:nvPr/>
          </p:nvSpPr>
          <p:spPr>
            <a:xfrm>
              <a:off x="7122776" y="4518602"/>
              <a:ext cx="1532098" cy="475118"/>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26" name="TextBox 25">
              <a:extLst>
                <a:ext uri="{FF2B5EF4-FFF2-40B4-BE49-F238E27FC236}">
                  <a16:creationId xmlns:a16="http://schemas.microsoft.com/office/drawing/2014/main" id="{F86F75BA-B0D1-80DB-9A5A-03097BED8BD8}"/>
                </a:ext>
              </a:extLst>
            </p:cNvPr>
            <p:cNvSpPr txBox="1"/>
            <p:nvPr/>
          </p:nvSpPr>
          <p:spPr>
            <a:xfrm>
              <a:off x="7481625" y="4666714"/>
              <a:ext cx="1140447" cy="178894"/>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Vendor</a:t>
              </a:r>
              <a:endParaRPr lang="en-GB" sz="1600" kern="1200" dirty="0" err="1">
                <a:solidFill>
                  <a:schemeClr val="bg1"/>
                </a:solidFill>
                <a:latin typeface="+mn-lt"/>
                <a:ea typeface="ＭＳ Ｐゴシック" charset="0"/>
              </a:endParaRPr>
            </a:p>
          </p:txBody>
        </p:sp>
        <p:sp>
          <p:nvSpPr>
            <p:cNvPr id="27" name="TextBox 26">
              <a:extLst>
                <a:ext uri="{FF2B5EF4-FFF2-40B4-BE49-F238E27FC236}">
                  <a16:creationId xmlns:a16="http://schemas.microsoft.com/office/drawing/2014/main" id="{E257F4E5-6E26-9E32-9280-26E4137E250C}"/>
                </a:ext>
              </a:extLst>
            </p:cNvPr>
            <p:cNvSpPr txBox="1"/>
            <p:nvPr/>
          </p:nvSpPr>
          <p:spPr>
            <a:xfrm>
              <a:off x="8728430" y="4518603"/>
              <a:ext cx="3155697" cy="475117"/>
            </a:xfrm>
            <a:prstGeom prst="rect">
              <a:avLst/>
            </a:prstGeom>
            <a:noFill/>
          </p:spPr>
          <p:txBody>
            <a:bodyPr wrap="square" lIns="0" tIns="0" rIns="0" bIns="0" rtlCol="0">
              <a:noAutofit/>
            </a:bodyPr>
            <a:lstStyle>
              <a:defPPr>
                <a:defRPr lang="en-US"/>
              </a:defPPr>
              <a:lvl1pPr marL="182880" indent="-182880" defTabSz="912276" fontAlgn="base">
                <a:spcAft>
                  <a:spcPts val="1000"/>
                </a:spcAft>
                <a:buClr>
                  <a:schemeClr val="bg1"/>
                </a:buClr>
                <a:buSzPct val="100000"/>
                <a:buFont typeface="Arial" panose="020B0604020202020204" pitchFamily="34" charset="0"/>
                <a:buChar char="•"/>
                <a:defRPr sz="1200">
                  <a:solidFill>
                    <a:schemeClr val="bg1"/>
                  </a:solidFill>
                </a:defRPr>
              </a:lvl1pPr>
            </a:lstStyle>
            <a:p>
              <a:pPr marL="0" indent="0">
                <a:buNone/>
              </a:pPr>
              <a:r>
                <a:rPr lang="en-GB" sz="1000" dirty="0"/>
                <a:t>Identifies the exact execution technology or publisher platform. This enables pinpoint tactical analysis of partner-level efficiency and ROI.</a:t>
              </a:r>
            </a:p>
          </p:txBody>
        </p:sp>
        <p:sp>
          <p:nvSpPr>
            <p:cNvPr id="28" name="Oval 27">
              <a:extLst>
                <a:ext uri="{FF2B5EF4-FFF2-40B4-BE49-F238E27FC236}">
                  <a16:creationId xmlns:a16="http://schemas.microsoft.com/office/drawing/2014/main" id="{9EE052A0-C46D-CB95-5848-4F486D4F0EC4}"/>
                </a:ext>
              </a:extLst>
            </p:cNvPr>
            <p:cNvSpPr/>
            <p:nvPr/>
          </p:nvSpPr>
          <p:spPr>
            <a:xfrm>
              <a:off x="6775864" y="4491223"/>
              <a:ext cx="529877" cy="52987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5</a:t>
              </a:r>
              <a:endParaRPr lang="en-GB" dirty="0">
                <a:solidFill>
                  <a:schemeClr val="bg1"/>
                </a:solidFill>
              </a:endParaRPr>
            </a:p>
          </p:txBody>
        </p:sp>
      </p:grpSp>
      <p:grpSp>
        <p:nvGrpSpPr>
          <p:cNvPr id="76" name="Group 75">
            <a:extLst>
              <a:ext uri="{FF2B5EF4-FFF2-40B4-BE49-F238E27FC236}">
                <a16:creationId xmlns:a16="http://schemas.microsoft.com/office/drawing/2014/main" id="{B76565B4-CDD6-A2A1-A889-F7A2062F61C1}"/>
              </a:ext>
            </a:extLst>
          </p:cNvPr>
          <p:cNvGrpSpPr/>
          <p:nvPr/>
        </p:nvGrpSpPr>
        <p:grpSpPr>
          <a:xfrm>
            <a:off x="6689663" y="2319050"/>
            <a:ext cx="5179799" cy="529877"/>
            <a:chOff x="6762487" y="5204194"/>
            <a:chExt cx="5179799" cy="529877"/>
          </a:xfrm>
        </p:grpSpPr>
        <p:sp>
          <p:nvSpPr>
            <p:cNvPr id="30" name="Rectangle: Rounded Corners 29">
              <a:extLst>
                <a:ext uri="{FF2B5EF4-FFF2-40B4-BE49-F238E27FC236}">
                  <a16:creationId xmlns:a16="http://schemas.microsoft.com/office/drawing/2014/main" id="{1DA2822F-9AA2-F658-953F-C6C8E02EA445}"/>
                </a:ext>
              </a:extLst>
            </p:cNvPr>
            <p:cNvSpPr/>
            <p:nvPr/>
          </p:nvSpPr>
          <p:spPr>
            <a:xfrm>
              <a:off x="8010366" y="5231573"/>
              <a:ext cx="3931920" cy="475118"/>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31" name="Arrow: Pentagon 30">
              <a:extLst>
                <a:ext uri="{FF2B5EF4-FFF2-40B4-BE49-F238E27FC236}">
                  <a16:creationId xmlns:a16="http://schemas.microsoft.com/office/drawing/2014/main" id="{48696530-653E-F66F-E135-471F24B4EEE3}"/>
                </a:ext>
              </a:extLst>
            </p:cNvPr>
            <p:cNvSpPr/>
            <p:nvPr/>
          </p:nvSpPr>
          <p:spPr>
            <a:xfrm>
              <a:off x="7109399" y="5231573"/>
              <a:ext cx="1532098" cy="475118"/>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32" name="TextBox 31">
              <a:extLst>
                <a:ext uri="{FF2B5EF4-FFF2-40B4-BE49-F238E27FC236}">
                  <a16:creationId xmlns:a16="http://schemas.microsoft.com/office/drawing/2014/main" id="{0D782197-BA4B-EB1F-9EA8-BEA579F891D0}"/>
                </a:ext>
              </a:extLst>
            </p:cNvPr>
            <p:cNvSpPr txBox="1"/>
            <p:nvPr/>
          </p:nvSpPr>
          <p:spPr>
            <a:xfrm>
              <a:off x="7468248" y="5379685"/>
              <a:ext cx="1140447" cy="178894"/>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Description</a:t>
              </a:r>
              <a:endParaRPr lang="en-GB" sz="1600" kern="1200" dirty="0" err="1">
                <a:solidFill>
                  <a:schemeClr val="bg1"/>
                </a:solidFill>
                <a:latin typeface="+mn-lt"/>
                <a:ea typeface="ＭＳ Ｐゴシック" charset="0"/>
              </a:endParaRPr>
            </a:p>
          </p:txBody>
        </p:sp>
        <p:sp>
          <p:nvSpPr>
            <p:cNvPr id="33" name="TextBox 32">
              <a:extLst>
                <a:ext uri="{FF2B5EF4-FFF2-40B4-BE49-F238E27FC236}">
                  <a16:creationId xmlns:a16="http://schemas.microsoft.com/office/drawing/2014/main" id="{D987DFBA-8868-99F0-AB89-AF6E58576196}"/>
                </a:ext>
              </a:extLst>
            </p:cNvPr>
            <p:cNvSpPr txBox="1"/>
            <p:nvPr/>
          </p:nvSpPr>
          <p:spPr>
            <a:xfrm>
              <a:off x="8715053" y="5293084"/>
              <a:ext cx="3155697" cy="352097"/>
            </a:xfrm>
            <a:prstGeom prst="rect">
              <a:avLst/>
            </a:prstGeom>
            <a:noFill/>
          </p:spPr>
          <p:txBody>
            <a:bodyPr wrap="square" lIns="0" tIns="0" rIns="0" bIns="0" rtlCol="0">
              <a:noAutofit/>
            </a:bodyPr>
            <a:lstStyle>
              <a:defPPr>
                <a:defRPr lang="en-US"/>
              </a:defPPr>
              <a:lvl1pPr marL="182880" indent="-182880" defTabSz="912276" fontAlgn="base">
                <a:spcAft>
                  <a:spcPts val="1000"/>
                </a:spcAft>
                <a:buClr>
                  <a:schemeClr val="bg1"/>
                </a:buClr>
                <a:buSzPct val="100000"/>
                <a:buFont typeface="Arial" panose="020B0604020202020204" pitchFamily="34" charset="0"/>
                <a:buChar char="•"/>
                <a:defRPr sz="1200">
                  <a:solidFill>
                    <a:schemeClr val="bg1"/>
                  </a:solidFill>
                </a:defRPr>
              </a:lvl1pPr>
            </a:lstStyle>
            <a:p>
              <a:pPr marL="0" indent="0">
                <a:buNone/>
              </a:pPr>
              <a:r>
                <a:rPr lang="en-GB" sz="1000" dirty="0"/>
                <a:t>Standardized naming convention of Type – Vehicle – Short Name</a:t>
              </a:r>
            </a:p>
          </p:txBody>
        </p:sp>
        <p:sp>
          <p:nvSpPr>
            <p:cNvPr id="34" name="Oval 33">
              <a:extLst>
                <a:ext uri="{FF2B5EF4-FFF2-40B4-BE49-F238E27FC236}">
                  <a16:creationId xmlns:a16="http://schemas.microsoft.com/office/drawing/2014/main" id="{FB52018B-30A3-1BCF-6848-E9ACA96F08A9}"/>
                </a:ext>
              </a:extLst>
            </p:cNvPr>
            <p:cNvSpPr/>
            <p:nvPr/>
          </p:nvSpPr>
          <p:spPr>
            <a:xfrm>
              <a:off x="6762487" y="5204194"/>
              <a:ext cx="529877" cy="52987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2</a:t>
              </a:r>
              <a:endParaRPr lang="en-GB" dirty="0">
                <a:solidFill>
                  <a:schemeClr val="bg1"/>
                </a:solidFill>
              </a:endParaRPr>
            </a:p>
          </p:txBody>
        </p:sp>
      </p:grpSp>
      <p:cxnSp>
        <p:nvCxnSpPr>
          <p:cNvPr id="35" name="Straight Connector 34">
            <a:extLst>
              <a:ext uri="{FF2B5EF4-FFF2-40B4-BE49-F238E27FC236}">
                <a16:creationId xmlns:a16="http://schemas.microsoft.com/office/drawing/2014/main" id="{6514A0F0-E3C2-6AEA-94F9-E8F077935DA2}"/>
              </a:ext>
            </a:extLst>
          </p:cNvPr>
          <p:cNvCxnSpPr>
            <a:cxnSpLocks/>
          </p:cNvCxnSpPr>
          <p:nvPr/>
        </p:nvCxnSpPr>
        <p:spPr>
          <a:xfrm>
            <a:off x="6456918" y="993089"/>
            <a:ext cx="0" cy="5120640"/>
          </a:xfrm>
          <a:prstGeom prst="line">
            <a:avLst/>
          </a:prstGeom>
          <a:noFill/>
          <a:ln w="44450">
            <a:gradFill>
              <a:gsLst>
                <a:gs pos="37000">
                  <a:srgbClr val="02C8FF"/>
                </a:gs>
                <a:gs pos="5000">
                  <a:srgbClr val="0A60FF"/>
                </a:gs>
                <a:gs pos="44000">
                  <a:srgbClr val="02C8FF"/>
                </a:gs>
                <a:gs pos="75000">
                  <a:srgbClr val="FF007F"/>
                </a:gs>
                <a:gs pos="95000">
                  <a:srgbClr val="FF9000"/>
                </a:gs>
              </a:gsLst>
              <a:lin ang="5400000" scaled="1"/>
            </a:gradFill>
            <a:prstDash val="solid"/>
          </a:ln>
          <a:effectLst/>
        </p:spPr>
        <p:style>
          <a:lnRef idx="2">
            <a:schemeClr val="accent1">
              <a:shade val="50000"/>
            </a:schemeClr>
          </a:lnRef>
          <a:fillRef idx="1">
            <a:schemeClr val="accent1"/>
          </a:fillRef>
          <a:effectRef idx="0">
            <a:schemeClr val="accent1"/>
          </a:effectRef>
          <a:fontRef idx="minor">
            <a:schemeClr val="lt1"/>
          </a:fontRef>
        </p:style>
      </p:cxnSp>
      <p:grpSp>
        <p:nvGrpSpPr>
          <p:cNvPr id="36" name="Group 35">
            <a:extLst>
              <a:ext uri="{FF2B5EF4-FFF2-40B4-BE49-F238E27FC236}">
                <a16:creationId xmlns:a16="http://schemas.microsoft.com/office/drawing/2014/main" id="{3B5E4026-649D-D334-88FB-1F1477B95651}"/>
              </a:ext>
            </a:extLst>
          </p:cNvPr>
          <p:cNvGrpSpPr/>
          <p:nvPr/>
        </p:nvGrpSpPr>
        <p:grpSpPr>
          <a:xfrm>
            <a:off x="958076" y="3429000"/>
            <a:ext cx="4522331" cy="2385032"/>
            <a:chOff x="323850" y="3780444"/>
            <a:chExt cx="3849972" cy="2103739"/>
          </a:xfrm>
        </p:grpSpPr>
        <p:grpSp>
          <p:nvGrpSpPr>
            <p:cNvPr id="37" name="Group 36">
              <a:extLst>
                <a:ext uri="{FF2B5EF4-FFF2-40B4-BE49-F238E27FC236}">
                  <a16:creationId xmlns:a16="http://schemas.microsoft.com/office/drawing/2014/main" id="{83E8FCCD-2D87-E514-7C6B-E8DD74B4E79A}"/>
                </a:ext>
              </a:extLst>
            </p:cNvPr>
            <p:cNvGrpSpPr/>
            <p:nvPr/>
          </p:nvGrpSpPr>
          <p:grpSpPr>
            <a:xfrm>
              <a:off x="1636579" y="5091000"/>
              <a:ext cx="1176519" cy="694163"/>
              <a:chOff x="5225124" y="4067734"/>
              <a:chExt cx="2267712" cy="1337983"/>
            </a:xfrm>
          </p:grpSpPr>
          <p:grpSp>
            <p:nvGrpSpPr>
              <p:cNvPr id="58" name="Group 57">
                <a:extLst>
                  <a:ext uri="{FF2B5EF4-FFF2-40B4-BE49-F238E27FC236}">
                    <a16:creationId xmlns:a16="http://schemas.microsoft.com/office/drawing/2014/main" id="{9FA24EC3-C1C0-E2F2-6DCD-08B9A6871FB1}"/>
                  </a:ext>
                </a:extLst>
              </p:cNvPr>
              <p:cNvGrpSpPr/>
              <p:nvPr/>
            </p:nvGrpSpPr>
            <p:grpSpPr>
              <a:xfrm>
                <a:off x="5225124" y="4067734"/>
                <a:ext cx="2267712" cy="1337983"/>
                <a:chOff x="2521324" y="4067735"/>
                <a:chExt cx="2267712" cy="1337983"/>
              </a:xfrm>
            </p:grpSpPr>
            <p:sp>
              <p:nvSpPr>
                <p:cNvPr id="60" name="Rectangle: Rounded Corners 59">
                  <a:extLst>
                    <a:ext uri="{FF2B5EF4-FFF2-40B4-BE49-F238E27FC236}">
                      <a16:creationId xmlns:a16="http://schemas.microsoft.com/office/drawing/2014/main" id="{93D338D2-5D57-4A06-E27F-F6DAB97AC3F3}"/>
                    </a:ext>
                  </a:extLst>
                </p:cNvPr>
                <p:cNvSpPr/>
                <p:nvPr/>
              </p:nvSpPr>
              <p:spPr>
                <a:xfrm>
                  <a:off x="2522266" y="4067735"/>
                  <a:ext cx="2265829" cy="1337983"/>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cxnSp>
              <p:nvCxnSpPr>
                <p:cNvPr id="61" name="Straight Connector 60">
                  <a:extLst>
                    <a:ext uri="{FF2B5EF4-FFF2-40B4-BE49-F238E27FC236}">
                      <a16:creationId xmlns:a16="http://schemas.microsoft.com/office/drawing/2014/main" id="{8973D99F-3CED-9653-BD13-09DA09DBB628}"/>
                    </a:ext>
                  </a:extLst>
                </p:cNvPr>
                <p:cNvCxnSpPr>
                  <a:cxnSpLocks/>
                </p:cNvCxnSpPr>
                <p:nvPr/>
              </p:nvCxnSpPr>
              <p:spPr>
                <a:xfrm>
                  <a:off x="2521324" y="4492235"/>
                  <a:ext cx="2267712" cy="0"/>
                </a:xfrm>
                <a:prstGeom prst="line">
                  <a:avLst/>
                </a:prstGeom>
                <a:noFill/>
                <a:ln w="79375">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sp>
              <p:nvSpPr>
                <p:cNvPr id="62" name="TextBox 61">
                  <a:extLst>
                    <a:ext uri="{FF2B5EF4-FFF2-40B4-BE49-F238E27FC236}">
                      <a16:creationId xmlns:a16="http://schemas.microsoft.com/office/drawing/2014/main" id="{DCCB3727-FC68-AE77-0402-38DCB1F4D0F3}"/>
                    </a:ext>
                  </a:extLst>
                </p:cNvPr>
                <p:cNvSpPr txBox="1"/>
                <p:nvPr/>
              </p:nvSpPr>
              <p:spPr>
                <a:xfrm>
                  <a:off x="2959295" y="4067735"/>
                  <a:ext cx="1391771" cy="349623"/>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kern="1200" dirty="0">
                      <a:solidFill>
                        <a:schemeClr val="accent3"/>
                      </a:solidFill>
                      <a:latin typeface="+mn-lt"/>
                      <a:ea typeface="ＭＳ Ｐゴシック" charset="0"/>
                    </a:rPr>
                    <a:t>Vehicle</a:t>
                  </a:r>
                  <a:endParaRPr lang="en-GB" sz="1000" kern="1200" dirty="0" err="1">
                    <a:solidFill>
                      <a:schemeClr val="accent3"/>
                    </a:solidFill>
                    <a:latin typeface="+mn-lt"/>
                    <a:ea typeface="ＭＳ Ｐゴシック" charset="0"/>
                  </a:endParaRPr>
                </a:p>
              </p:txBody>
            </p:sp>
            <p:sp>
              <p:nvSpPr>
                <p:cNvPr id="63" name="TextBox 62">
                  <a:extLst>
                    <a:ext uri="{FF2B5EF4-FFF2-40B4-BE49-F238E27FC236}">
                      <a16:creationId xmlns:a16="http://schemas.microsoft.com/office/drawing/2014/main" id="{D53A60DD-DA1A-9869-C33F-098B909EB479}"/>
                    </a:ext>
                  </a:extLst>
                </p:cNvPr>
                <p:cNvSpPr txBox="1"/>
                <p:nvPr/>
              </p:nvSpPr>
              <p:spPr>
                <a:xfrm>
                  <a:off x="2767025" y="4628544"/>
                  <a:ext cx="1776311" cy="576384"/>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dirty="0">
                      <a:solidFill>
                        <a:schemeClr val="bg1"/>
                      </a:solidFill>
                      <a:ea typeface="ＭＳ Ｐゴシック" charset="0"/>
                    </a:rPr>
                    <a:t>Email</a:t>
                  </a:r>
                  <a:endParaRPr lang="en-GB" sz="1000" kern="1200" dirty="0" err="1">
                    <a:solidFill>
                      <a:schemeClr val="bg1"/>
                    </a:solidFill>
                    <a:latin typeface="+mn-lt"/>
                    <a:ea typeface="ＭＳ Ｐゴシック" charset="0"/>
                  </a:endParaRPr>
                </a:p>
              </p:txBody>
            </p:sp>
          </p:grpSp>
          <p:pic>
            <p:nvPicPr>
              <p:cNvPr id="59" name="Graphic 58" descr="Processor with solid fill">
                <a:extLst>
                  <a:ext uri="{FF2B5EF4-FFF2-40B4-BE49-F238E27FC236}">
                    <a16:creationId xmlns:a16="http://schemas.microsoft.com/office/drawing/2014/main" id="{466C0955-4B5B-6C93-2EBB-8DC3E7F81BD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71355" y="4079929"/>
                <a:ext cx="400110" cy="400110"/>
              </a:xfrm>
              <a:prstGeom prst="rect">
                <a:avLst/>
              </a:prstGeom>
            </p:spPr>
          </p:pic>
        </p:grpSp>
        <p:grpSp>
          <p:nvGrpSpPr>
            <p:cNvPr id="38" name="Group 37">
              <a:extLst>
                <a:ext uri="{FF2B5EF4-FFF2-40B4-BE49-F238E27FC236}">
                  <a16:creationId xmlns:a16="http://schemas.microsoft.com/office/drawing/2014/main" id="{65C7EB50-0D44-5ABF-83C6-3B8F771B3410}"/>
                </a:ext>
              </a:extLst>
            </p:cNvPr>
            <p:cNvGrpSpPr/>
            <p:nvPr/>
          </p:nvGrpSpPr>
          <p:grpSpPr>
            <a:xfrm>
              <a:off x="2890285" y="5091000"/>
              <a:ext cx="1176519" cy="694163"/>
              <a:chOff x="7928924" y="4067733"/>
              <a:chExt cx="2267712" cy="1337983"/>
            </a:xfrm>
          </p:grpSpPr>
          <p:grpSp>
            <p:nvGrpSpPr>
              <p:cNvPr id="52" name="Group 51">
                <a:extLst>
                  <a:ext uri="{FF2B5EF4-FFF2-40B4-BE49-F238E27FC236}">
                    <a16:creationId xmlns:a16="http://schemas.microsoft.com/office/drawing/2014/main" id="{977EF600-9D0C-45B4-7E70-3117EFE1E0ED}"/>
                  </a:ext>
                </a:extLst>
              </p:cNvPr>
              <p:cNvGrpSpPr/>
              <p:nvPr/>
            </p:nvGrpSpPr>
            <p:grpSpPr>
              <a:xfrm>
                <a:off x="7928924" y="4067733"/>
                <a:ext cx="2267712" cy="1337983"/>
                <a:chOff x="2521324" y="4067735"/>
                <a:chExt cx="2267712" cy="1337983"/>
              </a:xfrm>
            </p:grpSpPr>
            <p:sp>
              <p:nvSpPr>
                <p:cNvPr id="54" name="Rectangle: Rounded Corners 53">
                  <a:extLst>
                    <a:ext uri="{FF2B5EF4-FFF2-40B4-BE49-F238E27FC236}">
                      <a16:creationId xmlns:a16="http://schemas.microsoft.com/office/drawing/2014/main" id="{58A10DCD-3659-551A-F2AF-24CF100046F4}"/>
                    </a:ext>
                  </a:extLst>
                </p:cNvPr>
                <p:cNvSpPr/>
                <p:nvPr/>
              </p:nvSpPr>
              <p:spPr>
                <a:xfrm>
                  <a:off x="2522266" y="4067735"/>
                  <a:ext cx="2265829" cy="1337983"/>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cxnSp>
              <p:nvCxnSpPr>
                <p:cNvPr id="55" name="Straight Connector 54">
                  <a:extLst>
                    <a:ext uri="{FF2B5EF4-FFF2-40B4-BE49-F238E27FC236}">
                      <a16:creationId xmlns:a16="http://schemas.microsoft.com/office/drawing/2014/main" id="{4984D929-209E-862D-60D4-9DE6DB5F43AD}"/>
                    </a:ext>
                  </a:extLst>
                </p:cNvPr>
                <p:cNvCxnSpPr>
                  <a:cxnSpLocks/>
                </p:cNvCxnSpPr>
                <p:nvPr/>
              </p:nvCxnSpPr>
              <p:spPr>
                <a:xfrm>
                  <a:off x="2521324" y="4492235"/>
                  <a:ext cx="2267712" cy="0"/>
                </a:xfrm>
                <a:prstGeom prst="line">
                  <a:avLst/>
                </a:prstGeom>
                <a:noFill/>
                <a:ln w="79375">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sp>
              <p:nvSpPr>
                <p:cNvPr id="56" name="TextBox 55">
                  <a:extLst>
                    <a:ext uri="{FF2B5EF4-FFF2-40B4-BE49-F238E27FC236}">
                      <a16:creationId xmlns:a16="http://schemas.microsoft.com/office/drawing/2014/main" id="{C1731E53-1C9D-A5B6-A7EA-F3CB18E27EDF}"/>
                    </a:ext>
                  </a:extLst>
                </p:cNvPr>
                <p:cNvSpPr txBox="1"/>
                <p:nvPr/>
              </p:nvSpPr>
              <p:spPr>
                <a:xfrm>
                  <a:off x="2959295" y="4067735"/>
                  <a:ext cx="1391771" cy="349623"/>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kern="1200" dirty="0">
                      <a:solidFill>
                        <a:schemeClr val="accent4"/>
                      </a:solidFill>
                      <a:latin typeface="+mn-lt"/>
                      <a:ea typeface="ＭＳ Ｐゴシック" charset="0"/>
                    </a:rPr>
                    <a:t>Vendor</a:t>
                  </a:r>
                  <a:endParaRPr lang="en-GB" sz="1000" kern="1200" dirty="0" err="1">
                    <a:solidFill>
                      <a:schemeClr val="accent4"/>
                    </a:solidFill>
                    <a:latin typeface="+mn-lt"/>
                    <a:ea typeface="ＭＳ Ｐゴシック" charset="0"/>
                  </a:endParaRPr>
                </a:p>
              </p:txBody>
            </p:sp>
            <p:sp>
              <p:nvSpPr>
                <p:cNvPr id="57" name="TextBox 56">
                  <a:extLst>
                    <a:ext uri="{FF2B5EF4-FFF2-40B4-BE49-F238E27FC236}">
                      <a16:creationId xmlns:a16="http://schemas.microsoft.com/office/drawing/2014/main" id="{F8718BFB-052E-CA25-1DCC-4C7A4EABBC9D}"/>
                    </a:ext>
                  </a:extLst>
                </p:cNvPr>
                <p:cNvSpPr txBox="1"/>
                <p:nvPr/>
              </p:nvSpPr>
              <p:spPr>
                <a:xfrm>
                  <a:off x="2767025" y="4628544"/>
                  <a:ext cx="1776311" cy="576384"/>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kern="1200" dirty="0">
                      <a:solidFill>
                        <a:schemeClr val="bg1"/>
                      </a:solidFill>
                      <a:latin typeface="+mn-lt"/>
                      <a:ea typeface="ＭＳ Ｐゴシック" charset="0"/>
                    </a:rPr>
                    <a:t>Eloqua</a:t>
                  </a:r>
                  <a:endParaRPr lang="en-GB" sz="1000" kern="1200" dirty="0" err="1">
                    <a:solidFill>
                      <a:schemeClr val="bg1"/>
                    </a:solidFill>
                    <a:latin typeface="+mn-lt"/>
                    <a:ea typeface="ＭＳ Ｐゴシック" charset="0"/>
                  </a:endParaRPr>
                </a:p>
              </p:txBody>
            </p:sp>
          </p:grpSp>
          <p:pic>
            <p:nvPicPr>
              <p:cNvPr id="53" name="Graphic 52" descr="Circles with arrows with solid fill">
                <a:extLst>
                  <a:ext uri="{FF2B5EF4-FFF2-40B4-BE49-F238E27FC236}">
                    <a16:creationId xmlns:a16="http://schemas.microsoft.com/office/drawing/2014/main" id="{92BFAA90-BA61-D1CC-8514-6FFDF8C2664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000955" y="4079928"/>
                <a:ext cx="400110" cy="400110"/>
              </a:xfrm>
              <a:prstGeom prst="rect">
                <a:avLst/>
              </a:prstGeom>
            </p:spPr>
          </p:pic>
        </p:grpSp>
        <p:grpSp>
          <p:nvGrpSpPr>
            <p:cNvPr id="39" name="Group 38">
              <a:extLst>
                <a:ext uri="{FF2B5EF4-FFF2-40B4-BE49-F238E27FC236}">
                  <a16:creationId xmlns:a16="http://schemas.microsoft.com/office/drawing/2014/main" id="{5D508A39-45D8-1447-A87E-CD182AE53D2D}"/>
                </a:ext>
              </a:extLst>
            </p:cNvPr>
            <p:cNvGrpSpPr/>
            <p:nvPr/>
          </p:nvGrpSpPr>
          <p:grpSpPr>
            <a:xfrm>
              <a:off x="382874" y="5087615"/>
              <a:ext cx="1176518" cy="700932"/>
              <a:chOff x="2521324" y="4054687"/>
              <a:chExt cx="2267712" cy="1351031"/>
            </a:xfrm>
          </p:grpSpPr>
          <p:grpSp>
            <p:nvGrpSpPr>
              <p:cNvPr id="46" name="Group 45">
                <a:extLst>
                  <a:ext uri="{FF2B5EF4-FFF2-40B4-BE49-F238E27FC236}">
                    <a16:creationId xmlns:a16="http://schemas.microsoft.com/office/drawing/2014/main" id="{9284D2A7-F0DF-992E-8BB7-7667E0783A41}"/>
                  </a:ext>
                </a:extLst>
              </p:cNvPr>
              <p:cNvGrpSpPr/>
              <p:nvPr/>
            </p:nvGrpSpPr>
            <p:grpSpPr>
              <a:xfrm>
                <a:off x="2521324" y="4067735"/>
                <a:ext cx="2267712" cy="1337983"/>
                <a:chOff x="2521324" y="4067735"/>
                <a:chExt cx="2267712" cy="1337983"/>
              </a:xfrm>
            </p:grpSpPr>
            <p:sp>
              <p:nvSpPr>
                <p:cNvPr id="48" name="Rectangle: Rounded Corners 47">
                  <a:extLst>
                    <a:ext uri="{FF2B5EF4-FFF2-40B4-BE49-F238E27FC236}">
                      <a16:creationId xmlns:a16="http://schemas.microsoft.com/office/drawing/2014/main" id="{2104771A-EF03-9CB3-4C90-7A20BDB96614}"/>
                    </a:ext>
                  </a:extLst>
                </p:cNvPr>
                <p:cNvSpPr/>
                <p:nvPr/>
              </p:nvSpPr>
              <p:spPr>
                <a:xfrm>
                  <a:off x="2522266" y="4067735"/>
                  <a:ext cx="2265829" cy="1337983"/>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cxnSp>
              <p:nvCxnSpPr>
                <p:cNvPr id="49" name="Straight Connector 48">
                  <a:extLst>
                    <a:ext uri="{FF2B5EF4-FFF2-40B4-BE49-F238E27FC236}">
                      <a16:creationId xmlns:a16="http://schemas.microsoft.com/office/drawing/2014/main" id="{466EC09D-BD55-E093-7F8A-643E18F3F201}"/>
                    </a:ext>
                  </a:extLst>
                </p:cNvPr>
                <p:cNvCxnSpPr>
                  <a:cxnSpLocks/>
                </p:cNvCxnSpPr>
                <p:nvPr/>
              </p:nvCxnSpPr>
              <p:spPr>
                <a:xfrm>
                  <a:off x="2521324" y="4492235"/>
                  <a:ext cx="2267712" cy="0"/>
                </a:xfrm>
                <a:prstGeom prst="line">
                  <a:avLst/>
                </a:prstGeom>
                <a:noFill/>
                <a:ln w="79375">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sp>
              <p:nvSpPr>
                <p:cNvPr id="50" name="TextBox 49">
                  <a:extLst>
                    <a:ext uri="{FF2B5EF4-FFF2-40B4-BE49-F238E27FC236}">
                      <a16:creationId xmlns:a16="http://schemas.microsoft.com/office/drawing/2014/main" id="{7502F760-7260-D5D3-6EB6-41AFEB8170AB}"/>
                    </a:ext>
                  </a:extLst>
                </p:cNvPr>
                <p:cNvSpPr txBox="1"/>
                <p:nvPr/>
              </p:nvSpPr>
              <p:spPr>
                <a:xfrm>
                  <a:off x="2959295" y="4067735"/>
                  <a:ext cx="1391771" cy="349623"/>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dirty="0">
                      <a:solidFill>
                        <a:schemeClr val="accent2"/>
                      </a:solidFill>
                      <a:ea typeface="ＭＳ Ｐゴシック" charset="0"/>
                    </a:rPr>
                    <a:t>Type</a:t>
                  </a:r>
                  <a:endParaRPr lang="en-GB" sz="1000" kern="1200" dirty="0" err="1">
                    <a:solidFill>
                      <a:schemeClr val="accent2"/>
                    </a:solidFill>
                    <a:latin typeface="+mn-lt"/>
                    <a:ea typeface="ＭＳ Ｐゴシック" charset="0"/>
                  </a:endParaRPr>
                </a:p>
              </p:txBody>
            </p:sp>
            <p:sp>
              <p:nvSpPr>
                <p:cNvPr id="51" name="TextBox 50">
                  <a:extLst>
                    <a:ext uri="{FF2B5EF4-FFF2-40B4-BE49-F238E27FC236}">
                      <a16:creationId xmlns:a16="http://schemas.microsoft.com/office/drawing/2014/main" id="{9EAF7204-B7E3-9CD8-5B57-8E7B417EF92C}"/>
                    </a:ext>
                  </a:extLst>
                </p:cNvPr>
                <p:cNvSpPr txBox="1"/>
                <p:nvPr/>
              </p:nvSpPr>
              <p:spPr>
                <a:xfrm>
                  <a:off x="2767025" y="4628544"/>
                  <a:ext cx="1776311" cy="576384"/>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kern="1200" dirty="0">
                      <a:solidFill>
                        <a:schemeClr val="bg1"/>
                      </a:solidFill>
                      <a:latin typeface="+mn-lt"/>
                      <a:ea typeface="ＭＳ Ｐゴシック" charset="0"/>
                    </a:rPr>
                    <a:t>Owned</a:t>
                  </a:r>
                  <a:endParaRPr lang="en-GB" sz="1000" kern="1200" dirty="0" err="1">
                    <a:solidFill>
                      <a:schemeClr val="bg1"/>
                    </a:solidFill>
                    <a:latin typeface="+mn-lt"/>
                    <a:ea typeface="ＭＳ Ｐゴシック" charset="0"/>
                  </a:endParaRPr>
                </a:p>
              </p:txBody>
            </p:sp>
          </p:grpSp>
          <p:pic>
            <p:nvPicPr>
              <p:cNvPr id="47" name="Graphic 46" descr="Cycle with people with solid fill">
                <a:extLst>
                  <a:ext uri="{FF2B5EF4-FFF2-40B4-BE49-F238E27FC236}">
                    <a16:creationId xmlns:a16="http://schemas.microsoft.com/office/drawing/2014/main" id="{3CD44783-3503-FF43-3C70-6E6302147AE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646830" y="4054687"/>
                <a:ext cx="400110" cy="400110"/>
              </a:xfrm>
              <a:prstGeom prst="rect">
                <a:avLst/>
              </a:prstGeom>
            </p:spPr>
          </p:pic>
        </p:grpSp>
        <p:sp>
          <p:nvSpPr>
            <p:cNvPr id="40" name="TextBox 39">
              <a:extLst>
                <a:ext uri="{FF2B5EF4-FFF2-40B4-BE49-F238E27FC236}">
                  <a16:creationId xmlns:a16="http://schemas.microsoft.com/office/drawing/2014/main" id="{681AB750-96B9-A2E4-6159-5BB1688DA786}"/>
                </a:ext>
              </a:extLst>
            </p:cNvPr>
            <p:cNvSpPr txBox="1"/>
            <p:nvPr/>
          </p:nvSpPr>
          <p:spPr>
            <a:xfrm>
              <a:off x="510347" y="4567321"/>
              <a:ext cx="3192786" cy="449576"/>
            </a:xfrm>
            <a:prstGeom prst="rect">
              <a:avLst/>
            </a:prstGeom>
            <a:noFill/>
          </p:spPr>
          <p:txBody>
            <a:bodyPr wrap="square" lIns="0" tIns="0" rIns="0" bIns="0" rtlCol="0">
              <a:noAutofit/>
            </a:bodyPr>
            <a:lstStyle/>
            <a:p>
              <a:pPr defTabSz="912276" fontAlgn="base">
                <a:buClr>
                  <a:schemeClr val="bg1"/>
                </a:buClr>
                <a:buSzPct val="100000"/>
              </a:pPr>
              <a:r>
                <a:rPr lang="en-GB" sz="1000" b="1" dirty="0">
                  <a:solidFill>
                    <a:schemeClr val="bg1"/>
                  </a:solidFill>
                  <a:ea typeface="ＭＳ Ｐゴシック" charset="0"/>
                </a:rPr>
                <a:t>Description: </a:t>
              </a:r>
            </a:p>
            <a:p>
              <a:pPr marL="285750" indent="-285750" defTabSz="912276" fontAlgn="base">
                <a:buClr>
                  <a:schemeClr val="bg1"/>
                </a:buClr>
                <a:buSzPct val="100000"/>
                <a:buFont typeface="Arial" panose="020B0604020202020204" pitchFamily="34" charset="0"/>
                <a:buChar char="•"/>
              </a:pPr>
              <a:r>
                <a:rPr lang="en-US" sz="1000" dirty="0">
                  <a:solidFill>
                    <a:schemeClr val="accent2"/>
                  </a:solidFill>
                </a:rPr>
                <a:t>Owned - Email - Eloqua Campaign Emails</a:t>
              </a:r>
              <a:endParaRPr lang="en-GB" sz="1000" dirty="0">
                <a:solidFill>
                  <a:schemeClr val="accent2"/>
                </a:solidFill>
              </a:endParaRPr>
            </a:p>
          </p:txBody>
        </p:sp>
        <p:sp>
          <p:nvSpPr>
            <p:cNvPr id="41" name="Freeform: Shape 40">
              <a:extLst>
                <a:ext uri="{FF2B5EF4-FFF2-40B4-BE49-F238E27FC236}">
                  <a16:creationId xmlns:a16="http://schemas.microsoft.com/office/drawing/2014/main" id="{5A3692C7-DB5A-A3D1-4B88-B507FB35D50D}"/>
                </a:ext>
              </a:extLst>
            </p:cNvPr>
            <p:cNvSpPr/>
            <p:nvPr/>
          </p:nvSpPr>
          <p:spPr>
            <a:xfrm>
              <a:off x="323850" y="4064000"/>
              <a:ext cx="3849972" cy="1820183"/>
            </a:xfrm>
            <a:custGeom>
              <a:avLst/>
              <a:gdLst>
                <a:gd name="csX0" fmla="*/ 267512 w 3849972"/>
                <a:gd name="csY0" fmla="*/ 0 h 1820183"/>
                <a:gd name="csX1" fmla="*/ 286249 w 3849972"/>
                <a:gd name="csY1" fmla="*/ 0 h 1820183"/>
                <a:gd name="csX2" fmla="*/ 286249 w 3849972"/>
                <a:gd name="csY2" fmla="*/ 192434 h 1820183"/>
                <a:gd name="csX3" fmla="*/ 380769 w 3849972"/>
                <a:gd name="csY3" fmla="*/ 286954 h 1820183"/>
                <a:gd name="csX4" fmla="*/ 2647559 w 3849972"/>
                <a:gd name="csY4" fmla="*/ 286954 h 1820183"/>
                <a:gd name="csX5" fmla="*/ 2742079 w 3849972"/>
                <a:gd name="csY5" fmla="*/ 192434 h 1820183"/>
                <a:gd name="csX6" fmla="*/ 2742079 w 3849972"/>
                <a:gd name="csY6" fmla="*/ 0 h 1820183"/>
                <a:gd name="csX7" fmla="*/ 3582460 w 3849972"/>
                <a:gd name="csY7" fmla="*/ 0 h 1820183"/>
                <a:gd name="csX8" fmla="*/ 3849972 w 3849972"/>
                <a:gd name="csY8" fmla="*/ 267512 h 1820183"/>
                <a:gd name="csX9" fmla="*/ 3849972 w 3849972"/>
                <a:gd name="csY9" fmla="*/ 1552671 h 1820183"/>
                <a:gd name="csX10" fmla="*/ 3582460 w 3849972"/>
                <a:gd name="csY10" fmla="*/ 1820183 h 1820183"/>
                <a:gd name="csX11" fmla="*/ 267512 w 3849972"/>
                <a:gd name="csY11" fmla="*/ 1820183 h 1820183"/>
                <a:gd name="csX12" fmla="*/ 0 w 3849972"/>
                <a:gd name="csY12" fmla="*/ 1552671 h 1820183"/>
                <a:gd name="csX13" fmla="*/ 0 w 3849972"/>
                <a:gd name="csY13" fmla="*/ 267512 h 1820183"/>
                <a:gd name="csX14" fmla="*/ 267512 w 3849972"/>
                <a:gd name="csY14" fmla="*/ 0 h 182018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849972" h="1820183">
                  <a:moveTo>
                    <a:pt x="267512" y="0"/>
                  </a:moveTo>
                  <a:lnTo>
                    <a:pt x="286249" y="0"/>
                  </a:lnTo>
                  <a:lnTo>
                    <a:pt x="286249" y="192434"/>
                  </a:lnTo>
                  <a:cubicBezTo>
                    <a:pt x="286249" y="244636"/>
                    <a:pt x="328567" y="286954"/>
                    <a:pt x="380769" y="286954"/>
                  </a:cubicBezTo>
                  <a:lnTo>
                    <a:pt x="2647559" y="286954"/>
                  </a:lnTo>
                  <a:cubicBezTo>
                    <a:pt x="2699761" y="286954"/>
                    <a:pt x="2742079" y="244636"/>
                    <a:pt x="2742079" y="192434"/>
                  </a:cubicBezTo>
                  <a:lnTo>
                    <a:pt x="2742079" y="0"/>
                  </a:lnTo>
                  <a:lnTo>
                    <a:pt x="3582460" y="0"/>
                  </a:lnTo>
                  <a:cubicBezTo>
                    <a:pt x="3730203" y="0"/>
                    <a:pt x="3849972" y="119769"/>
                    <a:pt x="3849972" y="267512"/>
                  </a:cubicBezTo>
                  <a:lnTo>
                    <a:pt x="3849972" y="1552671"/>
                  </a:lnTo>
                  <a:cubicBezTo>
                    <a:pt x="3849972" y="1700414"/>
                    <a:pt x="3730203" y="1820183"/>
                    <a:pt x="3582460" y="1820183"/>
                  </a:cubicBezTo>
                  <a:lnTo>
                    <a:pt x="267512" y="1820183"/>
                  </a:lnTo>
                  <a:cubicBezTo>
                    <a:pt x="119769" y="1820183"/>
                    <a:pt x="0" y="1700414"/>
                    <a:pt x="0" y="1552671"/>
                  </a:cubicBezTo>
                  <a:lnTo>
                    <a:pt x="0" y="267512"/>
                  </a:lnTo>
                  <a:cubicBezTo>
                    <a:pt x="0" y="119769"/>
                    <a:pt x="119769" y="0"/>
                    <a:pt x="267512" y="0"/>
                  </a:cubicBezTo>
                  <a:close/>
                </a:path>
              </a:pathLst>
            </a:cu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wrap="square"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grpSp>
          <p:nvGrpSpPr>
            <p:cNvPr id="42" name="Group 41">
              <a:extLst>
                <a:ext uri="{FF2B5EF4-FFF2-40B4-BE49-F238E27FC236}">
                  <a16:creationId xmlns:a16="http://schemas.microsoft.com/office/drawing/2014/main" id="{83BC954A-91CB-5DB5-F730-52781199221F}"/>
                </a:ext>
              </a:extLst>
            </p:cNvPr>
            <p:cNvGrpSpPr/>
            <p:nvPr/>
          </p:nvGrpSpPr>
          <p:grpSpPr>
            <a:xfrm>
              <a:off x="610099" y="3780444"/>
              <a:ext cx="2455830" cy="567111"/>
              <a:chOff x="610099" y="3780444"/>
              <a:chExt cx="2455830" cy="567111"/>
            </a:xfrm>
          </p:grpSpPr>
          <p:sp>
            <p:nvSpPr>
              <p:cNvPr id="43" name="Rectangle: Rounded Corners 42">
                <a:extLst>
                  <a:ext uri="{FF2B5EF4-FFF2-40B4-BE49-F238E27FC236}">
                    <a16:creationId xmlns:a16="http://schemas.microsoft.com/office/drawing/2014/main" id="{4B420BD3-E729-17C5-9160-C3C7E74F0E04}"/>
                  </a:ext>
                </a:extLst>
              </p:cNvPr>
              <p:cNvSpPr/>
              <p:nvPr/>
            </p:nvSpPr>
            <p:spPr>
              <a:xfrm>
                <a:off x="610099" y="3780444"/>
                <a:ext cx="2455830" cy="567111"/>
              </a:xfrm>
              <a:prstGeom prst="roundRect">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GB" dirty="0">
                  <a:solidFill>
                    <a:schemeClr val="bg1"/>
                  </a:solidFill>
                </a:endParaRPr>
              </a:p>
            </p:txBody>
          </p:sp>
          <p:sp>
            <p:nvSpPr>
              <p:cNvPr id="44" name="TextBox 43">
                <a:extLst>
                  <a:ext uri="{FF2B5EF4-FFF2-40B4-BE49-F238E27FC236}">
                    <a16:creationId xmlns:a16="http://schemas.microsoft.com/office/drawing/2014/main" id="{E04816A6-F86D-5674-6026-32D56374EE2D}"/>
                  </a:ext>
                </a:extLst>
              </p:cNvPr>
              <p:cNvSpPr txBox="1"/>
              <p:nvPr/>
            </p:nvSpPr>
            <p:spPr>
              <a:xfrm>
                <a:off x="1187998" y="3877989"/>
                <a:ext cx="1616557" cy="372021"/>
              </a:xfrm>
              <a:prstGeom prst="rect">
                <a:avLst/>
              </a:prstGeom>
              <a:noFill/>
            </p:spPr>
            <p:txBody>
              <a:bodyPr wrap="square" lIns="0" tIns="0" rIns="0" bIns="0" rtlCol="0">
                <a:noAutofit/>
              </a:bodyPr>
              <a:lstStyle/>
              <a:p>
                <a:pPr defTabSz="912276" fontAlgn="base">
                  <a:spcAft>
                    <a:spcPts val="1000"/>
                  </a:spcAft>
                  <a:buClr>
                    <a:schemeClr val="bg1"/>
                  </a:buClr>
                  <a:buSzPct val="100000"/>
                </a:pPr>
                <a:r>
                  <a:rPr lang="en-GB" dirty="0">
                    <a:solidFill>
                      <a:schemeClr val="bg1"/>
                    </a:solidFill>
                  </a:rPr>
                  <a:t>oemels001119</a:t>
                </a:r>
                <a:endParaRPr lang="en-GB" sz="2400" kern="1200" dirty="0">
                  <a:solidFill>
                    <a:schemeClr val="bg1"/>
                  </a:solidFill>
                  <a:latin typeface="+mn-lt"/>
                  <a:ea typeface="ＭＳ Ｐゴシック" charset="0"/>
                </a:endParaRPr>
              </a:p>
            </p:txBody>
          </p:sp>
          <p:pic>
            <p:nvPicPr>
              <p:cNvPr id="45" name="dark2" descr="Steering Wheel with solid fill">
                <a:extLst>
                  <a:ext uri="{FF2B5EF4-FFF2-40B4-BE49-F238E27FC236}">
                    <a16:creationId xmlns:a16="http://schemas.microsoft.com/office/drawing/2014/main" id="{ABA36556-E4DF-1295-559C-03A829824A5C}"/>
                  </a:ext>
                </a:extLst>
              </p:cNvPr>
              <p:cNvPicPr>
                <a:picLocks noChangeAspect="1"/>
              </p:cNvPicPr>
              <p:nvPr>
                <p:custDataLst>
                  <p:tags r:id="rId1"/>
                </p:custDataLst>
              </p:nvPr>
            </p:nvPicPr>
            <p:blipFill>
              <a:blip>
                <a:extLst>
                  <a:ext uri="{96DAC541-7B7A-43D3-8B79-37D633B846F1}">
                    <asvg:svgBlip xmlns:asvg="http://schemas.microsoft.com/office/drawing/2016/SVG/main" r:embed="rId6"/>
                  </a:ext>
                </a:extLst>
              </a:blip>
              <a:srcRect/>
              <a:stretch/>
            </p:blipFill>
            <p:spPr>
              <a:xfrm>
                <a:off x="638202" y="3835399"/>
                <a:ext cx="457200" cy="457200"/>
              </a:xfrm>
              <a:prstGeom prst="rect">
                <a:avLst/>
              </a:prstGeom>
            </p:spPr>
          </p:pic>
        </p:grpSp>
      </p:grpSp>
      <p:sp>
        <p:nvSpPr>
          <p:cNvPr id="64" name="Oval 63">
            <a:extLst>
              <a:ext uri="{FF2B5EF4-FFF2-40B4-BE49-F238E27FC236}">
                <a16:creationId xmlns:a16="http://schemas.microsoft.com/office/drawing/2014/main" id="{AAF247B8-3DE7-CFBB-DFF4-53E6121D72F6}"/>
              </a:ext>
            </a:extLst>
          </p:cNvPr>
          <p:cNvSpPr/>
          <p:nvPr/>
        </p:nvSpPr>
        <p:spPr>
          <a:xfrm>
            <a:off x="3744312" y="3547674"/>
            <a:ext cx="274320" cy="274320"/>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sz="1100" dirty="0">
                <a:solidFill>
                  <a:schemeClr val="bg1"/>
                </a:solidFill>
              </a:rPr>
              <a:t>1</a:t>
            </a:r>
            <a:endParaRPr lang="en-GB" sz="1100" dirty="0">
              <a:solidFill>
                <a:schemeClr val="bg1"/>
              </a:solidFill>
            </a:endParaRPr>
          </a:p>
        </p:txBody>
      </p:sp>
      <p:sp>
        <p:nvSpPr>
          <p:cNvPr id="65" name="Oval 64">
            <a:extLst>
              <a:ext uri="{FF2B5EF4-FFF2-40B4-BE49-F238E27FC236}">
                <a16:creationId xmlns:a16="http://schemas.microsoft.com/office/drawing/2014/main" id="{795EF0FB-72E1-8B7F-5ACF-0B698A71A269}"/>
              </a:ext>
            </a:extLst>
          </p:cNvPr>
          <p:cNvSpPr/>
          <p:nvPr/>
        </p:nvSpPr>
        <p:spPr>
          <a:xfrm>
            <a:off x="567384" y="4341239"/>
            <a:ext cx="274320" cy="274320"/>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sz="1100" dirty="0">
                <a:solidFill>
                  <a:schemeClr val="bg1"/>
                </a:solidFill>
              </a:rPr>
              <a:t>2</a:t>
            </a:r>
            <a:endParaRPr lang="en-GB" sz="1100" dirty="0">
              <a:solidFill>
                <a:schemeClr val="bg1"/>
              </a:solidFill>
            </a:endParaRPr>
          </a:p>
        </p:txBody>
      </p:sp>
      <p:sp>
        <p:nvSpPr>
          <p:cNvPr id="66" name="Oval 65">
            <a:extLst>
              <a:ext uri="{FF2B5EF4-FFF2-40B4-BE49-F238E27FC236}">
                <a16:creationId xmlns:a16="http://schemas.microsoft.com/office/drawing/2014/main" id="{D5E32485-91FF-9DB7-E7D0-C2228E4B007B}"/>
              </a:ext>
            </a:extLst>
          </p:cNvPr>
          <p:cNvSpPr/>
          <p:nvPr/>
        </p:nvSpPr>
        <p:spPr>
          <a:xfrm>
            <a:off x="1458689" y="5939092"/>
            <a:ext cx="274320" cy="274320"/>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sz="1100" dirty="0">
                <a:solidFill>
                  <a:schemeClr val="bg1"/>
                </a:solidFill>
              </a:rPr>
              <a:t>3</a:t>
            </a:r>
            <a:endParaRPr lang="en-GB" sz="1100" dirty="0">
              <a:solidFill>
                <a:schemeClr val="bg1"/>
              </a:solidFill>
            </a:endParaRPr>
          </a:p>
        </p:txBody>
      </p:sp>
      <p:sp>
        <p:nvSpPr>
          <p:cNvPr id="67" name="Oval 66">
            <a:extLst>
              <a:ext uri="{FF2B5EF4-FFF2-40B4-BE49-F238E27FC236}">
                <a16:creationId xmlns:a16="http://schemas.microsoft.com/office/drawing/2014/main" id="{E56A91B0-3CA9-502A-CEC3-4294BE8D446D}"/>
              </a:ext>
            </a:extLst>
          </p:cNvPr>
          <p:cNvSpPr/>
          <p:nvPr/>
        </p:nvSpPr>
        <p:spPr>
          <a:xfrm>
            <a:off x="2944921" y="5939092"/>
            <a:ext cx="274320" cy="274320"/>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sz="1100" dirty="0">
                <a:solidFill>
                  <a:schemeClr val="bg1"/>
                </a:solidFill>
              </a:rPr>
              <a:t>4</a:t>
            </a:r>
            <a:endParaRPr lang="en-GB" sz="1100" dirty="0">
              <a:solidFill>
                <a:schemeClr val="bg1"/>
              </a:solidFill>
            </a:endParaRPr>
          </a:p>
        </p:txBody>
      </p:sp>
      <p:sp>
        <p:nvSpPr>
          <p:cNvPr id="68" name="Oval 67">
            <a:extLst>
              <a:ext uri="{FF2B5EF4-FFF2-40B4-BE49-F238E27FC236}">
                <a16:creationId xmlns:a16="http://schemas.microsoft.com/office/drawing/2014/main" id="{4A8323A3-F709-942F-19D5-835EAFF482B0}"/>
              </a:ext>
            </a:extLst>
          </p:cNvPr>
          <p:cNvSpPr/>
          <p:nvPr/>
        </p:nvSpPr>
        <p:spPr>
          <a:xfrm>
            <a:off x="4526546" y="5939092"/>
            <a:ext cx="274320" cy="274320"/>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sz="1100" dirty="0">
                <a:solidFill>
                  <a:schemeClr val="bg1"/>
                </a:solidFill>
              </a:rPr>
              <a:t>5</a:t>
            </a:r>
            <a:endParaRPr lang="en-GB" sz="1100" dirty="0">
              <a:solidFill>
                <a:schemeClr val="bg1"/>
              </a:solidFill>
            </a:endParaRPr>
          </a:p>
        </p:txBody>
      </p:sp>
      <p:sp>
        <p:nvSpPr>
          <p:cNvPr id="69" name="TextBox 68">
            <a:extLst>
              <a:ext uri="{FF2B5EF4-FFF2-40B4-BE49-F238E27FC236}">
                <a16:creationId xmlns:a16="http://schemas.microsoft.com/office/drawing/2014/main" id="{4A2BB300-977B-2B63-09E6-2E76B02A4F8A}"/>
              </a:ext>
            </a:extLst>
          </p:cNvPr>
          <p:cNvSpPr txBox="1"/>
          <p:nvPr/>
        </p:nvSpPr>
        <p:spPr>
          <a:xfrm>
            <a:off x="738708" y="1108518"/>
            <a:ext cx="4834841" cy="2135834"/>
          </a:xfrm>
          <a:prstGeom prst="rect">
            <a:avLst/>
          </a:prstGeom>
          <a:noFill/>
        </p:spPr>
        <p:txBody>
          <a:bodyPr wrap="square" lIns="0" tIns="0" rIns="0" bIns="0" rtlCol="0" anchor="ctr">
            <a:noAutofit/>
          </a:bodyPr>
          <a:lstStyle/>
          <a:p>
            <a:pPr algn="ctr"/>
            <a:r>
              <a:rPr lang="en-GB" sz="1600" b="1" cap="all" dirty="0">
                <a:solidFill>
                  <a:schemeClr val="bg1"/>
                </a:solidFill>
              </a:rPr>
              <a:t>The Traffic blueprint</a:t>
            </a:r>
          </a:p>
          <a:p>
            <a:pPr algn="ctr"/>
            <a:endParaRPr lang="en-GB" sz="1400" b="1" cap="all" dirty="0">
              <a:solidFill>
                <a:schemeClr val="bg1"/>
              </a:solidFill>
            </a:endParaRPr>
          </a:p>
          <a:p>
            <a:pPr algn="ctr"/>
            <a:r>
              <a:rPr lang="en-GB" sz="1400" dirty="0">
                <a:solidFill>
                  <a:schemeClr val="bg1"/>
                </a:solidFill>
              </a:rPr>
              <a:t>The </a:t>
            </a:r>
            <a:r>
              <a:rPr lang="en-GB" sz="1400" b="1" dirty="0">
                <a:solidFill>
                  <a:schemeClr val="bg1"/>
                </a:solidFill>
              </a:rPr>
              <a:t>Drive To ID</a:t>
            </a:r>
            <a:r>
              <a:rPr lang="en-GB" sz="1400" dirty="0">
                <a:solidFill>
                  <a:schemeClr val="bg1"/>
                </a:solidFill>
              </a:rPr>
              <a:t> serves as a standard, reusable taxonomy blueprint that explicitly defines the target audience, messaging, and execution channel. By providing the foundational data required for channel-level operational reporting, it optimizes marketing spend for maximum ROI while powering both the HVE and MSP reporting frameworks to accurately credit the digital entry points driving customer action.</a:t>
            </a:r>
          </a:p>
        </p:txBody>
      </p:sp>
    </p:spTree>
    <p:extLst>
      <p:ext uri="{BB962C8B-B14F-4D97-AF65-F5344CB8AC3E}">
        <p14:creationId xmlns:p14="http://schemas.microsoft.com/office/powerpoint/2010/main" val="40033783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8F29A0-730A-4B57-B46F-AAA0988D46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DFB7154-9499-0ED4-EC46-A76106156CB8}"/>
              </a:ext>
            </a:extLst>
          </p:cNvPr>
          <p:cNvSpPr>
            <a:spLocks noGrp="1"/>
          </p:cNvSpPr>
          <p:nvPr>
            <p:ph type="title"/>
          </p:nvPr>
        </p:nvSpPr>
        <p:spPr/>
        <p:txBody>
          <a:bodyPr/>
          <a:lstStyle/>
          <a:p>
            <a:r>
              <a:rPr lang="en-US" dirty="0"/>
              <a:t>Structure of an Offer ID</a:t>
            </a:r>
            <a:endParaRPr lang="en-GB" dirty="0"/>
          </a:p>
        </p:txBody>
      </p:sp>
      <p:grpSp>
        <p:nvGrpSpPr>
          <p:cNvPr id="5" name="Group 4">
            <a:extLst>
              <a:ext uri="{FF2B5EF4-FFF2-40B4-BE49-F238E27FC236}">
                <a16:creationId xmlns:a16="http://schemas.microsoft.com/office/drawing/2014/main" id="{ACCDE123-2432-DAD5-6518-2BCDB86165F2}"/>
              </a:ext>
            </a:extLst>
          </p:cNvPr>
          <p:cNvGrpSpPr/>
          <p:nvPr/>
        </p:nvGrpSpPr>
        <p:grpSpPr>
          <a:xfrm>
            <a:off x="6689663" y="1277027"/>
            <a:ext cx="5179799" cy="529877"/>
            <a:chOff x="6689663" y="2085046"/>
            <a:chExt cx="5179799" cy="529877"/>
          </a:xfrm>
        </p:grpSpPr>
        <p:sp>
          <p:nvSpPr>
            <p:cNvPr id="6" name="Rectangle: Rounded Corners 5">
              <a:extLst>
                <a:ext uri="{FF2B5EF4-FFF2-40B4-BE49-F238E27FC236}">
                  <a16:creationId xmlns:a16="http://schemas.microsoft.com/office/drawing/2014/main" id="{7CDA11B7-5690-1A47-1285-767E8B029F9D}"/>
                </a:ext>
              </a:extLst>
            </p:cNvPr>
            <p:cNvSpPr/>
            <p:nvPr/>
          </p:nvSpPr>
          <p:spPr>
            <a:xfrm>
              <a:off x="7937542" y="2112425"/>
              <a:ext cx="3931920" cy="475118"/>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7" name="Arrow: Pentagon 6">
              <a:extLst>
                <a:ext uri="{FF2B5EF4-FFF2-40B4-BE49-F238E27FC236}">
                  <a16:creationId xmlns:a16="http://schemas.microsoft.com/office/drawing/2014/main" id="{4FFE9F76-7371-7438-7F63-566BD7783F35}"/>
                </a:ext>
              </a:extLst>
            </p:cNvPr>
            <p:cNvSpPr/>
            <p:nvPr/>
          </p:nvSpPr>
          <p:spPr>
            <a:xfrm>
              <a:off x="7036575" y="2112425"/>
              <a:ext cx="1532098" cy="475118"/>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8" name="TextBox 7">
              <a:extLst>
                <a:ext uri="{FF2B5EF4-FFF2-40B4-BE49-F238E27FC236}">
                  <a16:creationId xmlns:a16="http://schemas.microsoft.com/office/drawing/2014/main" id="{DDD4122A-025D-25C2-9221-7DD41CD10E59}"/>
                </a:ext>
              </a:extLst>
            </p:cNvPr>
            <p:cNvSpPr txBox="1"/>
            <p:nvPr/>
          </p:nvSpPr>
          <p:spPr>
            <a:xfrm>
              <a:off x="7395424" y="2260537"/>
              <a:ext cx="1140447" cy="178894"/>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OID</a:t>
              </a:r>
              <a:endParaRPr lang="en-GB" sz="1600" kern="1200" dirty="0" err="1">
                <a:solidFill>
                  <a:schemeClr val="bg1"/>
                </a:solidFill>
                <a:latin typeface="+mn-lt"/>
                <a:ea typeface="ＭＳ Ｐゴシック" charset="0"/>
              </a:endParaRPr>
            </a:p>
          </p:txBody>
        </p:sp>
        <p:sp>
          <p:nvSpPr>
            <p:cNvPr id="9" name="TextBox 8">
              <a:extLst>
                <a:ext uri="{FF2B5EF4-FFF2-40B4-BE49-F238E27FC236}">
                  <a16:creationId xmlns:a16="http://schemas.microsoft.com/office/drawing/2014/main" id="{3BE14B0D-2CC4-7BD9-ADA1-7408E5060FF8}"/>
                </a:ext>
              </a:extLst>
            </p:cNvPr>
            <p:cNvSpPr txBox="1"/>
            <p:nvPr/>
          </p:nvSpPr>
          <p:spPr>
            <a:xfrm>
              <a:off x="8642230" y="2184234"/>
              <a:ext cx="3155696" cy="313848"/>
            </a:xfrm>
            <a:prstGeom prst="rect">
              <a:avLst/>
            </a:prstGeom>
            <a:noFill/>
          </p:spPr>
          <p:txBody>
            <a:bodyPr wrap="square" lIns="0" tIns="0" rIns="0" bIns="0" rtlCol="0">
              <a:noAutofit/>
            </a:bodyPr>
            <a:lstStyle>
              <a:defPPr>
                <a:defRPr lang="en-US"/>
              </a:defPPr>
              <a:lvl1pPr marL="182880" indent="-182880" defTabSz="912276" fontAlgn="base">
                <a:spcAft>
                  <a:spcPts val="1000"/>
                </a:spcAft>
                <a:buClr>
                  <a:schemeClr val="bg1"/>
                </a:buClr>
                <a:buSzPct val="100000"/>
                <a:buFont typeface="Arial" panose="020B0604020202020204" pitchFamily="34" charset="0"/>
                <a:buChar char="•"/>
                <a:defRPr sz="1200">
                  <a:solidFill>
                    <a:schemeClr val="bg1"/>
                  </a:solidFill>
                </a:defRPr>
              </a:lvl1pPr>
            </a:lstStyle>
            <a:p>
              <a:pPr marL="0" indent="0">
                <a:buNone/>
              </a:pPr>
              <a:r>
                <a:rPr lang="en-GB" sz="1000" dirty="0"/>
                <a:t>Automatically generated code that uniquely tracks this asset across all digital systems.</a:t>
              </a:r>
            </a:p>
          </p:txBody>
        </p:sp>
        <p:sp>
          <p:nvSpPr>
            <p:cNvPr id="10" name="Oval 9">
              <a:extLst>
                <a:ext uri="{FF2B5EF4-FFF2-40B4-BE49-F238E27FC236}">
                  <a16:creationId xmlns:a16="http://schemas.microsoft.com/office/drawing/2014/main" id="{EC11D1D7-1164-E6E5-2549-1F8C4BB6856E}"/>
                </a:ext>
              </a:extLst>
            </p:cNvPr>
            <p:cNvSpPr/>
            <p:nvPr/>
          </p:nvSpPr>
          <p:spPr>
            <a:xfrm>
              <a:off x="6689663" y="2085046"/>
              <a:ext cx="529877" cy="52987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1</a:t>
              </a:r>
              <a:endParaRPr lang="en-GB" dirty="0">
                <a:solidFill>
                  <a:schemeClr val="bg1"/>
                </a:solidFill>
              </a:endParaRPr>
            </a:p>
          </p:txBody>
        </p:sp>
      </p:grpSp>
      <p:grpSp>
        <p:nvGrpSpPr>
          <p:cNvPr id="11" name="Group 10">
            <a:extLst>
              <a:ext uri="{FF2B5EF4-FFF2-40B4-BE49-F238E27FC236}">
                <a16:creationId xmlns:a16="http://schemas.microsoft.com/office/drawing/2014/main" id="{8921FCE3-8447-39FA-1413-74ADEE493544}"/>
              </a:ext>
            </a:extLst>
          </p:cNvPr>
          <p:cNvGrpSpPr/>
          <p:nvPr/>
        </p:nvGrpSpPr>
        <p:grpSpPr>
          <a:xfrm>
            <a:off x="6689663" y="3361073"/>
            <a:ext cx="5323040" cy="529877"/>
            <a:chOff x="6689663" y="2850599"/>
            <a:chExt cx="5179799" cy="529877"/>
          </a:xfrm>
        </p:grpSpPr>
        <p:sp>
          <p:nvSpPr>
            <p:cNvPr id="12" name="Rectangle: Rounded Corners 11">
              <a:extLst>
                <a:ext uri="{FF2B5EF4-FFF2-40B4-BE49-F238E27FC236}">
                  <a16:creationId xmlns:a16="http://schemas.microsoft.com/office/drawing/2014/main" id="{F10241C8-DB2B-C27B-AC84-2FAD8C5CAB1B}"/>
                </a:ext>
              </a:extLst>
            </p:cNvPr>
            <p:cNvSpPr/>
            <p:nvPr/>
          </p:nvSpPr>
          <p:spPr>
            <a:xfrm>
              <a:off x="7937542" y="2877978"/>
              <a:ext cx="3931920" cy="475118"/>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3" name="Arrow: Pentagon 12">
              <a:extLst>
                <a:ext uri="{FF2B5EF4-FFF2-40B4-BE49-F238E27FC236}">
                  <a16:creationId xmlns:a16="http://schemas.microsoft.com/office/drawing/2014/main" id="{2893C2BD-402E-568A-1EEE-590BDDD151FB}"/>
                </a:ext>
              </a:extLst>
            </p:cNvPr>
            <p:cNvSpPr/>
            <p:nvPr/>
          </p:nvSpPr>
          <p:spPr>
            <a:xfrm>
              <a:off x="7036575" y="2877978"/>
              <a:ext cx="1532098" cy="475118"/>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4" name="TextBox 13">
              <a:extLst>
                <a:ext uri="{FF2B5EF4-FFF2-40B4-BE49-F238E27FC236}">
                  <a16:creationId xmlns:a16="http://schemas.microsoft.com/office/drawing/2014/main" id="{6B7FE96B-2E59-392C-2B49-5D27A3B5B186}"/>
                </a:ext>
              </a:extLst>
            </p:cNvPr>
            <p:cNvSpPr txBox="1"/>
            <p:nvPr/>
          </p:nvSpPr>
          <p:spPr>
            <a:xfrm>
              <a:off x="7395424" y="3026090"/>
              <a:ext cx="1140447" cy="178894"/>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Type</a:t>
              </a:r>
              <a:endParaRPr lang="en-GB" sz="1600" kern="1200" dirty="0" err="1">
                <a:solidFill>
                  <a:schemeClr val="bg1"/>
                </a:solidFill>
                <a:latin typeface="+mn-lt"/>
                <a:ea typeface="ＭＳ Ｐゴシック" charset="0"/>
              </a:endParaRPr>
            </a:p>
          </p:txBody>
        </p:sp>
        <p:sp>
          <p:nvSpPr>
            <p:cNvPr id="15" name="TextBox 14">
              <a:extLst>
                <a:ext uri="{FF2B5EF4-FFF2-40B4-BE49-F238E27FC236}">
                  <a16:creationId xmlns:a16="http://schemas.microsoft.com/office/drawing/2014/main" id="{BE49222B-2DA1-FC8D-B621-1686A36776D0}"/>
                </a:ext>
              </a:extLst>
            </p:cNvPr>
            <p:cNvSpPr txBox="1"/>
            <p:nvPr/>
          </p:nvSpPr>
          <p:spPr>
            <a:xfrm>
              <a:off x="8642230" y="2877979"/>
              <a:ext cx="3211254" cy="475117"/>
            </a:xfrm>
            <a:prstGeom prst="rect">
              <a:avLst/>
            </a:prstGeom>
            <a:noFill/>
          </p:spPr>
          <p:txBody>
            <a:bodyPr wrap="square" lIns="0" tIns="0" rIns="0" bIns="0" rtlCol="0">
              <a:noAutofit/>
            </a:bodyPr>
            <a:lstStyle>
              <a:defPPr>
                <a:defRPr lang="en-US"/>
              </a:defPPr>
              <a:lvl1pPr marL="182880" indent="-182880" defTabSz="912276" fontAlgn="base">
                <a:spcAft>
                  <a:spcPts val="1000"/>
                </a:spcAft>
                <a:buClr>
                  <a:schemeClr val="bg1"/>
                </a:buClr>
                <a:buSzPct val="100000"/>
                <a:buFont typeface="Arial" panose="020B0604020202020204" pitchFamily="34" charset="0"/>
                <a:buChar char="•"/>
                <a:defRPr sz="1200">
                  <a:solidFill>
                    <a:schemeClr val="bg1"/>
                  </a:solidFill>
                </a:defRPr>
              </a:lvl1pPr>
            </a:lstStyle>
            <a:p>
              <a:pPr marL="0" indent="0">
                <a:buNone/>
              </a:pPr>
              <a:r>
                <a:rPr lang="en-GB" sz="1000" dirty="0"/>
                <a:t>Categorizes the delivery format of the asset—such as a Demo, or Webinar—allowing marketing teams to analyse which types of gated experiences convert best.</a:t>
              </a:r>
            </a:p>
          </p:txBody>
        </p:sp>
        <p:sp>
          <p:nvSpPr>
            <p:cNvPr id="16" name="Oval 15">
              <a:extLst>
                <a:ext uri="{FF2B5EF4-FFF2-40B4-BE49-F238E27FC236}">
                  <a16:creationId xmlns:a16="http://schemas.microsoft.com/office/drawing/2014/main" id="{1D49E52C-D03D-BC60-37A6-4AF22A1F3844}"/>
                </a:ext>
              </a:extLst>
            </p:cNvPr>
            <p:cNvSpPr/>
            <p:nvPr/>
          </p:nvSpPr>
          <p:spPr>
            <a:xfrm>
              <a:off x="6689663" y="2850599"/>
              <a:ext cx="529877" cy="52987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3</a:t>
              </a:r>
              <a:endParaRPr lang="en-GB" dirty="0">
                <a:solidFill>
                  <a:schemeClr val="bg1"/>
                </a:solidFill>
              </a:endParaRPr>
            </a:p>
          </p:txBody>
        </p:sp>
      </p:grpSp>
      <p:grpSp>
        <p:nvGrpSpPr>
          <p:cNvPr id="36" name="Group 35">
            <a:extLst>
              <a:ext uri="{FF2B5EF4-FFF2-40B4-BE49-F238E27FC236}">
                <a16:creationId xmlns:a16="http://schemas.microsoft.com/office/drawing/2014/main" id="{8E5FB1EA-B594-C58C-3E22-FAC027B8E31E}"/>
              </a:ext>
            </a:extLst>
          </p:cNvPr>
          <p:cNvGrpSpPr/>
          <p:nvPr/>
        </p:nvGrpSpPr>
        <p:grpSpPr>
          <a:xfrm>
            <a:off x="6689663" y="4403096"/>
            <a:ext cx="5252623" cy="529877"/>
            <a:chOff x="6689663" y="4403096"/>
            <a:chExt cx="5252623" cy="529877"/>
          </a:xfrm>
        </p:grpSpPr>
        <p:sp>
          <p:nvSpPr>
            <p:cNvPr id="18" name="Rectangle: Rounded Corners 17">
              <a:extLst>
                <a:ext uri="{FF2B5EF4-FFF2-40B4-BE49-F238E27FC236}">
                  <a16:creationId xmlns:a16="http://schemas.microsoft.com/office/drawing/2014/main" id="{210F694A-1C76-8F3E-096A-185261C96F78}"/>
                </a:ext>
              </a:extLst>
            </p:cNvPr>
            <p:cNvSpPr/>
            <p:nvPr/>
          </p:nvSpPr>
          <p:spPr>
            <a:xfrm>
              <a:off x="7937542" y="4430475"/>
              <a:ext cx="3931920" cy="475118"/>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9" name="Arrow: Pentagon 18">
              <a:extLst>
                <a:ext uri="{FF2B5EF4-FFF2-40B4-BE49-F238E27FC236}">
                  <a16:creationId xmlns:a16="http://schemas.microsoft.com/office/drawing/2014/main" id="{1BF83BDA-DE27-8BDB-BCF9-6F202C5B79DD}"/>
                </a:ext>
              </a:extLst>
            </p:cNvPr>
            <p:cNvSpPr/>
            <p:nvPr/>
          </p:nvSpPr>
          <p:spPr>
            <a:xfrm>
              <a:off x="7036575" y="4430475"/>
              <a:ext cx="1532098" cy="475118"/>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20" name="TextBox 19">
              <a:extLst>
                <a:ext uri="{FF2B5EF4-FFF2-40B4-BE49-F238E27FC236}">
                  <a16:creationId xmlns:a16="http://schemas.microsoft.com/office/drawing/2014/main" id="{322D12E2-C06B-4AAA-9C85-6B20C2EFA8F1}"/>
                </a:ext>
              </a:extLst>
            </p:cNvPr>
            <p:cNvSpPr txBox="1"/>
            <p:nvPr/>
          </p:nvSpPr>
          <p:spPr>
            <a:xfrm>
              <a:off x="7395424" y="4578587"/>
              <a:ext cx="1140447" cy="178894"/>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Language</a:t>
              </a:r>
              <a:endParaRPr lang="en-GB" sz="1600" kern="1200" dirty="0" err="1">
                <a:solidFill>
                  <a:schemeClr val="bg1"/>
                </a:solidFill>
                <a:latin typeface="+mn-lt"/>
                <a:ea typeface="ＭＳ Ｐゴシック" charset="0"/>
              </a:endParaRPr>
            </a:p>
          </p:txBody>
        </p:sp>
        <p:sp>
          <p:nvSpPr>
            <p:cNvPr id="21" name="TextBox 20">
              <a:extLst>
                <a:ext uri="{FF2B5EF4-FFF2-40B4-BE49-F238E27FC236}">
                  <a16:creationId xmlns:a16="http://schemas.microsoft.com/office/drawing/2014/main" id="{59C383F5-D226-7C2B-DF2A-EF02B66E3549}"/>
                </a:ext>
              </a:extLst>
            </p:cNvPr>
            <p:cNvSpPr txBox="1"/>
            <p:nvPr/>
          </p:nvSpPr>
          <p:spPr>
            <a:xfrm>
              <a:off x="8642229" y="4504532"/>
              <a:ext cx="3300057" cy="327005"/>
            </a:xfrm>
            <a:prstGeom prst="rect">
              <a:avLst/>
            </a:prstGeom>
            <a:noFill/>
          </p:spPr>
          <p:txBody>
            <a:bodyPr wrap="square" lIns="0" tIns="0" rIns="0" bIns="0" rtlCol="0">
              <a:noAutofit/>
            </a:bodyPr>
            <a:lstStyle>
              <a:defPPr>
                <a:defRPr lang="en-US"/>
              </a:defPPr>
              <a:lvl1pPr indent="0" defTabSz="912276" fontAlgn="base">
                <a:spcAft>
                  <a:spcPts val="1000"/>
                </a:spcAft>
                <a:buClr>
                  <a:schemeClr val="bg1"/>
                </a:buClr>
                <a:buSzPct val="100000"/>
                <a:buFont typeface="Arial" panose="020B0604020202020204" pitchFamily="34" charset="0"/>
                <a:buNone/>
                <a:defRPr sz="1000">
                  <a:solidFill>
                    <a:schemeClr val="bg1"/>
                  </a:solidFill>
                </a:defRPr>
              </a:lvl1pPr>
            </a:lstStyle>
            <a:p>
              <a:r>
                <a:rPr lang="en-US" altLang="en-US" dirty="0"/>
                <a:t>Denotes the localized language version of the asset, ensuring accurate global reporting</a:t>
              </a:r>
              <a:r>
                <a:rPr lang="en-GB" dirty="0"/>
                <a:t>.</a:t>
              </a:r>
            </a:p>
          </p:txBody>
        </p:sp>
        <p:sp>
          <p:nvSpPr>
            <p:cNvPr id="22" name="Oval 21">
              <a:extLst>
                <a:ext uri="{FF2B5EF4-FFF2-40B4-BE49-F238E27FC236}">
                  <a16:creationId xmlns:a16="http://schemas.microsoft.com/office/drawing/2014/main" id="{09D3956B-3810-45C6-53CD-1C2D84979B7E}"/>
                </a:ext>
              </a:extLst>
            </p:cNvPr>
            <p:cNvSpPr/>
            <p:nvPr/>
          </p:nvSpPr>
          <p:spPr>
            <a:xfrm>
              <a:off x="6689663" y="4403096"/>
              <a:ext cx="529877" cy="52987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4</a:t>
              </a:r>
              <a:endParaRPr lang="en-GB" dirty="0">
                <a:solidFill>
                  <a:schemeClr val="bg1"/>
                </a:solidFill>
              </a:endParaRPr>
            </a:p>
          </p:txBody>
        </p:sp>
      </p:grpSp>
      <p:grpSp>
        <p:nvGrpSpPr>
          <p:cNvPr id="23" name="Group 22">
            <a:extLst>
              <a:ext uri="{FF2B5EF4-FFF2-40B4-BE49-F238E27FC236}">
                <a16:creationId xmlns:a16="http://schemas.microsoft.com/office/drawing/2014/main" id="{3869386C-B962-D28F-C468-0E94B080DDA8}"/>
              </a:ext>
            </a:extLst>
          </p:cNvPr>
          <p:cNvGrpSpPr/>
          <p:nvPr/>
        </p:nvGrpSpPr>
        <p:grpSpPr>
          <a:xfrm>
            <a:off x="6689663" y="5445118"/>
            <a:ext cx="5179799" cy="529877"/>
            <a:chOff x="6775864" y="4491223"/>
            <a:chExt cx="5179799" cy="529877"/>
          </a:xfrm>
        </p:grpSpPr>
        <p:sp>
          <p:nvSpPr>
            <p:cNvPr id="24" name="Rectangle: Rounded Corners 23">
              <a:extLst>
                <a:ext uri="{FF2B5EF4-FFF2-40B4-BE49-F238E27FC236}">
                  <a16:creationId xmlns:a16="http://schemas.microsoft.com/office/drawing/2014/main" id="{F33490DA-899E-4E06-239F-0F5BC01641CA}"/>
                </a:ext>
              </a:extLst>
            </p:cNvPr>
            <p:cNvSpPr/>
            <p:nvPr/>
          </p:nvSpPr>
          <p:spPr>
            <a:xfrm>
              <a:off x="8023743" y="4518602"/>
              <a:ext cx="3931920" cy="475118"/>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25" name="Arrow: Pentagon 24">
              <a:extLst>
                <a:ext uri="{FF2B5EF4-FFF2-40B4-BE49-F238E27FC236}">
                  <a16:creationId xmlns:a16="http://schemas.microsoft.com/office/drawing/2014/main" id="{685ECC23-4A18-BE08-FC3C-58CE2A8C1F61}"/>
                </a:ext>
              </a:extLst>
            </p:cNvPr>
            <p:cNvSpPr/>
            <p:nvPr/>
          </p:nvSpPr>
          <p:spPr>
            <a:xfrm>
              <a:off x="7122776" y="4518602"/>
              <a:ext cx="1532098" cy="475118"/>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26" name="TextBox 25">
              <a:extLst>
                <a:ext uri="{FF2B5EF4-FFF2-40B4-BE49-F238E27FC236}">
                  <a16:creationId xmlns:a16="http://schemas.microsoft.com/office/drawing/2014/main" id="{C41544FF-1F56-D8B6-5C31-CE0658192ACF}"/>
                </a:ext>
              </a:extLst>
            </p:cNvPr>
            <p:cNvSpPr txBox="1"/>
            <p:nvPr/>
          </p:nvSpPr>
          <p:spPr>
            <a:xfrm>
              <a:off x="7481625" y="4666714"/>
              <a:ext cx="1140447" cy="178894"/>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Activity ID</a:t>
              </a:r>
              <a:endParaRPr lang="en-GB" sz="1600" kern="1200" dirty="0" err="1">
                <a:solidFill>
                  <a:schemeClr val="bg1"/>
                </a:solidFill>
                <a:latin typeface="+mn-lt"/>
                <a:ea typeface="ＭＳ Ｐゴシック" charset="0"/>
              </a:endParaRPr>
            </a:p>
          </p:txBody>
        </p:sp>
        <p:sp>
          <p:nvSpPr>
            <p:cNvPr id="27" name="TextBox 26">
              <a:extLst>
                <a:ext uri="{FF2B5EF4-FFF2-40B4-BE49-F238E27FC236}">
                  <a16:creationId xmlns:a16="http://schemas.microsoft.com/office/drawing/2014/main" id="{E66D531B-3793-31B7-3565-A69084551CDD}"/>
                </a:ext>
              </a:extLst>
            </p:cNvPr>
            <p:cNvSpPr txBox="1"/>
            <p:nvPr/>
          </p:nvSpPr>
          <p:spPr>
            <a:xfrm>
              <a:off x="8728430" y="4518603"/>
              <a:ext cx="3155697" cy="475117"/>
            </a:xfrm>
            <a:prstGeom prst="rect">
              <a:avLst/>
            </a:prstGeom>
            <a:noFill/>
          </p:spPr>
          <p:txBody>
            <a:bodyPr wrap="square" lIns="0" tIns="0" rIns="0" bIns="0" rtlCol="0">
              <a:noAutofit/>
            </a:bodyPr>
            <a:lstStyle>
              <a:defPPr>
                <a:defRPr lang="en-US"/>
              </a:defPPr>
              <a:lvl1pPr marL="182880" indent="-182880" defTabSz="912276" fontAlgn="base">
                <a:spcAft>
                  <a:spcPts val="1000"/>
                </a:spcAft>
                <a:buClr>
                  <a:schemeClr val="bg1"/>
                </a:buClr>
                <a:buSzPct val="100000"/>
                <a:buFont typeface="Arial" panose="020B0604020202020204" pitchFamily="34" charset="0"/>
                <a:buChar char="•"/>
                <a:defRPr sz="1200">
                  <a:solidFill>
                    <a:schemeClr val="bg1"/>
                  </a:solidFill>
                </a:defRPr>
              </a:lvl1pPr>
            </a:lstStyle>
            <a:p>
              <a:pPr marL="0" indent="0">
                <a:buNone/>
              </a:pPr>
              <a:r>
                <a:rPr lang="en-GB" sz="1000" dirty="0"/>
                <a:t>The Activity ID that links this specific offer back to its parent marketing program ensuring lead generation and pipeline metrics are credited correctly</a:t>
              </a:r>
            </a:p>
          </p:txBody>
        </p:sp>
        <p:sp>
          <p:nvSpPr>
            <p:cNvPr id="28" name="Oval 27">
              <a:extLst>
                <a:ext uri="{FF2B5EF4-FFF2-40B4-BE49-F238E27FC236}">
                  <a16:creationId xmlns:a16="http://schemas.microsoft.com/office/drawing/2014/main" id="{95B2EEFD-6ABE-2B6E-6734-5487D9D3CA73}"/>
                </a:ext>
              </a:extLst>
            </p:cNvPr>
            <p:cNvSpPr/>
            <p:nvPr/>
          </p:nvSpPr>
          <p:spPr>
            <a:xfrm>
              <a:off x="6775864" y="4491223"/>
              <a:ext cx="529877" cy="52987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5</a:t>
              </a:r>
              <a:endParaRPr lang="en-GB" dirty="0">
                <a:solidFill>
                  <a:schemeClr val="bg1"/>
                </a:solidFill>
              </a:endParaRPr>
            </a:p>
          </p:txBody>
        </p:sp>
      </p:grpSp>
      <p:grpSp>
        <p:nvGrpSpPr>
          <p:cNvPr id="76" name="Group 75">
            <a:extLst>
              <a:ext uri="{FF2B5EF4-FFF2-40B4-BE49-F238E27FC236}">
                <a16:creationId xmlns:a16="http://schemas.microsoft.com/office/drawing/2014/main" id="{2E232310-186E-D278-56E6-9AB39D90DB23}"/>
              </a:ext>
            </a:extLst>
          </p:cNvPr>
          <p:cNvGrpSpPr/>
          <p:nvPr/>
        </p:nvGrpSpPr>
        <p:grpSpPr>
          <a:xfrm>
            <a:off x="6689663" y="2319050"/>
            <a:ext cx="5179799" cy="529877"/>
            <a:chOff x="6762487" y="5204194"/>
            <a:chExt cx="5179799" cy="529877"/>
          </a:xfrm>
        </p:grpSpPr>
        <p:sp>
          <p:nvSpPr>
            <p:cNvPr id="30" name="Rectangle: Rounded Corners 29">
              <a:extLst>
                <a:ext uri="{FF2B5EF4-FFF2-40B4-BE49-F238E27FC236}">
                  <a16:creationId xmlns:a16="http://schemas.microsoft.com/office/drawing/2014/main" id="{252AABA4-3AE1-50E4-9E86-EE66DB9D7173}"/>
                </a:ext>
              </a:extLst>
            </p:cNvPr>
            <p:cNvSpPr/>
            <p:nvPr/>
          </p:nvSpPr>
          <p:spPr>
            <a:xfrm>
              <a:off x="8010366" y="5231573"/>
              <a:ext cx="3931920" cy="475118"/>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31" name="Arrow: Pentagon 30">
              <a:extLst>
                <a:ext uri="{FF2B5EF4-FFF2-40B4-BE49-F238E27FC236}">
                  <a16:creationId xmlns:a16="http://schemas.microsoft.com/office/drawing/2014/main" id="{8C405C9B-2518-F7D2-8D31-131E82E2505A}"/>
                </a:ext>
              </a:extLst>
            </p:cNvPr>
            <p:cNvSpPr/>
            <p:nvPr/>
          </p:nvSpPr>
          <p:spPr>
            <a:xfrm>
              <a:off x="7109399" y="5231573"/>
              <a:ext cx="1532098" cy="475118"/>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32" name="TextBox 31">
              <a:extLst>
                <a:ext uri="{FF2B5EF4-FFF2-40B4-BE49-F238E27FC236}">
                  <a16:creationId xmlns:a16="http://schemas.microsoft.com/office/drawing/2014/main" id="{6F19DA85-F53C-7F88-BB93-384A51115ED1}"/>
                </a:ext>
              </a:extLst>
            </p:cNvPr>
            <p:cNvSpPr txBox="1"/>
            <p:nvPr/>
          </p:nvSpPr>
          <p:spPr>
            <a:xfrm>
              <a:off x="7468248" y="5379685"/>
              <a:ext cx="1140447" cy="178894"/>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Description</a:t>
              </a:r>
              <a:endParaRPr lang="en-GB" sz="1600" kern="1200" dirty="0" err="1">
                <a:solidFill>
                  <a:schemeClr val="bg1"/>
                </a:solidFill>
                <a:latin typeface="+mn-lt"/>
                <a:ea typeface="ＭＳ Ｐゴシック" charset="0"/>
              </a:endParaRPr>
            </a:p>
          </p:txBody>
        </p:sp>
        <p:sp>
          <p:nvSpPr>
            <p:cNvPr id="33" name="TextBox 32">
              <a:extLst>
                <a:ext uri="{FF2B5EF4-FFF2-40B4-BE49-F238E27FC236}">
                  <a16:creationId xmlns:a16="http://schemas.microsoft.com/office/drawing/2014/main" id="{BD217EC7-830D-CA2F-BE13-42FBBFE31D8F}"/>
                </a:ext>
              </a:extLst>
            </p:cNvPr>
            <p:cNvSpPr txBox="1"/>
            <p:nvPr/>
          </p:nvSpPr>
          <p:spPr>
            <a:xfrm>
              <a:off x="8715053" y="5293084"/>
              <a:ext cx="3155697" cy="352097"/>
            </a:xfrm>
            <a:prstGeom prst="rect">
              <a:avLst/>
            </a:prstGeom>
            <a:noFill/>
          </p:spPr>
          <p:txBody>
            <a:bodyPr wrap="square" lIns="0" tIns="0" rIns="0" bIns="0" rtlCol="0">
              <a:noAutofit/>
            </a:bodyPr>
            <a:lstStyle>
              <a:defPPr>
                <a:defRPr lang="en-US"/>
              </a:defPPr>
              <a:lvl1pPr marL="182880" indent="-182880" defTabSz="912276" fontAlgn="base">
                <a:spcAft>
                  <a:spcPts val="1000"/>
                </a:spcAft>
                <a:buClr>
                  <a:schemeClr val="bg1"/>
                </a:buClr>
                <a:buSzPct val="100000"/>
                <a:buFont typeface="Arial" panose="020B0604020202020204" pitchFamily="34" charset="0"/>
                <a:buChar char="•"/>
                <a:defRPr sz="1200">
                  <a:solidFill>
                    <a:schemeClr val="bg1"/>
                  </a:solidFill>
                </a:defRPr>
              </a:lvl1pPr>
            </a:lstStyle>
            <a:p>
              <a:pPr marL="0" indent="0">
                <a:buNone/>
              </a:pPr>
              <a:r>
                <a:rPr lang="en-GB" sz="1000" dirty="0"/>
                <a:t>Breaks down the specific features or solutions covered to provide the seller with actionable context.</a:t>
              </a:r>
            </a:p>
          </p:txBody>
        </p:sp>
        <p:sp>
          <p:nvSpPr>
            <p:cNvPr id="34" name="Oval 33">
              <a:extLst>
                <a:ext uri="{FF2B5EF4-FFF2-40B4-BE49-F238E27FC236}">
                  <a16:creationId xmlns:a16="http://schemas.microsoft.com/office/drawing/2014/main" id="{A9AF3D52-A88D-D6A5-DCA4-B3C3A990E3A8}"/>
                </a:ext>
              </a:extLst>
            </p:cNvPr>
            <p:cNvSpPr/>
            <p:nvPr/>
          </p:nvSpPr>
          <p:spPr>
            <a:xfrm>
              <a:off x="6762487" y="5204194"/>
              <a:ext cx="529877" cy="52987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2</a:t>
              </a:r>
              <a:endParaRPr lang="en-GB" dirty="0">
                <a:solidFill>
                  <a:schemeClr val="bg1"/>
                </a:solidFill>
              </a:endParaRPr>
            </a:p>
          </p:txBody>
        </p:sp>
      </p:grpSp>
      <p:cxnSp>
        <p:nvCxnSpPr>
          <p:cNvPr id="35" name="Straight Connector 34">
            <a:extLst>
              <a:ext uri="{FF2B5EF4-FFF2-40B4-BE49-F238E27FC236}">
                <a16:creationId xmlns:a16="http://schemas.microsoft.com/office/drawing/2014/main" id="{AD3F6634-510E-21AA-AF14-6028FDDF1AE7}"/>
              </a:ext>
            </a:extLst>
          </p:cNvPr>
          <p:cNvCxnSpPr>
            <a:cxnSpLocks/>
          </p:cNvCxnSpPr>
          <p:nvPr/>
        </p:nvCxnSpPr>
        <p:spPr>
          <a:xfrm>
            <a:off x="6456918" y="993089"/>
            <a:ext cx="0" cy="5120640"/>
          </a:xfrm>
          <a:prstGeom prst="line">
            <a:avLst/>
          </a:prstGeom>
          <a:noFill/>
          <a:ln w="44450">
            <a:gradFill>
              <a:gsLst>
                <a:gs pos="37000">
                  <a:srgbClr val="02C8FF"/>
                </a:gs>
                <a:gs pos="5000">
                  <a:srgbClr val="0A60FF"/>
                </a:gs>
                <a:gs pos="44000">
                  <a:srgbClr val="02C8FF"/>
                </a:gs>
                <a:gs pos="75000">
                  <a:srgbClr val="FF007F"/>
                </a:gs>
                <a:gs pos="95000">
                  <a:srgbClr val="FF9000"/>
                </a:gs>
              </a:gsLst>
              <a:lin ang="5400000" scaled="1"/>
            </a:gradFill>
            <a:prstDash val="solid"/>
          </a:ln>
          <a:effectLst/>
        </p:spPr>
        <p:style>
          <a:lnRef idx="2">
            <a:schemeClr val="accent1">
              <a:shade val="50000"/>
            </a:schemeClr>
          </a:lnRef>
          <a:fillRef idx="1">
            <a:schemeClr val="accent1"/>
          </a:fillRef>
          <a:effectRef idx="0">
            <a:schemeClr val="accent1"/>
          </a:effectRef>
          <a:fontRef idx="minor">
            <a:schemeClr val="lt1"/>
          </a:fontRef>
        </p:style>
      </p:cxnSp>
      <p:grpSp>
        <p:nvGrpSpPr>
          <p:cNvPr id="37" name="Group 36">
            <a:extLst>
              <a:ext uri="{FF2B5EF4-FFF2-40B4-BE49-F238E27FC236}">
                <a16:creationId xmlns:a16="http://schemas.microsoft.com/office/drawing/2014/main" id="{B286D532-0460-6D18-1139-55F4D2D98275}"/>
              </a:ext>
            </a:extLst>
          </p:cNvPr>
          <p:cNvGrpSpPr/>
          <p:nvPr/>
        </p:nvGrpSpPr>
        <p:grpSpPr>
          <a:xfrm>
            <a:off x="2500060" y="4914792"/>
            <a:ext cx="1381986" cy="786980"/>
            <a:chOff x="5225124" y="4067734"/>
            <a:chExt cx="2267712" cy="1337983"/>
          </a:xfrm>
        </p:grpSpPr>
        <p:grpSp>
          <p:nvGrpSpPr>
            <p:cNvPr id="58" name="Group 57">
              <a:extLst>
                <a:ext uri="{FF2B5EF4-FFF2-40B4-BE49-F238E27FC236}">
                  <a16:creationId xmlns:a16="http://schemas.microsoft.com/office/drawing/2014/main" id="{4513E736-8847-B6AC-DCF0-CAFDC1E0B13A}"/>
                </a:ext>
              </a:extLst>
            </p:cNvPr>
            <p:cNvGrpSpPr/>
            <p:nvPr/>
          </p:nvGrpSpPr>
          <p:grpSpPr>
            <a:xfrm>
              <a:off x="5225124" y="4067734"/>
              <a:ext cx="2267712" cy="1337983"/>
              <a:chOff x="2521324" y="4067735"/>
              <a:chExt cx="2267712" cy="1337983"/>
            </a:xfrm>
          </p:grpSpPr>
          <p:sp>
            <p:nvSpPr>
              <p:cNvPr id="60" name="Rectangle: Rounded Corners 59">
                <a:extLst>
                  <a:ext uri="{FF2B5EF4-FFF2-40B4-BE49-F238E27FC236}">
                    <a16:creationId xmlns:a16="http://schemas.microsoft.com/office/drawing/2014/main" id="{EB2B33AA-8880-81B6-D724-9C4626AC1BD4}"/>
                  </a:ext>
                </a:extLst>
              </p:cNvPr>
              <p:cNvSpPr/>
              <p:nvPr/>
            </p:nvSpPr>
            <p:spPr>
              <a:xfrm>
                <a:off x="2522266" y="4067735"/>
                <a:ext cx="2265829" cy="1337983"/>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cxnSp>
            <p:nvCxnSpPr>
              <p:cNvPr id="61" name="Straight Connector 60">
                <a:extLst>
                  <a:ext uri="{FF2B5EF4-FFF2-40B4-BE49-F238E27FC236}">
                    <a16:creationId xmlns:a16="http://schemas.microsoft.com/office/drawing/2014/main" id="{3AEED593-DBC6-A483-7BD2-E9A7AD980DEA}"/>
                  </a:ext>
                </a:extLst>
              </p:cNvPr>
              <p:cNvCxnSpPr>
                <a:cxnSpLocks/>
              </p:cNvCxnSpPr>
              <p:nvPr/>
            </p:nvCxnSpPr>
            <p:spPr>
              <a:xfrm>
                <a:off x="2521324" y="4492235"/>
                <a:ext cx="2267712" cy="0"/>
              </a:xfrm>
              <a:prstGeom prst="line">
                <a:avLst/>
              </a:prstGeom>
              <a:noFill/>
              <a:ln w="79375">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sp>
            <p:nvSpPr>
              <p:cNvPr id="62" name="TextBox 61">
                <a:extLst>
                  <a:ext uri="{FF2B5EF4-FFF2-40B4-BE49-F238E27FC236}">
                    <a16:creationId xmlns:a16="http://schemas.microsoft.com/office/drawing/2014/main" id="{8C5F19C5-D5D1-F32D-096B-6607F9B7DD66}"/>
                  </a:ext>
                </a:extLst>
              </p:cNvPr>
              <p:cNvSpPr txBox="1"/>
              <p:nvPr/>
            </p:nvSpPr>
            <p:spPr>
              <a:xfrm>
                <a:off x="2959295" y="4067735"/>
                <a:ext cx="1391771" cy="349623"/>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kern="1200" dirty="0">
                    <a:solidFill>
                      <a:schemeClr val="accent3"/>
                    </a:solidFill>
                    <a:latin typeface="+mn-lt"/>
                    <a:ea typeface="ＭＳ Ｐゴシック" charset="0"/>
                  </a:rPr>
                  <a:t>Language</a:t>
                </a:r>
                <a:endParaRPr lang="en-GB" sz="1000" kern="1200" dirty="0" err="1">
                  <a:solidFill>
                    <a:schemeClr val="accent3"/>
                  </a:solidFill>
                  <a:latin typeface="+mn-lt"/>
                  <a:ea typeface="ＭＳ Ｐゴシック" charset="0"/>
                </a:endParaRPr>
              </a:p>
            </p:txBody>
          </p:sp>
          <p:sp>
            <p:nvSpPr>
              <p:cNvPr id="63" name="TextBox 62">
                <a:extLst>
                  <a:ext uri="{FF2B5EF4-FFF2-40B4-BE49-F238E27FC236}">
                    <a16:creationId xmlns:a16="http://schemas.microsoft.com/office/drawing/2014/main" id="{CBF0F6EE-B203-C20D-C19E-618F9A35A077}"/>
                  </a:ext>
                </a:extLst>
              </p:cNvPr>
              <p:cNvSpPr txBox="1"/>
              <p:nvPr/>
            </p:nvSpPr>
            <p:spPr>
              <a:xfrm>
                <a:off x="2767025" y="4628544"/>
                <a:ext cx="1776311" cy="576384"/>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dirty="0">
                    <a:solidFill>
                      <a:schemeClr val="bg1"/>
                    </a:solidFill>
                    <a:ea typeface="ＭＳ Ｐゴシック" charset="0"/>
                  </a:rPr>
                  <a:t>English</a:t>
                </a:r>
                <a:endParaRPr lang="en-GB" sz="1000" kern="1200" dirty="0" err="1">
                  <a:solidFill>
                    <a:schemeClr val="bg1"/>
                  </a:solidFill>
                  <a:latin typeface="+mn-lt"/>
                  <a:ea typeface="ＭＳ Ｐゴシック" charset="0"/>
                </a:endParaRPr>
              </a:p>
            </p:txBody>
          </p:sp>
        </p:grpSp>
        <p:pic>
          <p:nvPicPr>
            <p:cNvPr id="59" name="Graphic 58" descr="Sign language with solid fill">
              <a:extLst>
                <a:ext uri="{FF2B5EF4-FFF2-40B4-BE49-F238E27FC236}">
                  <a16:creationId xmlns:a16="http://schemas.microsoft.com/office/drawing/2014/main" id="{DAEDF695-5AC3-EA3F-8A9B-3916A0356D55}"/>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5378326" y="4079929"/>
              <a:ext cx="386168" cy="400110"/>
            </a:xfrm>
            <a:prstGeom prst="rect">
              <a:avLst/>
            </a:prstGeom>
          </p:spPr>
        </p:pic>
      </p:grpSp>
      <p:grpSp>
        <p:nvGrpSpPr>
          <p:cNvPr id="38" name="Group 37">
            <a:extLst>
              <a:ext uri="{FF2B5EF4-FFF2-40B4-BE49-F238E27FC236}">
                <a16:creationId xmlns:a16="http://schemas.microsoft.com/office/drawing/2014/main" id="{A601725A-27F2-3390-8AAA-BE3DAEFEC8E1}"/>
              </a:ext>
            </a:extLst>
          </p:cNvPr>
          <p:cNvGrpSpPr/>
          <p:nvPr/>
        </p:nvGrpSpPr>
        <p:grpSpPr>
          <a:xfrm>
            <a:off x="3972713" y="4914792"/>
            <a:ext cx="1381986" cy="786980"/>
            <a:chOff x="7928924" y="4067733"/>
            <a:chExt cx="2267712" cy="1337983"/>
          </a:xfrm>
        </p:grpSpPr>
        <p:grpSp>
          <p:nvGrpSpPr>
            <p:cNvPr id="52" name="Group 51">
              <a:extLst>
                <a:ext uri="{FF2B5EF4-FFF2-40B4-BE49-F238E27FC236}">
                  <a16:creationId xmlns:a16="http://schemas.microsoft.com/office/drawing/2014/main" id="{18085D8B-E048-3CAA-16D4-9CF65824B6D8}"/>
                </a:ext>
              </a:extLst>
            </p:cNvPr>
            <p:cNvGrpSpPr/>
            <p:nvPr/>
          </p:nvGrpSpPr>
          <p:grpSpPr>
            <a:xfrm>
              <a:off x="7928924" y="4067733"/>
              <a:ext cx="2267712" cy="1337983"/>
              <a:chOff x="2521324" y="4067735"/>
              <a:chExt cx="2267712" cy="1337983"/>
            </a:xfrm>
          </p:grpSpPr>
          <p:sp>
            <p:nvSpPr>
              <p:cNvPr id="54" name="Rectangle: Rounded Corners 53">
                <a:extLst>
                  <a:ext uri="{FF2B5EF4-FFF2-40B4-BE49-F238E27FC236}">
                    <a16:creationId xmlns:a16="http://schemas.microsoft.com/office/drawing/2014/main" id="{9F2DD42B-3FEE-D879-2A0F-E835EF2725DD}"/>
                  </a:ext>
                </a:extLst>
              </p:cNvPr>
              <p:cNvSpPr/>
              <p:nvPr/>
            </p:nvSpPr>
            <p:spPr>
              <a:xfrm>
                <a:off x="2522266" y="4067735"/>
                <a:ext cx="2265829" cy="1337983"/>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cxnSp>
            <p:nvCxnSpPr>
              <p:cNvPr id="55" name="Straight Connector 54">
                <a:extLst>
                  <a:ext uri="{FF2B5EF4-FFF2-40B4-BE49-F238E27FC236}">
                    <a16:creationId xmlns:a16="http://schemas.microsoft.com/office/drawing/2014/main" id="{D04B17B7-8F56-C9BC-9ABF-26B44105A814}"/>
                  </a:ext>
                </a:extLst>
              </p:cNvPr>
              <p:cNvCxnSpPr>
                <a:cxnSpLocks/>
              </p:cNvCxnSpPr>
              <p:nvPr/>
            </p:nvCxnSpPr>
            <p:spPr>
              <a:xfrm>
                <a:off x="2521324" y="4492235"/>
                <a:ext cx="2267712" cy="0"/>
              </a:xfrm>
              <a:prstGeom prst="line">
                <a:avLst/>
              </a:prstGeom>
              <a:noFill/>
              <a:ln w="79375">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sp>
            <p:nvSpPr>
              <p:cNvPr id="56" name="TextBox 55">
                <a:extLst>
                  <a:ext uri="{FF2B5EF4-FFF2-40B4-BE49-F238E27FC236}">
                    <a16:creationId xmlns:a16="http://schemas.microsoft.com/office/drawing/2014/main" id="{B02180E9-EF5A-6C26-3080-13BA90884DB4}"/>
                  </a:ext>
                </a:extLst>
              </p:cNvPr>
              <p:cNvSpPr txBox="1"/>
              <p:nvPr/>
            </p:nvSpPr>
            <p:spPr>
              <a:xfrm>
                <a:off x="2959295" y="4067735"/>
                <a:ext cx="1391771" cy="349623"/>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dirty="0">
                    <a:solidFill>
                      <a:schemeClr val="accent4"/>
                    </a:solidFill>
                    <a:ea typeface="ＭＳ Ｐゴシック" charset="0"/>
                  </a:rPr>
                  <a:t>Activity ID</a:t>
                </a:r>
                <a:endParaRPr lang="en-GB" sz="1000" kern="1200" dirty="0" err="1">
                  <a:solidFill>
                    <a:schemeClr val="accent4"/>
                  </a:solidFill>
                  <a:latin typeface="+mn-lt"/>
                  <a:ea typeface="ＭＳ Ｐゴシック" charset="0"/>
                </a:endParaRPr>
              </a:p>
            </p:txBody>
          </p:sp>
          <p:sp>
            <p:nvSpPr>
              <p:cNvPr id="57" name="TextBox 56">
                <a:extLst>
                  <a:ext uri="{FF2B5EF4-FFF2-40B4-BE49-F238E27FC236}">
                    <a16:creationId xmlns:a16="http://schemas.microsoft.com/office/drawing/2014/main" id="{C9A5C8FE-F5B8-A506-13C1-36064D9CA3F8}"/>
                  </a:ext>
                </a:extLst>
              </p:cNvPr>
              <p:cNvSpPr txBox="1"/>
              <p:nvPr/>
            </p:nvSpPr>
            <p:spPr>
              <a:xfrm>
                <a:off x="2767025" y="4628544"/>
                <a:ext cx="1776311" cy="576384"/>
              </a:xfrm>
              <a:prstGeom prst="rect">
                <a:avLst/>
              </a:prstGeom>
              <a:noFill/>
            </p:spPr>
            <p:txBody>
              <a:bodyPr wrap="square" lIns="0" tIns="0" rIns="0" bIns="0" rtlCol="0" anchor="ctr">
                <a:noAutofit/>
              </a:bodyPr>
              <a:lstStyle/>
              <a:p>
                <a:pPr algn="ctr" defTabSz="912276" fontAlgn="base">
                  <a:spcAft>
                    <a:spcPts val="1000"/>
                  </a:spcAft>
                  <a:buClr>
                    <a:schemeClr val="bg1"/>
                  </a:buClr>
                  <a:buSzPct val="100000"/>
                </a:pPr>
                <a:r>
                  <a:rPr lang="en-US" sz="1000" dirty="0">
                    <a:solidFill>
                      <a:schemeClr val="bg1"/>
                    </a:solidFill>
                    <a:ea typeface="ＭＳ Ｐゴシック" charset="0"/>
                  </a:rPr>
                  <a:t>cc009328</a:t>
                </a:r>
                <a:endParaRPr lang="en-GB" sz="1000" kern="1200" dirty="0" err="1">
                  <a:solidFill>
                    <a:schemeClr val="bg1"/>
                  </a:solidFill>
                  <a:latin typeface="+mn-lt"/>
                  <a:ea typeface="ＭＳ Ｐゴシック" charset="0"/>
                </a:endParaRPr>
              </a:p>
            </p:txBody>
          </p:sp>
        </p:grpSp>
        <p:pic>
          <p:nvPicPr>
            <p:cNvPr id="53" name="Graphic 52" descr="Mandala with solid fill">
              <a:extLst>
                <a:ext uri="{FF2B5EF4-FFF2-40B4-BE49-F238E27FC236}">
                  <a16:creationId xmlns:a16="http://schemas.microsoft.com/office/drawing/2014/main" id="{F5B80E38-8146-7D36-E4B6-C3D054C14494}"/>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8007926" y="4079928"/>
              <a:ext cx="386168" cy="400110"/>
            </a:xfrm>
            <a:prstGeom prst="rect">
              <a:avLst/>
            </a:prstGeom>
          </p:spPr>
        </p:pic>
      </p:grpSp>
      <p:grpSp>
        <p:nvGrpSpPr>
          <p:cNvPr id="39" name="Group 38">
            <a:extLst>
              <a:ext uri="{FF2B5EF4-FFF2-40B4-BE49-F238E27FC236}">
                <a16:creationId xmlns:a16="http://schemas.microsoft.com/office/drawing/2014/main" id="{DF7EE767-5B68-16CB-2211-941001871FC4}"/>
              </a:ext>
            </a:extLst>
          </p:cNvPr>
          <p:cNvGrpSpPr/>
          <p:nvPr/>
        </p:nvGrpSpPr>
        <p:grpSpPr>
          <a:xfrm>
            <a:off x="1027408" y="4910954"/>
            <a:ext cx="1381985" cy="794654"/>
            <a:chOff x="2521324" y="4054687"/>
            <a:chExt cx="2267712" cy="1351031"/>
          </a:xfrm>
        </p:grpSpPr>
        <p:grpSp>
          <p:nvGrpSpPr>
            <p:cNvPr id="46" name="Group 45">
              <a:extLst>
                <a:ext uri="{FF2B5EF4-FFF2-40B4-BE49-F238E27FC236}">
                  <a16:creationId xmlns:a16="http://schemas.microsoft.com/office/drawing/2014/main" id="{19B1FB21-8034-C5F8-8384-D02C269824F5}"/>
                </a:ext>
              </a:extLst>
            </p:cNvPr>
            <p:cNvGrpSpPr/>
            <p:nvPr/>
          </p:nvGrpSpPr>
          <p:grpSpPr>
            <a:xfrm>
              <a:off x="2521324" y="4067735"/>
              <a:ext cx="2267712" cy="1337983"/>
              <a:chOff x="2521324" y="4067735"/>
              <a:chExt cx="2267712" cy="1337983"/>
            </a:xfrm>
          </p:grpSpPr>
          <p:sp>
            <p:nvSpPr>
              <p:cNvPr id="48" name="Rectangle: Rounded Corners 47">
                <a:extLst>
                  <a:ext uri="{FF2B5EF4-FFF2-40B4-BE49-F238E27FC236}">
                    <a16:creationId xmlns:a16="http://schemas.microsoft.com/office/drawing/2014/main" id="{F4C5813D-9815-9BE6-4E21-33450B261631}"/>
                  </a:ext>
                </a:extLst>
              </p:cNvPr>
              <p:cNvSpPr/>
              <p:nvPr/>
            </p:nvSpPr>
            <p:spPr>
              <a:xfrm>
                <a:off x="2522266" y="4067735"/>
                <a:ext cx="2265829" cy="1337983"/>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cxnSp>
            <p:nvCxnSpPr>
              <p:cNvPr id="49" name="Straight Connector 48">
                <a:extLst>
                  <a:ext uri="{FF2B5EF4-FFF2-40B4-BE49-F238E27FC236}">
                    <a16:creationId xmlns:a16="http://schemas.microsoft.com/office/drawing/2014/main" id="{844F9802-06BF-81F2-901A-35A4C9F86DB7}"/>
                  </a:ext>
                </a:extLst>
              </p:cNvPr>
              <p:cNvCxnSpPr>
                <a:cxnSpLocks/>
              </p:cNvCxnSpPr>
              <p:nvPr/>
            </p:nvCxnSpPr>
            <p:spPr>
              <a:xfrm>
                <a:off x="2521324" y="4492235"/>
                <a:ext cx="2267712" cy="0"/>
              </a:xfrm>
              <a:prstGeom prst="line">
                <a:avLst/>
              </a:prstGeom>
              <a:noFill/>
              <a:ln w="79375">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sp>
            <p:nvSpPr>
              <p:cNvPr id="50" name="TextBox 49">
                <a:extLst>
                  <a:ext uri="{FF2B5EF4-FFF2-40B4-BE49-F238E27FC236}">
                    <a16:creationId xmlns:a16="http://schemas.microsoft.com/office/drawing/2014/main" id="{0E7893BB-625A-7300-ABCC-B3D39F9E0B17}"/>
                  </a:ext>
                </a:extLst>
              </p:cNvPr>
              <p:cNvSpPr txBox="1"/>
              <p:nvPr/>
            </p:nvSpPr>
            <p:spPr>
              <a:xfrm>
                <a:off x="2959295" y="4067735"/>
                <a:ext cx="1391771" cy="349623"/>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dirty="0">
                    <a:solidFill>
                      <a:schemeClr val="accent2"/>
                    </a:solidFill>
                    <a:ea typeface="ＭＳ Ｐゴシック" charset="0"/>
                  </a:rPr>
                  <a:t>Type</a:t>
                </a:r>
                <a:endParaRPr lang="en-GB" sz="1000" kern="1200" dirty="0" err="1">
                  <a:solidFill>
                    <a:schemeClr val="accent2"/>
                  </a:solidFill>
                  <a:latin typeface="+mn-lt"/>
                  <a:ea typeface="ＭＳ Ｐゴシック" charset="0"/>
                </a:endParaRPr>
              </a:p>
            </p:txBody>
          </p:sp>
          <p:sp>
            <p:nvSpPr>
              <p:cNvPr id="51" name="TextBox 50">
                <a:extLst>
                  <a:ext uri="{FF2B5EF4-FFF2-40B4-BE49-F238E27FC236}">
                    <a16:creationId xmlns:a16="http://schemas.microsoft.com/office/drawing/2014/main" id="{90836A6F-33A0-F0D5-6CC3-EF4B111ACEEC}"/>
                  </a:ext>
                </a:extLst>
              </p:cNvPr>
              <p:cNvSpPr txBox="1"/>
              <p:nvPr/>
            </p:nvSpPr>
            <p:spPr>
              <a:xfrm>
                <a:off x="2767025" y="4628544"/>
                <a:ext cx="1776311" cy="576384"/>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kern="1200" dirty="0">
                    <a:solidFill>
                      <a:schemeClr val="bg1"/>
                    </a:solidFill>
                    <a:latin typeface="+mn-lt"/>
                    <a:ea typeface="ＭＳ Ｐゴシック" charset="0"/>
                  </a:rPr>
                  <a:t>Demo</a:t>
                </a:r>
                <a:endParaRPr lang="en-GB" sz="1000" kern="1200" dirty="0" err="1">
                  <a:solidFill>
                    <a:schemeClr val="bg1"/>
                  </a:solidFill>
                  <a:latin typeface="+mn-lt"/>
                  <a:ea typeface="ＭＳ Ｐゴシック" charset="0"/>
                </a:endParaRPr>
              </a:p>
            </p:txBody>
          </p:sp>
        </p:grpSp>
        <p:pic>
          <p:nvPicPr>
            <p:cNvPr id="47" name="Graphic 46" descr="Cycle with people with solid fill">
              <a:extLst>
                <a:ext uri="{FF2B5EF4-FFF2-40B4-BE49-F238E27FC236}">
                  <a16:creationId xmlns:a16="http://schemas.microsoft.com/office/drawing/2014/main" id="{F0D7DCF7-C905-2F06-93A1-EEE9FC8AB82A}"/>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646830" y="4054687"/>
              <a:ext cx="400110" cy="400110"/>
            </a:xfrm>
            <a:prstGeom prst="rect">
              <a:avLst/>
            </a:prstGeom>
          </p:spPr>
        </p:pic>
      </p:grpSp>
      <p:sp>
        <p:nvSpPr>
          <p:cNvPr id="40" name="TextBox 39">
            <a:extLst>
              <a:ext uri="{FF2B5EF4-FFF2-40B4-BE49-F238E27FC236}">
                <a16:creationId xmlns:a16="http://schemas.microsoft.com/office/drawing/2014/main" id="{A2921AE9-0BD3-3CBE-8435-74CD81EA8DC4}"/>
              </a:ext>
            </a:extLst>
          </p:cNvPr>
          <p:cNvSpPr txBox="1"/>
          <p:nvPr/>
        </p:nvSpPr>
        <p:spPr>
          <a:xfrm>
            <a:off x="1188616" y="4112825"/>
            <a:ext cx="4176982" cy="758042"/>
          </a:xfrm>
          <a:prstGeom prst="rect">
            <a:avLst/>
          </a:prstGeom>
          <a:noFill/>
        </p:spPr>
        <p:txBody>
          <a:bodyPr wrap="square" lIns="0" tIns="0" rIns="0" bIns="0" rtlCol="0">
            <a:noAutofit/>
          </a:bodyPr>
          <a:lstStyle/>
          <a:p>
            <a:pPr defTabSz="912276" fontAlgn="base">
              <a:buClr>
                <a:schemeClr val="bg1"/>
              </a:buClr>
              <a:buSzPct val="100000"/>
            </a:pPr>
            <a:r>
              <a:rPr lang="en-GB" sz="1000" b="1" dirty="0">
                <a:solidFill>
                  <a:schemeClr val="bg1"/>
                </a:solidFill>
                <a:ea typeface="ＭＳ Ｐゴシック" charset="0"/>
              </a:rPr>
              <a:t>Name:</a:t>
            </a:r>
          </a:p>
          <a:p>
            <a:pPr marL="171450" indent="-171450" defTabSz="912276" fontAlgn="base">
              <a:buClr>
                <a:schemeClr val="bg1"/>
              </a:buClr>
              <a:buSzPct val="100000"/>
              <a:buFont typeface="Arial" panose="020B0604020202020204" pitchFamily="34" charset="0"/>
              <a:buChar char="•"/>
            </a:pPr>
            <a:r>
              <a:rPr lang="en-GB" sz="1000" dirty="0">
                <a:solidFill>
                  <a:schemeClr val="accent2"/>
                </a:solidFill>
              </a:rPr>
              <a:t>Cisco AI Capabilities Demo</a:t>
            </a:r>
          </a:p>
          <a:p>
            <a:pPr defTabSz="912276" fontAlgn="base">
              <a:buClr>
                <a:schemeClr val="bg1"/>
              </a:buClr>
              <a:buSzPct val="100000"/>
            </a:pPr>
            <a:r>
              <a:rPr lang="en-GB" sz="1000" b="1" dirty="0">
                <a:solidFill>
                  <a:schemeClr val="bg1"/>
                </a:solidFill>
                <a:ea typeface="ＭＳ Ｐゴシック" charset="0"/>
              </a:rPr>
              <a:t>Description: </a:t>
            </a:r>
          </a:p>
          <a:p>
            <a:pPr marL="171450" indent="-171450" defTabSz="912276" fontAlgn="base">
              <a:buClr>
                <a:schemeClr val="bg1"/>
              </a:buClr>
              <a:buSzPct val="100000"/>
              <a:buFont typeface="Arial" panose="020B0604020202020204" pitchFamily="34" charset="0"/>
              <a:buChar char="•"/>
            </a:pPr>
            <a:r>
              <a:rPr lang="en-US" sz="1000" dirty="0">
                <a:solidFill>
                  <a:schemeClr val="accent2"/>
                </a:solidFill>
              </a:rPr>
              <a:t>Primarily: AI Canvas, AI Assistant, and Agentic Ops as an overall concept/solution</a:t>
            </a:r>
            <a:endParaRPr lang="en-GB" sz="1000" dirty="0">
              <a:solidFill>
                <a:schemeClr val="accent2"/>
              </a:solidFill>
            </a:endParaRPr>
          </a:p>
        </p:txBody>
      </p:sp>
      <p:sp>
        <p:nvSpPr>
          <p:cNvPr id="41" name="Freeform: Shape 40">
            <a:extLst>
              <a:ext uri="{FF2B5EF4-FFF2-40B4-BE49-F238E27FC236}">
                <a16:creationId xmlns:a16="http://schemas.microsoft.com/office/drawing/2014/main" id="{944F8958-8EE2-BF3B-28C4-CAAC7F1D5402}"/>
              </a:ext>
            </a:extLst>
          </p:cNvPr>
          <p:cNvSpPr/>
          <p:nvPr/>
        </p:nvSpPr>
        <p:spPr>
          <a:xfrm>
            <a:off x="958076" y="3750471"/>
            <a:ext cx="4522331" cy="2063561"/>
          </a:xfrm>
          <a:custGeom>
            <a:avLst/>
            <a:gdLst>
              <a:gd name="csX0" fmla="*/ 267512 w 3849972"/>
              <a:gd name="csY0" fmla="*/ 0 h 1820183"/>
              <a:gd name="csX1" fmla="*/ 286249 w 3849972"/>
              <a:gd name="csY1" fmla="*/ 0 h 1820183"/>
              <a:gd name="csX2" fmla="*/ 286249 w 3849972"/>
              <a:gd name="csY2" fmla="*/ 192434 h 1820183"/>
              <a:gd name="csX3" fmla="*/ 380769 w 3849972"/>
              <a:gd name="csY3" fmla="*/ 286954 h 1820183"/>
              <a:gd name="csX4" fmla="*/ 2647559 w 3849972"/>
              <a:gd name="csY4" fmla="*/ 286954 h 1820183"/>
              <a:gd name="csX5" fmla="*/ 2742079 w 3849972"/>
              <a:gd name="csY5" fmla="*/ 192434 h 1820183"/>
              <a:gd name="csX6" fmla="*/ 2742079 w 3849972"/>
              <a:gd name="csY6" fmla="*/ 0 h 1820183"/>
              <a:gd name="csX7" fmla="*/ 3582460 w 3849972"/>
              <a:gd name="csY7" fmla="*/ 0 h 1820183"/>
              <a:gd name="csX8" fmla="*/ 3849972 w 3849972"/>
              <a:gd name="csY8" fmla="*/ 267512 h 1820183"/>
              <a:gd name="csX9" fmla="*/ 3849972 w 3849972"/>
              <a:gd name="csY9" fmla="*/ 1552671 h 1820183"/>
              <a:gd name="csX10" fmla="*/ 3582460 w 3849972"/>
              <a:gd name="csY10" fmla="*/ 1820183 h 1820183"/>
              <a:gd name="csX11" fmla="*/ 267512 w 3849972"/>
              <a:gd name="csY11" fmla="*/ 1820183 h 1820183"/>
              <a:gd name="csX12" fmla="*/ 0 w 3849972"/>
              <a:gd name="csY12" fmla="*/ 1552671 h 1820183"/>
              <a:gd name="csX13" fmla="*/ 0 w 3849972"/>
              <a:gd name="csY13" fmla="*/ 267512 h 1820183"/>
              <a:gd name="csX14" fmla="*/ 267512 w 3849972"/>
              <a:gd name="csY14" fmla="*/ 0 h 182018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849972" h="1820183">
                <a:moveTo>
                  <a:pt x="267512" y="0"/>
                </a:moveTo>
                <a:lnTo>
                  <a:pt x="286249" y="0"/>
                </a:lnTo>
                <a:lnTo>
                  <a:pt x="286249" y="192434"/>
                </a:lnTo>
                <a:cubicBezTo>
                  <a:pt x="286249" y="244636"/>
                  <a:pt x="328567" y="286954"/>
                  <a:pt x="380769" y="286954"/>
                </a:cubicBezTo>
                <a:lnTo>
                  <a:pt x="2647559" y="286954"/>
                </a:lnTo>
                <a:cubicBezTo>
                  <a:pt x="2699761" y="286954"/>
                  <a:pt x="2742079" y="244636"/>
                  <a:pt x="2742079" y="192434"/>
                </a:cubicBezTo>
                <a:lnTo>
                  <a:pt x="2742079" y="0"/>
                </a:lnTo>
                <a:lnTo>
                  <a:pt x="3582460" y="0"/>
                </a:lnTo>
                <a:cubicBezTo>
                  <a:pt x="3730203" y="0"/>
                  <a:pt x="3849972" y="119769"/>
                  <a:pt x="3849972" y="267512"/>
                </a:cubicBezTo>
                <a:lnTo>
                  <a:pt x="3849972" y="1552671"/>
                </a:lnTo>
                <a:cubicBezTo>
                  <a:pt x="3849972" y="1700414"/>
                  <a:pt x="3730203" y="1820183"/>
                  <a:pt x="3582460" y="1820183"/>
                </a:cubicBezTo>
                <a:lnTo>
                  <a:pt x="267512" y="1820183"/>
                </a:lnTo>
                <a:cubicBezTo>
                  <a:pt x="119769" y="1820183"/>
                  <a:pt x="0" y="1700414"/>
                  <a:pt x="0" y="1552671"/>
                </a:cubicBezTo>
                <a:lnTo>
                  <a:pt x="0" y="267512"/>
                </a:lnTo>
                <a:cubicBezTo>
                  <a:pt x="0" y="119769"/>
                  <a:pt x="119769" y="0"/>
                  <a:pt x="267512" y="0"/>
                </a:cubicBezTo>
                <a:close/>
              </a:path>
            </a:pathLst>
          </a:cu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wrap="square"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grpSp>
        <p:nvGrpSpPr>
          <p:cNvPr id="42" name="Group 41">
            <a:extLst>
              <a:ext uri="{FF2B5EF4-FFF2-40B4-BE49-F238E27FC236}">
                <a16:creationId xmlns:a16="http://schemas.microsoft.com/office/drawing/2014/main" id="{8D669738-3B1F-563D-8B72-BA231CBDDDB8}"/>
              </a:ext>
            </a:extLst>
          </p:cNvPr>
          <p:cNvGrpSpPr/>
          <p:nvPr/>
        </p:nvGrpSpPr>
        <p:grpSpPr>
          <a:xfrm>
            <a:off x="1294316" y="3429000"/>
            <a:ext cx="2884716" cy="642940"/>
            <a:chOff x="610099" y="3780444"/>
            <a:chExt cx="2455830" cy="567111"/>
          </a:xfrm>
        </p:grpSpPr>
        <p:sp>
          <p:nvSpPr>
            <p:cNvPr id="43" name="Rectangle: Rounded Corners 42">
              <a:extLst>
                <a:ext uri="{FF2B5EF4-FFF2-40B4-BE49-F238E27FC236}">
                  <a16:creationId xmlns:a16="http://schemas.microsoft.com/office/drawing/2014/main" id="{9699BC49-39B4-B8EE-A7DA-69555AC3DC4C}"/>
                </a:ext>
              </a:extLst>
            </p:cNvPr>
            <p:cNvSpPr/>
            <p:nvPr/>
          </p:nvSpPr>
          <p:spPr>
            <a:xfrm>
              <a:off x="610099" y="3780444"/>
              <a:ext cx="2455830" cy="567111"/>
            </a:xfrm>
            <a:prstGeom prst="roundRect">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GB" dirty="0">
                <a:solidFill>
                  <a:schemeClr val="bg1"/>
                </a:solidFill>
              </a:endParaRPr>
            </a:p>
          </p:txBody>
        </p:sp>
        <p:sp>
          <p:nvSpPr>
            <p:cNvPr id="44" name="TextBox 43">
              <a:extLst>
                <a:ext uri="{FF2B5EF4-FFF2-40B4-BE49-F238E27FC236}">
                  <a16:creationId xmlns:a16="http://schemas.microsoft.com/office/drawing/2014/main" id="{F90A3626-1690-BEEC-9D60-296832E0EAA0}"/>
                </a:ext>
              </a:extLst>
            </p:cNvPr>
            <p:cNvSpPr txBox="1"/>
            <p:nvPr/>
          </p:nvSpPr>
          <p:spPr>
            <a:xfrm>
              <a:off x="1187998" y="3877989"/>
              <a:ext cx="1616557" cy="372021"/>
            </a:xfrm>
            <a:prstGeom prst="rect">
              <a:avLst/>
            </a:prstGeom>
            <a:noFill/>
          </p:spPr>
          <p:txBody>
            <a:bodyPr wrap="square" lIns="0" tIns="0" rIns="0" bIns="0" rtlCol="0">
              <a:noAutofit/>
            </a:bodyPr>
            <a:lstStyle/>
            <a:p>
              <a:pPr defTabSz="912276" fontAlgn="base">
                <a:spcAft>
                  <a:spcPts val="1000"/>
                </a:spcAft>
                <a:buClr>
                  <a:schemeClr val="bg1"/>
                </a:buClr>
                <a:buSzPct val="100000"/>
              </a:pPr>
              <a:r>
                <a:rPr lang="en-GB" dirty="0">
                  <a:solidFill>
                    <a:schemeClr val="bg1"/>
                  </a:solidFill>
                </a:rPr>
                <a:t>dmomrk033343</a:t>
              </a:r>
              <a:endParaRPr lang="en-GB" sz="2400" kern="1200" dirty="0">
                <a:solidFill>
                  <a:schemeClr val="bg1"/>
                </a:solidFill>
                <a:latin typeface="+mn-lt"/>
                <a:ea typeface="ＭＳ Ｐゴシック" charset="0"/>
              </a:endParaRPr>
            </a:p>
          </p:txBody>
        </p:sp>
        <p:pic>
          <p:nvPicPr>
            <p:cNvPr id="45" name="dark2" descr="Shield Tick with solid fill">
              <a:extLst>
                <a:ext uri="{FF2B5EF4-FFF2-40B4-BE49-F238E27FC236}">
                  <a16:creationId xmlns:a16="http://schemas.microsoft.com/office/drawing/2014/main" id="{2F4C06C7-8F9B-FE14-E680-F22570DE1C06}"/>
                </a:ext>
              </a:extLst>
            </p:cNvPr>
            <p:cNvPicPr>
              <a:picLocks noChangeAspect="1"/>
            </p:cNvPicPr>
            <p:nvPr>
              <p:custDataLst>
                <p:tags r:id="rId1"/>
              </p:custDataLst>
            </p:nvPr>
          </p:nvPicPr>
          <p:blipFill>
            <a:blip>
              <a:extLst>
                <a:ext uri="{96DAC541-7B7A-43D3-8B79-37D633B846F1}">
                  <asvg:svgBlip xmlns:asvg="http://schemas.microsoft.com/office/drawing/2016/SVG/main" r:embed="rId7"/>
                </a:ext>
              </a:extLst>
            </a:blip>
            <a:srcRect/>
            <a:stretch/>
          </p:blipFill>
          <p:spPr>
            <a:xfrm>
              <a:off x="646167" y="3835399"/>
              <a:ext cx="441270" cy="457200"/>
            </a:xfrm>
            <a:prstGeom prst="rect">
              <a:avLst/>
            </a:prstGeom>
          </p:spPr>
        </p:pic>
      </p:grpSp>
      <p:sp>
        <p:nvSpPr>
          <p:cNvPr id="64" name="Oval 63">
            <a:extLst>
              <a:ext uri="{FF2B5EF4-FFF2-40B4-BE49-F238E27FC236}">
                <a16:creationId xmlns:a16="http://schemas.microsoft.com/office/drawing/2014/main" id="{A3DF03F1-403A-AC07-2AA9-D83A7EE5962F}"/>
              </a:ext>
            </a:extLst>
          </p:cNvPr>
          <p:cNvSpPr/>
          <p:nvPr/>
        </p:nvSpPr>
        <p:spPr>
          <a:xfrm>
            <a:off x="3744312" y="3547674"/>
            <a:ext cx="274320" cy="274320"/>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sz="1100" dirty="0">
                <a:solidFill>
                  <a:schemeClr val="bg1"/>
                </a:solidFill>
              </a:rPr>
              <a:t>1</a:t>
            </a:r>
            <a:endParaRPr lang="en-GB" sz="1100" dirty="0">
              <a:solidFill>
                <a:schemeClr val="bg1"/>
              </a:solidFill>
            </a:endParaRPr>
          </a:p>
        </p:txBody>
      </p:sp>
      <p:sp>
        <p:nvSpPr>
          <p:cNvPr id="65" name="Oval 64">
            <a:extLst>
              <a:ext uri="{FF2B5EF4-FFF2-40B4-BE49-F238E27FC236}">
                <a16:creationId xmlns:a16="http://schemas.microsoft.com/office/drawing/2014/main" id="{332CFB46-D93F-E3D9-3A01-98E7A58523DD}"/>
              </a:ext>
            </a:extLst>
          </p:cNvPr>
          <p:cNvSpPr/>
          <p:nvPr/>
        </p:nvSpPr>
        <p:spPr>
          <a:xfrm>
            <a:off x="567384" y="4341239"/>
            <a:ext cx="274320" cy="274320"/>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sz="1100" dirty="0">
                <a:solidFill>
                  <a:schemeClr val="bg1"/>
                </a:solidFill>
              </a:rPr>
              <a:t>2</a:t>
            </a:r>
            <a:endParaRPr lang="en-GB" sz="1100" dirty="0">
              <a:solidFill>
                <a:schemeClr val="bg1"/>
              </a:solidFill>
            </a:endParaRPr>
          </a:p>
        </p:txBody>
      </p:sp>
      <p:sp>
        <p:nvSpPr>
          <p:cNvPr id="66" name="Oval 65">
            <a:extLst>
              <a:ext uri="{FF2B5EF4-FFF2-40B4-BE49-F238E27FC236}">
                <a16:creationId xmlns:a16="http://schemas.microsoft.com/office/drawing/2014/main" id="{F899EA8E-9BA9-9CF4-2D54-7EF5D63BE9A0}"/>
              </a:ext>
            </a:extLst>
          </p:cNvPr>
          <p:cNvSpPr/>
          <p:nvPr/>
        </p:nvSpPr>
        <p:spPr>
          <a:xfrm>
            <a:off x="1458689" y="5939092"/>
            <a:ext cx="274320" cy="274320"/>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sz="1100" dirty="0">
                <a:solidFill>
                  <a:schemeClr val="bg1"/>
                </a:solidFill>
              </a:rPr>
              <a:t>3</a:t>
            </a:r>
            <a:endParaRPr lang="en-GB" sz="1100" dirty="0">
              <a:solidFill>
                <a:schemeClr val="bg1"/>
              </a:solidFill>
            </a:endParaRPr>
          </a:p>
        </p:txBody>
      </p:sp>
      <p:sp>
        <p:nvSpPr>
          <p:cNvPr id="67" name="Oval 66">
            <a:extLst>
              <a:ext uri="{FF2B5EF4-FFF2-40B4-BE49-F238E27FC236}">
                <a16:creationId xmlns:a16="http://schemas.microsoft.com/office/drawing/2014/main" id="{4ADD7229-B47F-7511-5149-AA7784CA2335}"/>
              </a:ext>
            </a:extLst>
          </p:cNvPr>
          <p:cNvSpPr/>
          <p:nvPr/>
        </p:nvSpPr>
        <p:spPr>
          <a:xfrm>
            <a:off x="2944921" y="5939092"/>
            <a:ext cx="274320" cy="274320"/>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sz="1100" dirty="0">
                <a:solidFill>
                  <a:schemeClr val="bg1"/>
                </a:solidFill>
              </a:rPr>
              <a:t>4</a:t>
            </a:r>
            <a:endParaRPr lang="en-GB" sz="1100" dirty="0">
              <a:solidFill>
                <a:schemeClr val="bg1"/>
              </a:solidFill>
            </a:endParaRPr>
          </a:p>
        </p:txBody>
      </p:sp>
      <p:sp>
        <p:nvSpPr>
          <p:cNvPr id="68" name="Oval 67">
            <a:extLst>
              <a:ext uri="{FF2B5EF4-FFF2-40B4-BE49-F238E27FC236}">
                <a16:creationId xmlns:a16="http://schemas.microsoft.com/office/drawing/2014/main" id="{4668EF07-24D0-AF18-B16A-54B690FCA614}"/>
              </a:ext>
            </a:extLst>
          </p:cNvPr>
          <p:cNvSpPr/>
          <p:nvPr/>
        </p:nvSpPr>
        <p:spPr>
          <a:xfrm>
            <a:off x="4526546" y="5939092"/>
            <a:ext cx="274320" cy="274320"/>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sz="1100" dirty="0">
                <a:solidFill>
                  <a:schemeClr val="bg1"/>
                </a:solidFill>
              </a:rPr>
              <a:t>5</a:t>
            </a:r>
            <a:endParaRPr lang="en-GB" sz="1100" dirty="0">
              <a:solidFill>
                <a:schemeClr val="bg1"/>
              </a:solidFill>
            </a:endParaRPr>
          </a:p>
        </p:txBody>
      </p:sp>
      <p:sp>
        <p:nvSpPr>
          <p:cNvPr id="69" name="TextBox 68">
            <a:extLst>
              <a:ext uri="{FF2B5EF4-FFF2-40B4-BE49-F238E27FC236}">
                <a16:creationId xmlns:a16="http://schemas.microsoft.com/office/drawing/2014/main" id="{44225430-E5F3-384D-B734-38EC403695F1}"/>
              </a:ext>
            </a:extLst>
          </p:cNvPr>
          <p:cNvSpPr txBox="1"/>
          <p:nvPr/>
        </p:nvSpPr>
        <p:spPr>
          <a:xfrm>
            <a:off x="731838" y="815122"/>
            <a:ext cx="4848581" cy="2439156"/>
          </a:xfrm>
          <a:prstGeom prst="rect">
            <a:avLst/>
          </a:prstGeom>
          <a:noFill/>
        </p:spPr>
        <p:txBody>
          <a:bodyPr wrap="square" lIns="0" tIns="0" rIns="0" bIns="0" rtlCol="0" anchor="ctr">
            <a:noAutofit/>
          </a:bodyPr>
          <a:lstStyle/>
          <a:p>
            <a:pPr algn="ctr"/>
            <a:r>
              <a:rPr lang="en-GB" sz="1600" b="1" cap="all" dirty="0">
                <a:solidFill>
                  <a:schemeClr val="bg1"/>
                </a:solidFill>
              </a:rPr>
              <a:t>The Asset blueprint</a:t>
            </a:r>
          </a:p>
          <a:p>
            <a:pPr algn="ctr"/>
            <a:endParaRPr lang="en-GB" sz="1400" b="1" cap="all" dirty="0">
              <a:solidFill>
                <a:schemeClr val="bg1"/>
              </a:solidFill>
            </a:endParaRPr>
          </a:p>
          <a:p>
            <a:pPr algn="ctr"/>
            <a:r>
              <a:rPr lang="en-GB" sz="1400" dirty="0">
                <a:solidFill>
                  <a:schemeClr val="bg1"/>
                </a:solidFill>
              </a:rPr>
              <a:t>The </a:t>
            </a:r>
            <a:r>
              <a:rPr lang="en-GB" sz="1400" b="1" dirty="0">
                <a:solidFill>
                  <a:schemeClr val="bg1"/>
                </a:solidFill>
              </a:rPr>
              <a:t>Offer ID </a:t>
            </a:r>
            <a:r>
              <a:rPr lang="en-GB" sz="1400" dirty="0">
                <a:solidFill>
                  <a:schemeClr val="bg1"/>
                </a:solidFill>
              </a:rPr>
              <a:t>serves as a standard, asset-specific taxonomy blueprint that explicitly defines the high-value gated content, experiences, and incentives consumed by our customers. By embedding rich, descriptive context directly into the lead record, it arms sales teams with the immediate intelligence needed to initiate highly targeted conversations while </a:t>
            </a:r>
            <a:r>
              <a:rPr lang="en-GB" sz="1400" dirty="0" err="1">
                <a:solidFill>
                  <a:schemeClr val="bg1"/>
                </a:solidFill>
              </a:rPr>
              <a:t>fueling</a:t>
            </a:r>
            <a:r>
              <a:rPr lang="en-GB" sz="1400" dirty="0">
                <a:solidFill>
                  <a:schemeClr val="bg1"/>
                </a:solidFill>
              </a:rPr>
              <a:t> downstream product marketing analytics to isolate and scale our highest-converting digital assets.</a:t>
            </a:r>
          </a:p>
        </p:txBody>
      </p:sp>
    </p:spTree>
    <p:extLst>
      <p:ext uri="{BB962C8B-B14F-4D97-AF65-F5344CB8AC3E}">
        <p14:creationId xmlns:p14="http://schemas.microsoft.com/office/powerpoint/2010/main" val="30106291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CD1F07-23DD-2793-986A-272AE43F86B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7B0B601-F87D-AF19-99EC-EC80ECAD37C5}"/>
              </a:ext>
            </a:extLst>
          </p:cNvPr>
          <p:cNvSpPr>
            <a:spLocks noGrp="1"/>
          </p:cNvSpPr>
          <p:nvPr>
            <p:ph type="title"/>
          </p:nvPr>
        </p:nvSpPr>
        <p:spPr/>
        <p:txBody>
          <a:bodyPr/>
          <a:lstStyle/>
          <a:p>
            <a:r>
              <a:rPr lang="en-US" dirty="0"/>
              <a:t>Anatomy of a Deal</a:t>
            </a:r>
            <a:endParaRPr lang="en-GB" dirty="0"/>
          </a:p>
        </p:txBody>
      </p:sp>
      <p:cxnSp>
        <p:nvCxnSpPr>
          <p:cNvPr id="5" name="Straight Connector 4">
            <a:extLst>
              <a:ext uri="{FF2B5EF4-FFF2-40B4-BE49-F238E27FC236}">
                <a16:creationId xmlns:a16="http://schemas.microsoft.com/office/drawing/2014/main" id="{EBF45213-9D52-2D43-56E5-A784F602977C}"/>
              </a:ext>
            </a:extLst>
          </p:cNvPr>
          <p:cNvCxnSpPr>
            <a:cxnSpLocks/>
          </p:cNvCxnSpPr>
          <p:nvPr/>
        </p:nvCxnSpPr>
        <p:spPr>
          <a:xfrm>
            <a:off x="6456918" y="993089"/>
            <a:ext cx="0" cy="5120640"/>
          </a:xfrm>
          <a:prstGeom prst="line">
            <a:avLst/>
          </a:prstGeom>
          <a:noFill/>
          <a:ln w="44450">
            <a:gradFill>
              <a:gsLst>
                <a:gs pos="37000">
                  <a:srgbClr val="02C8FF"/>
                </a:gs>
                <a:gs pos="5000">
                  <a:srgbClr val="0A60FF"/>
                </a:gs>
                <a:gs pos="44000">
                  <a:srgbClr val="02C8FF"/>
                </a:gs>
                <a:gs pos="75000">
                  <a:srgbClr val="FF007F"/>
                </a:gs>
                <a:gs pos="95000">
                  <a:srgbClr val="FF9000"/>
                </a:gs>
              </a:gsLst>
              <a:lin ang="5400000" scaled="1"/>
            </a:gradFill>
            <a:prstDash val="solid"/>
          </a:ln>
          <a:effectLst/>
        </p:spPr>
        <p:style>
          <a:lnRef idx="2">
            <a:schemeClr val="accent1">
              <a:shade val="50000"/>
            </a:schemeClr>
          </a:lnRef>
          <a:fillRef idx="1">
            <a:schemeClr val="accent1"/>
          </a:fillRef>
          <a:effectRef idx="0">
            <a:schemeClr val="accent1"/>
          </a:effectRef>
          <a:fontRef idx="minor">
            <a:schemeClr val="lt1"/>
          </a:fontRef>
        </p:style>
      </p:cxnSp>
      <p:grpSp>
        <p:nvGrpSpPr>
          <p:cNvPr id="45" name="Group 44">
            <a:extLst>
              <a:ext uri="{FF2B5EF4-FFF2-40B4-BE49-F238E27FC236}">
                <a16:creationId xmlns:a16="http://schemas.microsoft.com/office/drawing/2014/main" id="{4FA862C9-A3F6-81A8-DF99-86257C9F5EF4}"/>
              </a:ext>
            </a:extLst>
          </p:cNvPr>
          <p:cNvGrpSpPr/>
          <p:nvPr/>
        </p:nvGrpSpPr>
        <p:grpSpPr>
          <a:xfrm>
            <a:off x="6713574" y="1402507"/>
            <a:ext cx="5179799" cy="529877"/>
            <a:chOff x="6688351" y="1148775"/>
            <a:chExt cx="5179799" cy="529877"/>
          </a:xfrm>
        </p:grpSpPr>
        <p:sp>
          <p:nvSpPr>
            <p:cNvPr id="12" name="Rectangle: Rounded Corners 11">
              <a:extLst>
                <a:ext uri="{FF2B5EF4-FFF2-40B4-BE49-F238E27FC236}">
                  <a16:creationId xmlns:a16="http://schemas.microsoft.com/office/drawing/2014/main" id="{9A321B0C-8168-1F2C-59E0-CD2DEF732B0E}"/>
                </a:ext>
              </a:extLst>
            </p:cNvPr>
            <p:cNvSpPr/>
            <p:nvPr/>
          </p:nvSpPr>
          <p:spPr>
            <a:xfrm>
              <a:off x="7936230" y="1176154"/>
              <a:ext cx="3931920" cy="475118"/>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3" name="Arrow: Pentagon 12">
              <a:extLst>
                <a:ext uri="{FF2B5EF4-FFF2-40B4-BE49-F238E27FC236}">
                  <a16:creationId xmlns:a16="http://schemas.microsoft.com/office/drawing/2014/main" id="{559E30BA-8C83-0D5F-927D-394ADADEA408}"/>
                </a:ext>
              </a:extLst>
            </p:cNvPr>
            <p:cNvSpPr/>
            <p:nvPr/>
          </p:nvSpPr>
          <p:spPr>
            <a:xfrm>
              <a:off x="7035263" y="1176154"/>
              <a:ext cx="1532098" cy="475118"/>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4" name="TextBox 13">
              <a:extLst>
                <a:ext uri="{FF2B5EF4-FFF2-40B4-BE49-F238E27FC236}">
                  <a16:creationId xmlns:a16="http://schemas.microsoft.com/office/drawing/2014/main" id="{4F382676-8F4F-C677-2888-94291C87C179}"/>
                </a:ext>
              </a:extLst>
            </p:cNvPr>
            <p:cNvSpPr txBox="1"/>
            <p:nvPr/>
          </p:nvSpPr>
          <p:spPr>
            <a:xfrm>
              <a:off x="7306063" y="1212059"/>
              <a:ext cx="1260333" cy="403308"/>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400" dirty="0">
                  <a:solidFill>
                    <a:schemeClr val="bg1"/>
                  </a:solidFill>
                  <a:ea typeface="ＭＳ Ｐゴシック" charset="0"/>
                </a:rPr>
                <a:t>Channel Performance</a:t>
              </a:r>
              <a:endParaRPr lang="en-GB" sz="1400" kern="1200" dirty="0" err="1">
                <a:solidFill>
                  <a:schemeClr val="bg1"/>
                </a:solidFill>
                <a:latin typeface="+mn-lt"/>
                <a:ea typeface="ＭＳ Ｐゴシック" charset="0"/>
              </a:endParaRPr>
            </a:p>
          </p:txBody>
        </p:sp>
        <p:sp>
          <p:nvSpPr>
            <p:cNvPr id="15" name="TextBox 14">
              <a:extLst>
                <a:ext uri="{FF2B5EF4-FFF2-40B4-BE49-F238E27FC236}">
                  <a16:creationId xmlns:a16="http://schemas.microsoft.com/office/drawing/2014/main" id="{FFD74087-46DE-8058-351F-F8D57EA08B94}"/>
                </a:ext>
              </a:extLst>
            </p:cNvPr>
            <p:cNvSpPr txBox="1"/>
            <p:nvPr/>
          </p:nvSpPr>
          <p:spPr>
            <a:xfrm>
              <a:off x="8640917" y="1197872"/>
              <a:ext cx="3057097" cy="453399"/>
            </a:xfrm>
            <a:prstGeom prst="rect">
              <a:avLst/>
            </a:prstGeom>
            <a:noFill/>
          </p:spPr>
          <p:txBody>
            <a:bodyPr wrap="square" lIns="0" tIns="0" rIns="0" bIns="0" rtlCol="0">
              <a:noAutofit/>
            </a:bodyPr>
            <a:lstStyle>
              <a:defPPr>
                <a:defRPr lang="en-US"/>
              </a:defPPr>
              <a:lvl1pPr lvl="0" indent="0" eaLnBrk="0" fontAlgn="base" hangingPunct="0">
                <a:spcBef>
                  <a:spcPct val="0"/>
                </a:spcBef>
                <a:spcAft>
                  <a:spcPct val="0"/>
                </a:spcAft>
                <a:buClrTx/>
                <a:buSzTx/>
                <a:buFont typeface="Arial" panose="020B0604020202020204" pitchFamily="34" charset="0"/>
                <a:buNone/>
                <a:defRPr sz="1000">
                  <a:solidFill>
                    <a:schemeClr val="bg1"/>
                  </a:solidFill>
                  <a:latin typeface="Arial" panose="020B0604020202020204" pitchFamily="34" charset="0"/>
                </a:defRPr>
              </a:lvl1pPr>
            </a:lstStyle>
            <a:p>
              <a:r>
                <a:rPr lang="en-GB" dirty="0"/>
                <a:t>A single deal can contain multiple touchpoints, correct Drive To IDs ensure that every interaction is accurately bucketed into its specific channel vehicle</a:t>
              </a:r>
              <a:endParaRPr lang="en-US" altLang="en-US" dirty="0"/>
            </a:p>
          </p:txBody>
        </p:sp>
        <p:sp>
          <p:nvSpPr>
            <p:cNvPr id="16" name="Oval 15">
              <a:extLst>
                <a:ext uri="{FF2B5EF4-FFF2-40B4-BE49-F238E27FC236}">
                  <a16:creationId xmlns:a16="http://schemas.microsoft.com/office/drawing/2014/main" id="{9C8C1588-5B21-006B-1C15-B32242A01269}"/>
                </a:ext>
              </a:extLst>
            </p:cNvPr>
            <p:cNvSpPr/>
            <p:nvPr/>
          </p:nvSpPr>
          <p:spPr>
            <a:xfrm>
              <a:off x="6688351" y="1148775"/>
              <a:ext cx="529877" cy="52987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1</a:t>
              </a:r>
              <a:endParaRPr lang="en-GB" dirty="0">
                <a:solidFill>
                  <a:schemeClr val="bg1"/>
                </a:solidFill>
              </a:endParaRPr>
            </a:p>
          </p:txBody>
        </p:sp>
      </p:grpSp>
      <p:grpSp>
        <p:nvGrpSpPr>
          <p:cNvPr id="44" name="Group 43">
            <a:extLst>
              <a:ext uri="{FF2B5EF4-FFF2-40B4-BE49-F238E27FC236}">
                <a16:creationId xmlns:a16="http://schemas.microsoft.com/office/drawing/2014/main" id="{0DD825D5-A677-1702-F717-AC9CB5462F9E}"/>
              </a:ext>
            </a:extLst>
          </p:cNvPr>
          <p:cNvGrpSpPr/>
          <p:nvPr/>
        </p:nvGrpSpPr>
        <p:grpSpPr>
          <a:xfrm>
            <a:off x="6713574" y="2371216"/>
            <a:ext cx="5179799" cy="502497"/>
            <a:chOff x="6688351" y="2157402"/>
            <a:chExt cx="5179799" cy="529877"/>
          </a:xfrm>
        </p:grpSpPr>
        <p:sp>
          <p:nvSpPr>
            <p:cNvPr id="18" name="Rectangle: Rounded Corners 17">
              <a:extLst>
                <a:ext uri="{FF2B5EF4-FFF2-40B4-BE49-F238E27FC236}">
                  <a16:creationId xmlns:a16="http://schemas.microsoft.com/office/drawing/2014/main" id="{2DFB257E-383B-2CE3-C417-94598BCD9D2A}"/>
                </a:ext>
              </a:extLst>
            </p:cNvPr>
            <p:cNvSpPr/>
            <p:nvPr/>
          </p:nvSpPr>
          <p:spPr>
            <a:xfrm>
              <a:off x="7936230" y="2184781"/>
              <a:ext cx="3931920" cy="475118"/>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9" name="Arrow: Pentagon 18">
              <a:extLst>
                <a:ext uri="{FF2B5EF4-FFF2-40B4-BE49-F238E27FC236}">
                  <a16:creationId xmlns:a16="http://schemas.microsoft.com/office/drawing/2014/main" id="{83F45001-3F09-89EF-39A1-5F9C685781AA}"/>
                </a:ext>
              </a:extLst>
            </p:cNvPr>
            <p:cNvSpPr/>
            <p:nvPr/>
          </p:nvSpPr>
          <p:spPr>
            <a:xfrm>
              <a:off x="7035263" y="2184781"/>
              <a:ext cx="1532098" cy="475118"/>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20" name="TextBox 19">
              <a:extLst>
                <a:ext uri="{FF2B5EF4-FFF2-40B4-BE49-F238E27FC236}">
                  <a16:creationId xmlns:a16="http://schemas.microsoft.com/office/drawing/2014/main" id="{FF288F9A-E87E-0734-4946-2393E69A55BD}"/>
                </a:ext>
              </a:extLst>
            </p:cNvPr>
            <p:cNvSpPr txBox="1"/>
            <p:nvPr/>
          </p:nvSpPr>
          <p:spPr>
            <a:xfrm>
              <a:off x="7307028" y="2233111"/>
              <a:ext cx="1140447" cy="384143"/>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400" kern="1200" dirty="0">
                  <a:solidFill>
                    <a:schemeClr val="bg1"/>
                  </a:solidFill>
                  <a:latin typeface="+mn-lt"/>
                  <a:ea typeface="ＭＳ Ｐゴシック" charset="0"/>
                </a:rPr>
                <a:t>Asset Attribution</a:t>
              </a:r>
              <a:endParaRPr lang="en-GB" sz="1400" kern="1200" dirty="0" err="1">
                <a:solidFill>
                  <a:schemeClr val="bg1"/>
                </a:solidFill>
                <a:latin typeface="+mn-lt"/>
                <a:ea typeface="ＭＳ Ｐゴシック" charset="0"/>
              </a:endParaRPr>
            </a:p>
          </p:txBody>
        </p:sp>
        <p:sp>
          <p:nvSpPr>
            <p:cNvPr id="21" name="TextBox 20">
              <a:extLst>
                <a:ext uri="{FF2B5EF4-FFF2-40B4-BE49-F238E27FC236}">
                  <a16:creationId xmlns:a16="http://schemas.microsoft.com/office/drawing/2014/main" id="{849E85F6-015E-AF9A-E8EC-33A45880C05A}"/>
                </a:ext>
              </a:extLst>
            </p:cNvPr>
            <p:cNvSpPr txBox="1"/>
            <p:nvPr/>
          </p:nvSpPr>
          <p:spPr>
            <a:xfrm>
              <a:off x="8640918" y="2184782"/>
              <a:ext cx="3155696" cy="475117"/>
            </a:xfrm>
            <a:prstGeom prst="rect">
              <a:avLst/>
            </a:prstGeom>
            <a:noFill/>
          </p:spPr>
          <p:txBody>
            <a:bodyPr wrap="square" lIns="0" tIns="0" rIns="0" bIns="0" rtlCol="0">
              <a:noAutofit/>
            </a:bodyPr>
            <a:lstStyle>
              <a:defPPr>
                <a:defRPr lang="en-US"/>
              </a:defPPr>
              <a:lvl1pPr lvl="0" indent="0" eaLnBrk="0" fontAlgn="base" hangingPunct="0">
                <a:spcBef>
                  <a:spcPct val="0"/>
                </a:spcBef>
                <a:spcAft>
                  <a:spcPct val="0"/>
                </a:spcAft>
                <a:buClrTx/>
                <a:buSzTx/>
                <a:buFont typeface="Arial" panose="020B0604020202020204" pitchFamily="34" charset="0"/>
                <a:buNone/>
                <a:defRPr sz="1000">
                  <a:solidFill>
                    <a:schemeClr val="bg1"/>
                  </a:solidFill>
                  <a:latin typeface="Arial" panose="020B0604020202020204" pitchFamily="34" charset="0"/>
                </a:defRPr>
              </a:lvl1pPr>
            </a:lstStyle>
            <a:p>
              <a:r>
                <a:rPr lang="en-GB" dirty="0"/>
                <a:t>Capture the assets driving the deal &amp;maps the specific marketing asset to the touchpoint, showing what content types are influencing the pipeline and yielding return.</a:t>
              </a:r>
              <a:endParaRPr lang="en-US" altLang="en-US" dirty="0"/>
            </a:p>
          </p:txBody>
        </p:sp>
        <p:sp>
          <p:nvSpPr>
            <p:cNvPr id="22" name="Oval 21">
              <a:extLst>
                <a:ext uri="{FF2B5EF4-FFF2-40B4-BE49-F238E27FC236}">
                  <a16:creationId xmlns:a16="http://schemas.microsoft.com/office/drawing/2014/main" id="{E60A00E2-DE63-3102-21CB-59F658319B36}"/>
                </a:ext>
              </a:extLst>
            </p:cNvPr>
            <p:cNvSpPr/>
            <p:nvPr/>
          </p:nvSpPr>
          <p:spPr>
            <a:xfrm>
              <a:off x="6688351" y="2157402"/>
              <a:ext cx="529877" cy="52987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2</a:t>
              </a:r>
              <a:endParaRPr lang="en-GB" dirty="0">
                <a:solidFill>
                  <a:schemeClr val="bg1"/>
                </a:solidFill>
              </a:endParaRPr>
            </a:p>
          </p:txBody>
        </p:sp>
      </p:grpSp>
      <p:grpSp>
        <p:nvGrpSpPr>
          <p:cNvPr id="43" name="Group 42">
            <a:extLst>
              <a:ext uri="{FF2B5EF4-FFF2-40B4-BE49-F238E27FC236}">
                <a16:creationId xmlns:a16="http://schemas.microsoft.com/office/drawing/2014/main" id="{1B828408-36C8-CCE4-D4FD-4B18A6935A51}"/>
              </a:ext>
            </a:extLst>
          </p:cNvPr>
          <p:cNvGrpSpPr/>
          <p:nvPr/>
        </p:nvGrpSpPr>
        <p:grpSpPr>
          <a:xfrm>
            <a:off x="6713574" y="3312545"/>
            <a:ext cx="5179799" cy="529877"/>
            <a:chOff x="6688351" y="3166029"/>
            <a:chExt cx="5179799" cy="529877"/>
          </a:xfrm>
        </p:grpSpPr>
        <p:sp>
          <p:nvSpPr>
            <p:cNvPr id="24" name="Rectangle: Rounded Corners 23">
              <a:extLst>
                <a:ext uri="{FF2B5EF4-FFF2-40B4-BE49-F238E27FC236}">
                  <a16:creationId xmlns:a16="http://schemas.microsoft.com/office/drawing/2014/main" id="{BC381175-E903-57C2-7DEB-B448134C276E}"/>
                </a:ext>
              </a:extLst>
            </p:cNvPr>
            <p:cNvSpPr/>
            <p:nvPr/>
          </p:nvSpPr>
          <p:spPr>
            <a:xfrm>
              <a:off x="7936230" y="3193408"/>
              <a:ext cx="3931920" cy="475118"/>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25" name="Arrow: Pentagon 24">
              <a:extLst>
                <a:ext uri="{FF2B5EF4-FFF2-40B4-BE49-F238E27FC236}">
                  <a16:creationId xmlns:a16="http://schemas.microsoft.com/office/drawing/2014/main" id="{53CD8DA6-77FA-6F63-DD90-774CD08F090C}"/>
                </a:ext>
              </a:extLst>
            </p:cNvPr>
            <p:cNvSpPr/>
            <p:nvPr/>
          </p:nvSpPr>
          <p:spPr>
            <a:xfrm>
              <a:off x="7035263" y="3193408"/>
              <a:ext cx="1532098" cy="475118"/>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26" name="TextBox 25">
              <a:extLst>
                <a:ext uri="{FF2B5EF4-FFF2-40B4-BE49-F238E27FC236}">
                  <a16:creationId xmlns:a16="http://schemas.microsoft.com/office/drawing/2014/main" id="{A360154A-406B-E029-7E68-8C21C16D40FB}"/>
                </a:ext>
              </a:extLst>
            </p:cNvPr>
            <p:cNvSpPr txBox="1"/>
            <p:nvPr/>
          </p:nvSpPr>
          <p:spPr>
            <a:xfrm>
              <a:off x="7307028" y="3341520"/>
              <a:ext cx="1140447" cy="178894"/>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HVE</a:t>
              </a:r>
              <a:endParaRPr lang="en-GB" sz="1600" kern="1200" dirty="0" err="1">
                <a:solidFill>
                  <a:schemeClr val="bg1"/>
                </a:solidFill>
                <a:latin typeface="+mn-lt"/>
                <a:ea typeface="ＭＳ Ｐゴシック" charset="0"/>
              </a:endParaRPr>
            </a:p>
          </p:txBody>
        </p:sp>
        <p:sp>
          <p:nvSpPr>
            <p:cNvPr id="27" name="TextBox 26">
              <a:extLst>
                <a:ext uri="{FF2B5EF4-FFF2-40B4-BE49-F238E27FC236}">
                  <a16:creationId xmlns:a16="http://schemas.microsoft.com/office/drawing/2014/main" id="{C6329310-4F41-7AE8-AEC4-3108C710BF1E}"/>
                </a:ext>
              </a:extLst>
            </p:cNvPr>
            <p:cNvSpPr txBox="1"/>
            <p:nvPr/>
          </p:nvSpPr>
          <p:spPr>
            <a:xfrm>
              <a:off x="8640918" y="3267465"/>
              <a:ext cx="3211254" cy="327005"/>
            </a:xfrm>
            <a:prstGeom prst="rect">
              <a:avLst/>
            </a:prstGeom>
            <a:noFill/>
          </p:spPr>
          <p:txBody>
            <a:bodyPr wrap="square" lIns="0" tIns="0" rIns="0" bIns="0" rtlCol="0">
              <a:noAutofit/>
            </a:bodyPr>
            <a:lstStyle>
              <a:defPPr>
                <a:defRPr lang="en-US"/>
              </a:defPPr>
              <a:lvl1pPr lvl="0" indent="0" eaLnBrk="0" fontAlgn="base" hangingPunct="0">
                <a:spcBef>
                  <a:spcPct val="0"/>
                </a:spcBef>
                <a:spcAft>
                  <a:spcPct val="0"/>
                </a:spcAft>
                <a:buClrTx/>
                <a:buSzTx/>
                <a:buFont typeface="Arial" panose="020B0604020202020204" pitchFamily="34" charset="0"/>
                <a:buNone/>
                <a:defRPr sz="1000">
                  <a:solidFill>
                    <a:schemeClr val="bg1"/>
                  </a:solidFill>
                  <a:latin typeface="Arial" panose="020B0604020202020204" pitchFamily="34" charset="0"/>
                </a:defRPr>
              </a:lvl1pPr>
            </a:lstStyle>
            <a:p>
              <a:r>
                <a:rPr lang="en-GB" dirty="0"/>
                <a:t>Touchpoint data for the HVE dataset aligns to Offer &amp; Drive To IDs </a:t>
              </a:r>
            </a:p>
          </p:txBody>
        </p:sp>
        <p:sp>
          <p:nvSpPr>
            <p:cNvPr id="28" name="Oval 27">
              <a:extLst>
                <a:ext uri="{FF2B5EF4-FFF2-40B4-BE49-F238E27FC236}">
                  <a16:creationId xmlns:a16="http://schemas.microsoft.com/office/drawing/2014/main" id="{00027D43-DAB5-CB35-BA75-AAA022974886}"/>
                </a:ext>
              </a:extLst>
            </p:cNvPr>
            <p:cNvSpPr/>
            <p:nvPr/>
          </p:nvSpPr>
          <p:spPr>
            <a:xfrm>
              <a:off x="6688351" y="3166029"/>
              <a:ext cx="529877" cy="52987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3</a:t>
              </a:r>
              <a:endParaRPr lang="en-GB" dirty="0">
                <a:solidFill>
                  <a:schemeClr val="bg1"/>
                </a:solidFill>
              </a:endParaRPr>
            </a:p>
          </p:txBody>
        </p:sp>
      </p:grpSp>
      <p:grpSp>
        <p:nvGrpSpPr>
          <p:cNvPr id="10" name="Group 9">
            <a:extLst>
              <a:ext uri="{FF2B5EF4-FFF2-40B4-BE49-F238E27FC236}">
                <a16:creationId xmlns:a16="http://schemas.microsoft.com/office/drawing/2014/main" id="{559503A4-BA06-4646-B62A-7EE1DBB4212B}"/>
              </a:ext>
            </a:extLst>
          </p:cNvPr>
          <p:cNvGrpSpPr/>
          <p:nvPr/>
        </p:nvGrpSpPr>
        <p:grpSpPr>
          <a:xfrm>
            <a:off x="6713574" y="4281254"/>
            <a:ext cx="5179799" cy="529877"/>
            <a:chOff x="6688350" y="3737064"/>
            <a:chExt cx="5179799" cy="529877"/>
          </a:xfrm>
        </p:grpSpPr>
        <p:sp>
          <p:nvSpPr>
            <p:cNvPr id="30" name="Rectangle: Rounded Corners 29">
              <a:extLst>
                <a:ext uri="{FF2B5EF4-FFF2-40B4-BE49-F238E27FC236}">
                  <a16:creationId xmlns:a16="http://schemas.microsoft.com/office/drawing/2014/main" id="{AFDDC9D5-B167-F568-75EB-B5E55EC56A56}"/>
                </a:ext>
              </a:extLst>
            </p:cNvPr>
            <p:cNvSpPr/>
            <p:nvPr/>
          </p:nvSpPr>
          <p:spPr>
            <a:xfrm>
              <a:off x="7936229" y="3764443"/>
              <a:ext cx="3931920" cy="475118"/>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31" name="Arrow: Pentagon 30">
              <a:extLst>
                <a:ext uri="{FF2B5EF4-FFF2-40B4-BE49-F238E27FC236}">
                  <a16:creationId xmlns:a16="http://schemas.microsoft.com/office/drawing/2014/main" id="{D40AFDC1-2C87-0548-AD43-1FA6EF92F6A7}"/>
                </a:ext>
              </a:extLst>
            </p:cNvPr>
            <p:cNvSpPr/>
            <p:nvPr/>
          </p:nvSpPr>
          <p:spPr>
            <a:xfrm>
              <a:off x="7035262" y="3764443"/>
              <a:ext cx="1532098" cy="475118"/>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32" name="TextBox 31">
              <a:extLst>
                <a:ext uri="{FF2B5EF4-FFF2-40B4-BE49-F238E27FC236}">
                  <a16:creationId xmlns:a16="http://schemas.microsoft.com/office/drawing/2014/main" id="{F1CA5E8B-A3AF-C7D9-3E64-68A9C2EC6273}"/>
                </a:ext>
              </a:extLst>
            </p:cNvPr>
            <p:cNvSpPr txBox="1"/>
            <p:nvPr/>
          </p:nvSpPr>
          <p:spPr>
            <a:xfrm>
              <a:off x="7322570" y="3838499"/>
              <a:ext cx="1140447" cy="327006"/>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600" dirty="0">
                  <a:solidFill>
                    <a:schemeClr val="bg1"/>
                  </a:solidFill>
                  <a:ea typeface="ＭＳ Ｐゴシック" charset="0"/>
                </a:rPr>
                <a:t>MSP</a:t>
              </a:r>
              <a:endParaRPr lang="en-GB" sz="1600" kern="1200" dirty="0" err="1">
                <a:solidFill>
                  <a:schemeClr val="bg1"/>
                </a:solidFill>
                <a:latin typeface="+mn-lt"/>
                <a:ea typeface="ＭＳ Ｐゴシック" charset="0"/>
              </a:endParaRPr>
            </a:p>
          </p:txBody>
        </p:sp>
        <p:sp>
          <p:nvSpPr>
            <p:cNvPr id="33" name="TextBox 32">
              <a:extLst>
                <a:ext uri="{FF2B5EF4-FFF2-40B4-BE49-F238E27FC236}">
                  <a16:creationId xmlns:a16="http://schemas.microsoft.com/office/drawing/2014/main" id="{F072B336-E52C-5D00-2216-B90498B795D9}"/>
                </a:ext>
              </a:extLst>
            </p:cNvPr>
            <p:cNvSpPr txBox="1"/>
            <p:nvPr/>
          </p:nvSpPr>
          <p:spPr>
            <a:xfrm>
              <a:off x="8640916" y="3842941"/>
              <a:ext cx="3155697" cy="318122"/>
            </a:xfrm>
            <a:prstGeom prst="rect">
              <a:avLst/>
            </a:prstGeom>
            <a:noFill/>
          </p:spPr>
          <p:txBody>
            <a:bodyPr wrap="square" lIns="0" tIns="0" rIns="0" bIns="0" rtlCol="0">
              <a:noAutofit/>
            </a:bodyPr>
            <a:lstStyle>
              <a:defPPr>
                <a:defRPr lang="en-US"/>
              </a:defPPr>
              <a:lvl1pPr lvl="0" indent="0" eaLnBrk="0" fontAlgn="base" hangingPunct="0">
                <a:spcBef>
                  <a:spcPct val="0"/>
                </a:spcBef>
                <a:spcAft>
                  <a:spcPct val="0"/>
                </a:spcAft>
                <a:buClrTx/>
                <a:buSzTx/>
                <a:buFont typeface="Arial" panose="020B0604020202020204" pitchFamily="34" charset="0"/>
                <a:buNone/>
                <a:defRPr sz="1000">
                  <a:solidFill>
                    <a:schemeClr val="bg1"/>
                  </a:solidFill>
                  <a:latin typeface="Arial" panose="020B0604020202020204" pitchFamily="34" charset="0"/>
                </a:defRPr>
              </a:lvl1pPr>
            </a:lstStyle>
            <a:p>
              <a:r>
                <a:rPr lang="en-GB" dirty="0"/>
                <a:t>Ties touchpoints to an actual dollar value, clean data mapping demonstrates impact on revenue.</a:t>
              </a:r>
            </a:p>
          </p:txBody>
        </p:sp>
        <p:sp>
          <p:nvSpPr>
            <p:cNvPr id="34" name="Oval 33">
              <a:extLst>
                <a:ext uri="{FF2B5EF4-FFF2-40B4-BE49-F238E27FC236}">
                  <a16:creationId xmlns:a16="http://schemas.microsoft.com/office/drawing/2014/main" id="{3F15B00E-660D-9D01-0E14-04C6D229388A}"/>
                </a:ext>
              </a:extLst>
            </p:cNvPr>
            <p:cNvSpPr/>
            <p:nvPr/>
          </p:nvSpPr>
          <p:spPr>
            <a:xfrm>
              <a:off x="6688350" y="3737064"/>
              <a:ext cx="529877" cy="52987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4</a:t>
              </a:r>
              <a:endParaRPr lang="en-GB" dirty="0">
                <a:solidFill>
                  <a:schemeClr val="bg1"/>
                </a:solidFill>
              </a:endParaRPr>
            </a:p>
          </p:txBody>
        </p:sp>
      </p:grpSp>
      <p:sp>
        <p:nvSpPr>
          <p:cNvPr id="7" name="TextBox 6">
            <a:extLst>
              <a:ext uri="{FF2B5EF4-FFF2-40B4-BE49-F238E27FC236}">
                <a16:creationId xmlns:a16="http://schemas.microsoft.com/office/drawing/2014/main" id="{3B078C3B-9F42-B6EE-C1C4-EF8714527619}"/>
              </a:ext>
            </a:extLst>
          </p:cNvPr>
          <p:cNvSpPr txBox="1"/>
          <p:nvPr/>
        </p:nvSpPr>
        <p:spPr>
          <a:xfrm>
            <a:off x="537029" y="5920702"/>
            <a:ext cx="2503712" cy="293417"/>
          </a:xfrm>
          <a:prstGeom prst="rect">
            <a:avLst/>
          </a:prstGeom>
          <a:noFill/>
        </p:spPr>
        <p:txBody>
          <a:bodyPr wrap="square" lIns="0" tIns="0" rIns="0" bIns="0" rtlCol="0">
            <a:noAutofit/>
          </a:bodyPr>
          <a:lstStyle/>
          <a:p>
            <a:pPr algn="l"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hlinkClick r:id="rId2"/>
              </a:rPr>
              <a:t>Anatomy of a Deal</a:t>
            </a:r>
            <a:endParaRPr lang="en-GB" sz="1600" kern="1200" dirty="0" err="1">
              <a:solidFill>
                <a:schemeClr val="bg1"/>
              </a:solidFill>
              <a:latin typeface="+mn-lt"/>
              <a:ea typeface="ＭＳ Ｐゴシック" charset="0"/>
            </a:endParaRPr>
          </a:p>
        </p:txBody>
      </p:sp>
      <p:pic>
        <p:nvPicPr>
          <p:cNvPr id="6" name="Picture 5">
            <a:extLst>
              <a:ext uri="{FF2B5EF4-FFF2-40B4-BE49-F238E27FC236}">
                <a16:creationId xmlns:a16="http://schemas.microsoft.com/office/drawing/2014/main" id="{5A6C78D6-BFD3-7491-45E8-F6F846DFC7E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15266" y="1247963"/>
            <a:ext cx="5266615" cy="3830016"/>
          </a:xfrm>
          <a:prstGeom prst="rect">
            <a:avLst/>
          </a:prstGeom>
        </p:spPr>
      </p:pic>
      <p:grpSp>
        <p:nvGrpSpPr>
          <p:cNvPr id="8" name="Group 7">
            <a:extLst>
              <a:ext uri="{FF2B5EF4-FFF2-40B4-BE49-F238E27FC236}">
                <a16:creationId xmlns:a16="http://schemas.microsoft.com/office/drawing/2014/main" id="{23A967B9-AC39-344A-802B-03DE68613744}"/>
              </a:ext>
            </a:extLst>
          </p:cNvPr>
          <p:cNvGrpSpPr/>
          <p:nvPr/>
        </p:nvGrpSpPr>
        <p:grpSpPr>
          <a:xfrm>
            <a:off x="6713574" y="5249964"/>
            <a:ext cx="5179799" cy="529877"/>
            <a:chOff x="6688350" y="3737064"/>
            <a:chExt cx="5179799" cy="529877"/>
          </a:xfrm>
        </p:grpSpPr>
        <p:sp>
          <p:nvSpPr>
            <p:cNvPr id="9" name="Rectangle: Rounded Corners 8">
              <a:extLst>
                <a:ext uri="{FF2B5EF4-FFF2-40B4-BE49-F238E27FC236}">
                  <a16:creationId xmlns:a16="http://schemas.microsoft.com/office/drawing/2014/main" id="{D74E6CA0-D287-5391-09A7-5A7EC2667304}"/>
                </a:ext>
              </a:extLst>
            </p:cNvPr>
            <p:cNvSpPr/>
            <p:nvPr/>
          </p:nvSpPr>
          <p:spPr>
            <a:xfrm>
              <a:off x="7936229" y="3764443"/>
              <a:ext cx="3931920" cy="475118"/>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1" name="Arrow: Pentagon 10">
              <a:extLst>
                <a:ext uri="{FF2B5EF4-FFF2-40B4-BE49-F238E27FC236}">
                  <a16:creationId xmlns:a16="http://schemas.microsoft.com/office/drawing/2014/main" id="{2B8A1DE8-358F-2457-E4C2-3E3A71E62834}"/>
                </a:ext>
              </a:extLst>
            </p:cNvPr>
            <p:cNvSpPr/>
            <p:nvPr/>
          </p:nvSpPr>
          <p:spPr>
            <a:xfrm>
              <a:off x="7035262" y="3764443"/>
              <a:ext cx="1532098" cy="475118"/>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7" name="TextBox 16">
              <a:extLst>
                <a:ext uri="{FF2B5EF4-FFF2-40B4-BE49-F238E27FC236}">
                  <a16:creationId xmlns:a16="http://schemas.microsoft.com/office/drawing/2014/main" id="{5B0EBC0A-34B9-4C9A-8AD8-F430CADD6049}"/>
                </a:ext>
              </a:extLst>
            </p:cNvPr>
            <p:cNvSpPr txBox="1"/>
            <p:nvPr/>
          </p:nvSpPr>
          <p:spPr>
            <a:xfrm>
              <a:off x="7322570" y="3845410"/>
              <a:ext cx="1140447" cy="327006"/>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600" dirty="0">
                  <a:solidFill>
                    <a:schemeClr val="bg1"/>
                  </a:solidFill>
                  <a:ea typeface="ＭＳ Ｐゴシック" charset="0"/>
                </a:rPr>
                <a:t>Budget</a:t>
              </a:r>
              <a:endParaRPr lang="en-GB" sz="1600" kern="1200" dirty="0" err="1">
                <a:solidFill>
                  <a:schemeClr val="bg1"/>
                </a:solidFill>
                <a:latin typeface="+mn-lt"/>
                <a:ea typeface="ＭＳ Ｐゴシック" charset="0"/>
              </a:endParaRPr>
            </a:p>
          </p:txBody>
        </p:sp>
        <p:sp>
          <p:nvSpPr>
            <p:cNvPr id="23" name="TextBox 22">
              <a:extLst>
                <a:ext uri="{FF2B5EF4-FFF2-40B4-BE49-F238E27FC236}">
                  <a16:creationId xmlns:a16="http://schemas.microsoft.com/office/drawing/2014/main" id="{776927CB-AACE-1D21-AE96-BDEA5AC3D0F4}"/>
                </a:ext>
              </a:extLst>
            </p:cNvPr>
            <p:cNvSpPr txBox="1"/>
            <p:nvPr/>
          </p:nvSpPr>
          <p:spPr>
            <a:xfrm>
              <a:off x="8640916" y="3771354"/>
              <a:ext cx="3155697" cy="475118"/>
            </a:xfrm>
            <a:prstGeom prst="rect">
              <a:avLst/>
            </a:prstGeom>
            <a:noFill/>
          </p:spPr>
          <p:txBody>
            <a:bodyPr wrap="square" lIns="0" tIns="0" rIns="0" bIns="0" rtlCol="0">
              <a:noAutofit/>
            </a:bodyPr>
            <a:lstStyle>
              <a:defPPr>
                <a:defRPr lang="en-US"/>
              </a:defPPr>
              <a:lvl1pPr lvl="0" indent="0" eaLnBrk="0" fontAlgn="base" hangingPunct="0">
                <a:spcBef>
                  <a:spcPct val="0"/>
                </a:spcBef>
                <a:spcAft>
                  <a:spcPct val="0"/>
                </a:spcAft>
                <a:buClrTx/>
                <a:buSzTx/>
                <a:buFont typeface="Arial" panose="020B0604020202020204" pitchFamily="34" charset="0"/>
                <a:buNone/>
                <a:defRPr sz="1000">
                  <a:solidFill>
                    <a:schemeClr val="bg1"/>
                  </a:solidFill>
                  <a:latin typeface="Arial" panose="020B0604020202020204" pitchFamily="34" charset="0"/>
                </a:defRPr>
              </a:lvl1pPr>
            </a:lstStyle>
            <a:p>
              <a:r>
                <a:rPr lang="en-GB" dirty="0"/>
                <a:t>Anatomy of a deal show us which combinations of vehicles &amp; content deliver the most cost-effective path to conversion</a:t>
              </a:r>
            </a:p>
          </p:txBody>
        </p:sp>
        <p:sp>
          <p:nvSpPr>
            <p:cNvPr id="29" name="Oval 28">
              <a:extLst>
                <a:ext uri="{FF2B5EF4-FFF2-40B4-BE49-F238E27FC236}">
                  <a16:creationId xmlns:a16="http://schemas.microsoft.com/office/drawing/2014/main" id="{6A3EBAB7-4AB7-C780-2E39-CD70120A534F}"/>
                </a:ext>
              </a:extLst>
            </p:cNvPr>
            <p:cNvSpPr/>
            <p:nvPr/>
          </p:nvSpPr>
          <p:spPr>
            <a:xfrm>
              <a:off x="6688350" y="3737064"/>
              <a:ext cx="529877" cy="52987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5</a:t>
              </a:r>
              <a:endParaRPr lang="en-GB" dirty="0">
                <a:solidFill>
                  <a:schemeClr val="bg1"/>
                </a:solidFill>
              </a:endParaRPr>
            </a:p>
          </p:txBody>
        </p:sp>
      </p:grpSp>
    </p:spTree>
    <p:extLst>
      <p:ext uri="{BB962C8B-B14F-4D97-AF65-F5344CB8AC3E}">
        <p14:creationId xmlns:p14="http://schemas.microsoft.com/office/powerpoint/2010/main" val="397676355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99DE4A-1FE9-E852-F045-423179D092F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35799A-9FC4-E426-CA4F-A6991A9BE27E}"/>
              </a:ext>
            </a:extLst>
          </p:cNvPr>
          <p:cNvSpPr>
            <a:spLocks noGrp="1"/>
          </p:cNvSpPr>
          <p:nvPr>
            <p:ph type="title"/>
          </p:nvPr>
        </p:nvSpPr>
        <p:spPr/>
        <p:txBody>
          <a:bodyPr/>
          <a:lstStyle/>
          <a:p>
            <a:r>
              <a:rPr lang="en-US" dirty="0"/>
              <a:t>Vehicle Demand Performance</a:t>
            </a:r>
            <a:endParaRPr lang="en-GB" dirty="0"/>
          </a:p>
        </p:txBody>
      </p:sp>
      <p:cxnSp>
        <p:nvCxnSpPr>
          <p:cNvPr id="5" name="Straight Connector 4">
            <a:extLst>
              <a:ext uri="{FF2B5EF4-FFF2-40B4-BE49-F238E27FC236}">
                <a16:creationId xmlns:a16="http://schemas.microsoft.com/office/drawing/2014/main" id="{498479BC-DE02-CE6A-9E31-CB76238855A8}"/>
              </a:ext>
            </a:extLst>
          </p:cNvPr>
          <p:cNvCxnSpPr>
            <a:cxnSpLocks/>
          </p:cNvCxnSpPr>
          <p:nvPr/>
        </p:nvCxnSpPr>
        <p:spPr>
          <a:xfrm>
            <a:off x="6456918" y="993089"/>
            <a:ext cx="0" cy="5120640"/>
          </a:xfrm>
          <a:prstGeom prst="line">
            <a:avLst/>
          </a:prstGeom>
          <a:noFill/>
          <a:ln w="44450">
            <a:gradFill>
              <a:gsLst>
                <a:gs pos="37000">
                  <a:srgbClr val="02C8FF"/>
                </a:gs>
                <a:gs pos="5000">
                  <a:srgbClr val="0A60FF"/>
                </a:gs>
                <a:gs pos="44000">
                  <a:srgbClr val="02C8FF"/>
                </a:gs>
                <a:gs pos="75000">
                  <a:srgbClr val="FF007F"/>
                </a:gs>
                <a:gs pos="95000">
                  <a:srgbClr val="FF9000"/>
                </a:gs>
              </a:gsLst>
              <a:lin ang="5400000" scaled="1"/>
            </a:gradFill>
            <a:prstDash val="solid"/>
          </a:ln>
          <a:effectLst/>
        </p:spPr>
        <p:style>
          <a:lnRef idx="2">
            <a:schemeClr val="accent1">
              <a:shade val="50000"/>
            </a:schemeClr>
          </a:lnRef>
          <a:fillRef idx="1">
            <a:schemeClr val="accent1"/>
          </a:fillRef>
          <a:effectRef idx="0">
            <a:schemeClr val="accent1"/>
          </a:effectRef>
          <a:fontRef idx="minor">
            <a:schemeClr val="lt1"/>
          </a:fontRef>
        </p:style>
      </p:cxnSp>
      <p:grpSp>
        <p:nvGrpSpPr>
          <p:cNvPr id="45" name="Group 44">
            <a:extLst>
              <a:ext uri="{FF2B5EF4-FFF2-40B4-BE49-F238E27FC236}">
                <a16:creationId xmlns:a16="http://schemas.microsoft.com/office/drawing/2014/main" id="{29F1ED0A-C466-59AE-9ABE-EEC5FDBB558E}"/>
              </a:ext>
            </a:extLst>
          </p:cNvPr>
          <p:cNvGrpSpPr/>
          <p:nvPr/>
        </p:nvGrpSpPr>
        <p:grpSpPr>
          <a:xfrm>
            <a:off x="6713574" y="1402507"/>
            <a:ext cx="5179799" cy="529877"/>
            <a:chOff x="6688351" y="1148775"/>
            <a:chExt cx="5179799" cy="529877"/>
          </a:xfrm>
        </p:grpSpPr>
        <p:sp>
          <p:nvSpPr>
            <p:cNvPr id="12" name="Rectangle: Rounded Corners 11">
              <a:extLst>
                <a:ext uri="{FF2B5EF4-FFF2-40B4-BE49-F238E27FC236}">
                  <a16:creationId xmlns:a16="http://schemas.microsoft.com/office/drawing/2014/main" id="{E2240AC0-DDCA-D973-26CE-A223B384D8C1}"/>
                </a:ext>
              </a:extLst>
            </p:cNvPr>
            <p:cNvSpPr/>
            <p:nvPr/>
          </p:nvSpPr>
          <p:spPr>
            <a:xfrm>
              <a:off x="7936230" y="1176154"/>
              <a:ext cx="3931920" cy="475118"/>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3" name="Arrow: Pentagon 12">
              <a:extLst>
                <a:ext uri="{FF2B5EF4-FFF2-40B4-BE49-F238E27FC236}">
                  <a16:creationId xmlns:a16="http://schemas.microsoft.com/office/drawing/2014/main" id="{A6951B1D-C327-C557-97EC-9000B272E6AE}"/>
                </a:ext>
              </a:extLst>
            </p:cNvPr>
            <p:cNvSpPr/>
            <p:nvPr/>
          </p:nvSpPr>
          <p:spPr>
            <a:xfrm>
              <a:off x="7035263" y="1176154"/>
              <a:ext cx="1532098" cy="475118"/>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4" name="TextBox 13">
              <a:extLst>
                <a:ext uri="{FF2B5EF4-FFF2-40B4-BE49-F238E27FC236}">
                  <a16:creationId xmlns:a16="http://schemas.microsoft.com/office/drawing/2014/main" id="{84AB1653-1D8E-9412-4211-910E1B1C44DD}"/>
                </a:ext>
              </a:extLst>
            </p:cNvPr>
            <p:cNvSpPr txBox="1"/>
            <p:nvPr/>
          </p:nvSpPr>
          <p:spPr>
            <a:xfrm>
              <a:off x="7306063" y="1212059"/>
              <a:ext cx="1260333" cy="403308"/>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400" dirty="0">
                  <a:solidFill>
                    <a:schemeClr val="bg1"/>
                  </a:solidFill>
                  <a:ea typeface="ＭＳ Ｐゴシック" charset="0"/>
                </a:rPr>
                <a:t>Fair Credit</a:t>
              </a:r>
              <a:endParaRPr lang="en-GB" sz="1400" kern="1200" dirty="0" err="1">
                <a:solidFill>
                  <a:schemeClr val="bg1"/>
                </a:solidFill>
                <a:latin typeface="+mn-lt"/>
                <a:ea typeface="ＭＳ Ｐゴシック" charset="0"/>
              </a:endParaRPr>
            </a:p>
          </p:txBody>
        </p:sp>
        <p:sp>
          <p:nvSpPr>
            <p:cNvPr id="15" name="TextBox 14">
              <a:extLst>
                <a:ext uri="{FF2B5EF4-FFF2-40B4-BE49-F238E27FC236}">
                  <a16:creationId xmlns:a16="http://schemas.microsoft.com/office/drawing/2014/main" id="{866BEB8E-5DE5-41F4-C1BE-996E66D16D6D}"/>
                </a:ext>
              </a:extLst>
            </p:cNvPr>
            <p:cNvSpPr txBox="1"/>
            <p:nvPr/>
          </p:nvSpPr>
          <p:spPr>
            <a:xfrm>
              <a:off x="8640917" y="1197872"/>
              <a:ext cx="3057097" cy="453399"/>
            </a:xfrm>
            <a:prstGeom prst="rect">
              <a:avLst/>
            </a:prstGeom>
            <a:noFill/>
          </p:spPr>
          <p:txBody>
            <a:bodyPr wrap="square" lIns="0" tIns="0" rIns="0" bIns="0" rtlCol="0">
              <a:noAutofit/>
            </a:bodyPr>
            <a:lstStyle>
              <a:defPPr>
                <a:defRPr lang="en-US"/>
              </a:defPPr>
              <a:lvl1pPr lvl="0" indent="0" eaLnBrk="0" fontAlgn="base" hangingPunct="0">
                <a:spcBef>
                  <a:spcPct val="0"/>
                </a:spcBef>
                <a:spcAft>
                  <a:spcPct val="0"/>
                </a:spcAft>
                <a:buClrTx/>
                <a:buSzTx/>
                <a:buFont typeface="Arial" panose="020B0604020202020204" pitchFamily="34" charset="0"/>
                <a:buNone/>
                <a:defRPr sz="1000">
                  <a:solidFill>
                    <a:schemeClr val="bg1"/>
                  </a:solidFill>
                  <a:latin typeface="Arial" panose="020B0604020202020204" pitchFamily="34" charset="0"/>
                </a:defRPr>
              </a:lvl1pPr>
            </a:lstStyle>
            <a:p>
              <a:r>
                <a:rPr lang="en-GB" dirty="0"/>
                <a:t>Correct setup and use of DTID ensures teams receive accurate, proportional credit for every engagement and dollar of pipeline</a:t>
              </a:r>
              <a:endParaRPr lang="en-US" altLang="en-US" dirty="0"/>
            </a:p>
          </p:txBody>
        </p:sp>
        <p:sp>
          <p:nvSpPr>
            <p:cNvPr id="16" name="Oval 15">
              <a:extLst>
                <a:ext uri="{FF2B5EF4-FFF2-40B4-BE49-F238E27FC236}">
                  <a16:creationId xmlns:a16="http://schemas.microsoft.com/office/drawing/2014/main" id="{EE87AE78-AD12-2D72-D359-DE4E87A3C790}"/>
                </a:ext>
              </a:extLst>
            </p:cNvPr>
            <p:cNvSpPr/>
            <p:nvPr/>
          </p:nvSpPr>
          <p:spPr>
            <a:xfrm>
              <a:off x="6688351" y="1148775"/>
              <a:ext cx="529877" cy="52987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1</a:t>
              </a:r>
              <a:endParaRPr lang="en-GB" dirty="0">
                <a:solidFill>
                  <a:schemeClr val="bg1"/>
                </a:solidFill>
              </a:endParaRPr>
            </a:p>
          </p:txBody>
        </p:sp>
      </p:grpSp>
      <p:grpSp>
        <p:nvGrpSpPr>
          <p:cNvPr id="44" name="Group 43">
            <a:extLst>
              <a:ext uri="{FF2B5EF4-FFF2-40B4-BE49-F238E27FC236}">
                <a16:creationId xmlns:a16="http://schemas.microsoft.com/office/drawing/2014/main" id="{4823CC26-40D9-C482-7C55-5BC3C92F3EBA}"/>
              </a:ext>
            </a:extLst>
          </p:cNvPr>
          <p:cNvGrpSpPr/>
          <p:nvPr/>
        </p:nvGrpSpPr>
        <p:grpSpPr>
          <a:xfrm>
            <a:off x="6713574" y="2371216"/>
            <a:ext cx="5179799" cy="502497"/>
            <a:chOff x="6688351" y="2157402"/>
            <a:chExt cx="5179799" cy="529877"/>
          </a:xfrm>
        </p:grpSpPr>
        <p:sp>
          <p:nvSpPr>
            <p:cNvPr id="18" name="Rectangle: Rounded Corners 17">
              <a:extLst>
                <a:ext uri="{FF2B5EF4-FFF2-40B4-BE49-F238E27FC236}">
                  <a16:creationId xmlns:a16="http://schemas.microsoft.com/office/drawing/2014/main" id="{1DD25D47-691F-B69A-0FAF-E572A92B88A8}"/>
                </a:ext>
              </a:extLst>
            </p:cNvPr>
            <p:cNvSpPr/>
            <p:nvPr/>
          </p:nvSpPr>
          <p:spPr>
            <a:xfrm>
              <a:off x="7936230" y="2184781"/>
              <a:ext cx="3931920" cy="475118"/>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9" name="Arrow: Pentagon 18">
              <a:extLst>
                <a:ext uri="{FF2B5EF4-FFF2-40B4-BE49-F238E27FC236}">
                  <a16:creationId xmlns:a16="http://schemas.microsoft.com/office/drawing/2014/main" id="{2C9AE3AB-92B3-808C-DBB3-A80CDD0476F0}"/>
                </a:ext>
              </a:extLst>
            </p:cNvPr>
            <p:cNvSpPr/>
            <p:nvPr/>
          </p:nvSpPr>
          <p:spPr>
            <a:xfrm>
              <a:off x="7035263" y="2184781"/>
              <a:ext cx="1532098" cy="475118"/>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20" name="TextBox 19">
              <a:extLst>
                <a:ext uri="{FF2B5EF4-FFF2-40B4-BE49-F238E27FC236}">
                  <a16:creationId xmlns:a16="http://schemas.microsoft.com/office/drawing/2014/main" id="{B6103EAA-B70F-4E1A-985B-BCAA5FC831B9}"/>
                </a:ext>
              </a:extLst>
            </p:cNvPr>
            <p:cNvSpPr txBox="1"/>
            <p:nvPr/>
          </p:nvSpPr>
          <p:spPr>
            <a:xfrm>
              <a:off x="7307028" y="2233111"/>
              <a:ext cx="1140447" cy="384143"/>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400" kern="1200" dirty="0">
                  <a:solidFill>
                    <a:schemeClr val="bg1"/>
                  </a:solidFill>
                  <a:latin typeface="+mn-lt"/>
                  <a:ea typeface="ＭＳ Ｐゴシック" charset="0"/>
                </a:rPr>
                <a:t>Account Penetration</a:t>
              </a:r>
              <a:endParaRPr lang="en-GB" sz="1400" kern="1200" dirty="0" err="1">
                <a:solidFill>
                  <a:schemeClr val="bg1"/>
                </a:solidFill>
                <a:latin typeface="+mn-lt"/>
                <a:ea typeface="ＭＳ Ｐゴシック" charset="0"/>
              </a:endParaRPr>
            </a:p>
          </p:txBody>
        </p:sp>
        <p:sp>
          <p:nvSpPr>
            <p:cNvPr id="21" name="TextBox 20">
              <a:extLst>
                <a:ext uri="{FF2B5EF4-FFF2-40B4-BE49-F238E27FC236}">
                  <a16:creationId xmlns:a16="http://schemas.microsoft.com/office/drawing/2014/main" id="{BF1E5626-B2D4-30D5-03C9-7C8FF016F607}"/>
                </a:ext>
              </a:extLst>
            </p:cNvPr>
            <p:cNvSpPr txBox="1"/>
            <p:nvPr/>
          </p:nvSpPr>
          <p:spPr>
            <a:xfrm>
              <a:off x="8640918" y="2184782"/>
              <a:ext cx="3155696" cy="475117"/>
            </a:xfrm>
            <a:prstGeom prst="rect">
              <a:avLst/>
            </a:prstGeom>
            <a:noFill/>
          </p:spPr>
          <p:txBody>
            <a:bodyPr wrap="square" lIns="0" tIns="0" rIns="0" bIns="0" rtlCol="0">
              <a:noAutofit/>
            </a:bodyPr>
            <a:lstStyle>
              <a:defPPr>
                <a:defRPr lang="en-US"/>
              </a:defPPr>
              <a:lvl1pPr lvl="0" indent="0" eaLnBrk="0" fontAlgn="base" hangingPunct="0">
                <a:spcBef>
                  <a:spcPct val="0"/>
                </a:spcBef>
                <a:spcAft>
                  <a:spcPct val="0"/>
                </a:spcAft>
                <a:buClrTx/>
                <a:buSzTx/>
                <a:buFont typeface="Arial" panose="020B0604020202020204" pitchFamily="34" charset="0"/>
                <a:buNone/>
                <a:defRPr sz="1000">
                  <a:solidFill>
                    <a:schemeClr val="bg1"/>
                  </a:solidFill>
                  <a:latin typeface="Arial" panose="020B0604020202020204" pitchFamily="34" charset="0"/>
                </a:defRPr>
              </a:lvl1pPr>
            </a:lstStyle>
            <a:p>
              <a:r>
                <a:rPr lang="en-GB" dirty="0"/>
                <a:t>Provides feedback on how effectively targeted plays are penetrating high value Tier 1, 2  &amp; 3 accounts showing the success of ABM, ABX strategies </a:t>
              </a:r>
              <a:endParaRPr lang="en-US" altLang="en-US" dirty="0"/>
            </a:p>
          </p:txBody>
        </p:sp>
        <p:sp>
          <p:nvSpPr>
            <p:cNvPr id="22" name="Oval 21">
              <a:extLst>
                <a:ext uri="{FF2B5EF4-FFF2-40B4-BE49-F238E27FC236}">
                  <a16:creationId xmlns:a16="http://schemas.microsoft.com/office/drawing/2014/main" id="{98C33282-3E8D-7549-1A7D-36F6EA067005}"/>
                </a:ext>
              </a:extLst>
            </p:cNvPr>
            <p:cNvSpPr/>
            <p:nvPr/>
          </p:nvSpPr>
          <p:spPr>
            <a:xfrm>
              <a:off x="6688351" y="2157402"/>
              <a:ext cx="529877" cy="52987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2</a:t>
              </a:r>
              <a:endParaRPr lang="en-GB" dirty="0">
                <a:solidFill>
                  <a:schemeClr val="bg1"/>
                </a:solidFill>
              </a:endParaRPr>
            </a:p>
          </p:txBody>
        </p:sp>
      </p:grpSp>
      <p:grpSp>
        <p:nvGrpSpPr>
          <p:cNvPr id="43" name="Group 42">
            <a:extLst>
              <a:ext uri="{FF2B5EF4-FFF2-40B4-BE49-F238E27FC236}">
                <a16:creationId xmlns:a16="http://schemas.microsoft.com/office/drawing/2014/main" id="{C2D40C8C-D21F-5952-78E7-8BA2E2EF9D80}"/>
              </a:ext>
            </a:extLst>
          </p:cNvPr>
          <p:cNvGrpSpPr/>
          <p:nvPr/>
        </p:nvGrpSpPr>
        <p:grpSpPr>
          <a:xfrm>
            <a:off x="6713574" y="3312545"/>
            <a:ext cx="5179799" cy="529877"/>
            <a:chOff x="6688351" y="3166029"/>
            <a:chExt cx="5179799" cy="529877"/>
          </a:xfrm>
        </p:grpSpPr>
        <p:sp>
          <p:nvSpPr>
            <p:cNvPr id="24" name="Rectangle: Rounded Corners 23">
              <a:extLst>
                <a:ext uri="{FF2B5EF4-FFF2-40B4-BE49-F238E27FC236}">
                  <a16:creationId xmlns:a16="http://schemas.microsoft.com/office/drawing/2014/main" id="{72FB9053-7A29-D4B5-40F4-DCDFBB6A5B61}"/>
                </a:ext>
              </a:extLst>
            </p:cNvPr>
            <p:cNvSpPr/>
            <p:nvPr/>
          </p:nvSpPr>
          <p:spPr>
            <a:xfrm>
              <a:off x="7936230" y="3193408"/>
              <a:ext cx="3931920" cy="475118"/>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25" name="Arrow: Pentagon 24">
              <a:extLst>
                <a:ext uri="{FF2B5EF4-FFF2-40B4-BE49-F238E27FC236}">
                  <a16:creationId xmlns:a16="http://schemas.microsoft.com/office/drawing/2014/main" id="{B89207F1-C667-22B0-C7D1-2D12634F72AA}"/>
                </a:ext>
              </a:extLst>
            </p:cNvPr>
            <p:cNvSpPr/>
            <p:nvPr/>
          </p:nvSpPr>
          <p:spPr>
            <a:xfrm>
              <a:off x="7035263" y="3182025"/>
              <a:ext cx="1532098" cy="475118"/>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26" name="TextBox 25">
              <a:extLst>
                <a:ext uri="{FF2B5EF4-FFF2-40B4-BE49-F238E27FC236}">
                  <a16:creationId xmlns:a16="http://schemas.microsoft.com/office/drawing/2014/main" id="{09E6A9A1-5EA3-F016-22DD-E35B47C56EBF}"/>
                </a:ext>
              </a:extLst>
            </p:cNvPr>
            <p:cNvSpPr txBox="1"/>
            <p:nvPr/>
          </p:nvSpPr>
          <p:spPr>
            <a:xfrm>
              <a:off x="7307028" y="3341520"/>
              <a:ext cx="1140447" cy="178894"/>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Budget Waste</a:t>
              </a:r>
              <a:endParaRPr lang="en-GB" sz="1600" kern="1200" dirty="0" err="1">
                <a:solidFill>
                  <a:schemeClr val="bg1"/>
                </a:solidFill>
                <a:latin typeface="+mn-lt"/>
                <a:ea typeface="ＭＳ Ｐゴシック" charset="0"/>
              </a:endParaRPr>
            </a:p>
          </p:txBody>
        </p:sp>
        <p:sp>
          <p:nvSpPr>
            <p:cNvPr id="27" name="TextBox 26">
              <a:extLst>
                <a:ext uri="{FF2B5EF4-FFF2-40B4-BE49-F238E27FC236}">
                  <a16:creationId xmlns:a16="http://schemas.microsoft.com/office/drawing/2014/main" id="{A9B0D19D-3B3F-6B4F-5D88-03AE45E86463}"/>
                </a:ext>
              </a:extLst>
            </p:cNvPr>
            <p:cNvSpPr txBox="1"/>
            <p:nvPr/>
          </p:nvSpPr>
          <p:spPr>
            <a:xfrm>
              <a:off x="8640918" y="3182025"/>
              <a:ext cx="3211254" cy="475118"/>
            </a:xfrm>
            <a:prstGeom prst="rect">
              <a:avLst/>
            </a:prstGeom>
            <a:noFill/>
          </p:spPr>
          <p:txBody>
            <a:bodyPr wrap="square" lIns="0" tIns="0" rIns="0" bIns="0" rtlCol="0">
              <a:noAutofit/>
            </a:bodyPr>
            <a:lstStyle>
              <a:defPPr>
                <a:defRPr lang="en-US"/>
              </a:defPPr>
              <a:lvl1pPr lvl="0" indent="0" eaLnBrk="0" fontAlgn="base" hangingPunct="0">
                <a:spcBef>
                  <a:spcPct val="0"/>
                </a:spcBef>
                <a:spcAft>
                  <a:spcPct val="0"/>
                </a:spcAft>
                <a:buClrTx/>
                <a:buSzTx/>
                <a:buFont typeface="Arial" panose="020B0604020202020204" pitchFamily="34" charset="0"/>
                <a:buNone/>
                <a:defRPr sz="1000">
                  <a:solidFill>
                    <a:schemeClr val="bg1"/>
                  </a:solidFill>
                  <a:latin typeface="Arial" panose="020B0604020202020204" pitchFamily="34" charset="0"/>
                </a:defRPr>
              </a:lvl1pPr>
            </a:lstStyle>
            <a:p>
              <a:pPr lvl="0"/>
              <a:r>
                <a:rPr lang="en-GB" dirty="0"/>
                <a:t>Shows the percentage of the channel traffic coming from high-priority accounts vs. anonymous web traffic, to drive more defined targeting parameters.</a:t>
              </a:r>
            </a:p>
          </p:txBody>
        </p:sp>
        <p:sp>
          <p:nvSpPr>
            <p:cNvPr id="28" name="Oval 27">
              <a:extLst>
                <a:ext uri="{FF2B5EF4-FFF2-40B4-BE49-F238E27FC236}">
                  <a16:creationId xmlns:a16="http://schemas.microsoft.com/office/drawing/2014/main" id="{F63E6A00-AA45-9F8E-AB4B-C53C1E3077B3}"/>
                </a:ext>
              </a:extLst>
            </p:cNvPr>
            <p:cNvSpPr/>
            <p:nvPr/>
          </p:nvSpPr>
          <p:spPr>
            <a:xfrm>
              <a:off x="6688351" y="3166029"/>
              <a:ext cx="529877" cy="52987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3</a:t>
              </a:r>
              <a:endParaRPr lang="en-GB" dirty="0">
                <a:solidFill>
                  <a:schemeClr val="bg1"/>
                </a:solidFill>
              </a:endParaRPr>
            </a:p>
          </p:txBody>
        </p:sp>
      </p:grpSp>
      <p:grpSp>
        <p:nvGrpSpPr>
          <p:cNvPr id="10" name="Group 9">
            <a:extLst>
              <a:ext uri="{FF2B5EF4-FFF2-40B4-BE49-F238E27FC236}">
                <a16:creationId xmlns:a16="http://schemas.microsoft.com/office/drawing/2014/main" id="{3E91749F-B439-3E77-D585-BD537B8865F9}"/>
              </a:ext>
            </a:extLst>
          </p:cNvPr>
          <p:cNvGrpSpPr/>
          <p:nvPr/>
        </p:nvGrpSpPr>
        <p:grpSpPr>
          <a:xfrm>
            <a:off x="6713574" y="4281254"/>
            <a:ext cx="5179799" cy="529877"/>
            <a:chOff x="6688350" y="3737064"/>
            <a:chExt cx="5179799" cy="529877"/>
          </a:xfrm>
        </p:grpSpPr>
        <p:sp>
          <p:nvSpPr>
            <p:cNvPr id="30" name="Rectangle: Rounded Corners 29">
              <a:extLst>
                <a:ext uri="{FF2B5EF4-FFF2-40B4-BE49-F238E27FC236}">
                  <a16:creationId xmlns:a16="http://schemas.microsoft.com/office/drawing/2014/main" id="{1BD4AA61-78C2-FB6A-CAFA-AB2110499D4F}"/>
                </a:ext>
              </a:extLst>
            </p:cNvPr>
            <p:cNvSpPr/>
            <p:nvPr/>
          </p:nvSpPr>
          <p:spPr>
            <a:xfrm>
              <a:off x="7936229" y="3764443"/>
              <a:ext cx="3931920" cy="475118"/>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31" name="Arrow: Pentagon 30">
              <a:extLst>
                <a:ext uri="{FF2B5EF4-FFF2-40B4-BE49-F238E27FC236}">
                  <a16:creationId xmlns:a16="http://schemas.microsoft.com/office/drawing/2014/main" id="{7FA94AE9-7834-BC71-3E9A-C019D7E94DB6}"/>
                </a:ext>
              </a:extLst>
            </p:cNvPr>
            <p:cNvSpPr/>
            <p:nvPr/>
          </p:nvSpPr>
          <p:spPr>
            <a:xfrm>
              <a:off x="7035262" y="3764443"/>
              <a:ext cx="1532098" cy="475118"/>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32" name="TextBox 31">
              <a:extLst>
                <a:ext uri="{FF2B5EF4-FFF2-40B4-BE49-F238E27FC236}">
                  <a16:creationId xmlns:a16="http://schemas.microsoft.com/office/drawing/2014/main" id="{C2EF980C-B648-4127-F2B2-04B02F1E1BCF}"/>
                </a:ext>
              </a:extLst>
            </p:cNvPr>
            <p:cNvSpPr txBox="1"/>
            <p:nvPr/>
          </p:nvSpPr>
          <p:spPr>
            <a:xfrm>
              <a:off x="7322570" y="3844849"/>
              <a:ext cx="1140447" cy="327006"/>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600" dirty="0">
                  <a:solidFill>
                    <a:schemeClr val="bg1"/>
                  </a:solidFill>
                  <a:ea typeface="ＭＳ Ｐゴシック" charset="0"/>
                </a:rPr>
                <a:t>Growth</a:t>
              </a:r>
              <a:endParaRPr lang="en-GB" sz="1600" kern="1200" dirty="0" err="1">
                <a:solidFill>
                  <a:schemeClr val="bg1"/>
                </a:solidFill>
                <a:latin typeface="+mn-lt"/>
                <a:ea typeface="ＭＳ Ｐゴシック" charset="0"/>
              </a:endParaRPr>
            </a:p>
          </p:txBody>
        </p:sp>
        <p:sp>
          <p:nvSpPr>
            <p:cNvPr id="33" name="TextBox 32">
              <a:extLst>
                <a:ext uri="{FF2B5EF4-FFF2-40B4-BE49-F238E27FC236}">
                  <a16:creationId xmlns:a16="http://schemas.microsoft.com/office/drawing/2014/main" id="{AF87B303-9BE4-AFA0-4BA6-ED468FE034F1}"/>
                </a:ext>
              </a:extLst>
            </p:cNvPr>
            <p:cNvSpPr txBox="1"/>
            <p:nvPr/>
          </p:nvSpPr>
          <p:spPr>
            <a:xfrm>
              <a:off x="8640916" y="3770793"/>
              <a:ext cx="3155697" cy="475118"/>
            </a:xfrm>
            <a:prstGeom prst="rect">
              <a:avLst/>
            </a:prstGeom>
            <a:noFill/>
          </p:spPr>
          <p:txBody>
            <a:bodyPr wrap="square" lIns="0" tIns="0" rIns="0" bIns="0" rtlCol="0">
              <a:noAutofit/>
            </a:bodyPr>
            <a:lstStyle>
              <a:defPPr>
                <a:defRPr lang="en-US"/>
              </a:defPPr>
              <a:lvl1pPr lvl="0" indent="0" eaLnBrk="0" fontAlgn="base" hangingPunct="0">
                <a:spcBef>
                  <a:spcPct val="0"/>
                </a:spcBef>
                <a:spcAft>
                  <a:spcPct val="0"/>
                </a:spcAft>
                <a:buClrTx/>
                <a:buSzTx/>
                <a:buFont typeface="Arial" panose="020B0604020202020204" pitchFamily="34" charset="0"/>
                <a:buNone/>
                <a:defRPr sz="1000">
                  <a:solidFill>
                    <a:schemeClr val="bg1"/>
                  </a:solidFill>
                  <a:latin typeface="Arial" panose="020B0604020202020204" pitchFamily="34" charset="0"/>
                </a:defRPr>
              </a:lvl1pPr>
            </a:lstStyle>
            <a:p>
              <a:r>
                <a:rPr lang="en-GB" dirty="0"/>
                <a:t>Q/Q &amp; Y/Y reporting in relation to vehicles allows us to track upward growth trends to justify scaling successful programs</a:t>
              </a:r>
            </a:p>
          </p:txBody>
        </p:sp>
        <p:sp>
          <p:nvSpPr>
            <p:cNvPr id="34" name="Oval 33">
              <a:extLst>
                <a:ext uri="{FF2B5EF4-FFF2-40B4-BE49-F238E27FC236}">
                  <a16:creationId xmlns:a16="http://schemas.microsoft.com/office/drawing/2014/main" id="{2A16C0C3-1276-5AC9-58C8-45562B4D54F1}"/>
                </a:ext>
              </a:extLst>
            </p:cNvPr>
            <p:cNvSpPr/>
            <p:nvPr/>
          </p:nvSpPr>
          <p:spPr>
            <a:xfrm>
              <a:off x="6688350" y="3737064"/>
              <a:ext cx="529877" cy="52987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4</a:t>
              </a:r>
              <a:endParaRPr lang="en-GB" dirty="0">
                <a:solidFill>
                  <a:schemeClr val="bg1"/>
                </a:solidFill>
              </a:endParaRPr>
            </a:p>
          </p:txBody>
        </p:sp>
      </p:grpSp>
      <p:sp>
        <p:nvSpPr>
          <p:cNvPr id="7" name="TextBox 6">
            <a:extLst>
              <a:ext uri="{FF2B5EF4-FFF2-40B4-BE49-F238E27FC236}">
                <a16:creationId xmlns:a16="http://schemas.microsoft.com/office/drawing/2014/main" id="{28E6F031-F251-88AF-90E6-D3D7021826EE}"/>
              </a:ext>
            </a:extLst>
          </p:cNvPr>
          <p:cNvSpPr txBox="1"/>
          <p:nvPr/>
        </p:nvSpPr>
        <p:spPr>
          <a:xfrm>
            <a:off x="537028" y="5920702"/>
            <a:ext cx="3398029" cy="328749"/>
          </a:xfrm>
          <a:prstGeom prst="rect">
            <a:avLst/>
          </a:prstGeom>
          <a:noFill/>
        </p:spPr>
        <p:txBody>
          <a:bodyPr wrap="square" lIns="0" tIns="0" rIns="0" bIns="0" rtlCol="0">
            <a:noAutofit/>
          </a:bodyPr>
          <a:lstStyle/>
          <a:p>
            <a:pPr algn="l"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hlinkClick r:id="rId2"/>
              </a:rPr>
              <a:t>Vehicle Demand Performance</a:t>
            </a:r>
            <a:endParaRPr lang="en-GB" sz="1600" kern="1200" dirty="0" err="1">
              <a:solidFill>
                <a:schemeClr val="bg1"/>
              </a:solidFill>
              <a:latin typeface="+mn-lt"/>
              <a:ea typeface="ＭＳ Ｐゴシック" charset="0"/>
            </a:endParaRPr>
          </a:p>
        </p:txBody>
      </p:sp>
      <p:grpSp>
        <p:nvGrpSpPr>
          <p:cNvPr id="8" name="Group 7">
            <a:extLst>
              <a:ext uri="{FF2B5EF4-FFF2-40B4-BE49-F238E27FC236}">
                <a16:creationId xmlns:a16="http://schemas.microsoft.com/office/drawing/2014/main" id="{B49B86DF-25F5-B6F4-FB39-C6905A6C3B64}"/>
              </a:ext>
            </a:extLst>
          </p:cNvPr>
          <p:cNvGrpSpPr/>
          <p:nvPr/>
        </p:nvGrpSpPr>
        <p:grpSpPr>
          <a:xfrm>
            <a:off x="6713574" y="5249964"/>
            <a:ext cx="5179799" cy="529877"/>
            <a:chOff x="6688350" y="3737064"/>
            <a:chExt cx="5179799" cy="529877"/>
          </a:xfrm>
        </p:grpSpPr>
        <p:sp>
          <p:nvSpPr>
            <p:cNvPr id="9" name="Rectangle: Rounded Corners 8">
              <a:extLst>
                <a:ext uri="{FF2B5EF4-FFF2-40B4-BE49-F238E27FC236}">
                  <a16:creationId xmlns:a16="http://schemas.microsoft.com/office/drawing/2014/main" id="{2222766D-2415-E62D-97DF-5BC796BDF802}"/>
                </a:ext>
              </a:extLst>
            </p:cNvPr>
            <p:cNvSpPr/>
            <p:nvPr/>
          </p:nvSpPr>
          <p:spPr>
            <a:xfrm>
              <a:off x="7936229" y="3764443"/>
              <a:ext cx="3931920" cy="475118"/>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1" name="Arrow: Pentagon 10">
              <a:extLst>
                <a:ext uri="{FF2B5EF4-FFF2-40B4-BE49-F238E27FC236}">
                  <a16:creationId xmlns:a16="http://schemas.microsoft.com/office/drawing/2014/main" id="{56C02C94-E25E-E7A1-9925-17C84BF31F1C}"/>
                </a:ext>
              </a:extLst>
            </p:cNvPr>
            <p:cNvSpPr/>
            <p:nvPr/>
          </p:nvSpPr>
          <p:spPr>
            <a:xfrm>
              <a:off x="7035262" y="3764443"/>
              <a:ext cx="1532098" cy="475118"/>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7" name="TextBox 16">
              <a:extLst>
                <a:ext uri="{FF2B5EF4-FFF2-40B4-BE49-F238E27FC236}">
                  <a16:creationId xmlns:a16="http://schemas.microsoft.com/office/drawing/2014/main" id="{AE95BB98-4F93-6A35-B0EF-423D8B3067EE}"/>
                </a:ext>
              </a:extLst>
            </p:cNvPr>
            <p:cNvSpPr txBox="1"/>
            <p:nvPr/>
          </p:nvSpPr>
          <p:spPr>
            <a:xfrm>
              <a:off x="7307027" y="3758093"/>
              <a:ext cx="1140447" cy="475118"/>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buClr>
                  <a:schemeClr val="bg1"/>
                </a:buClr>
                <a:buSzPct val="100000"/>
              </a:pPr>
              <a:r>
                <a:rPr lang="en-US" sz="1600" dirty="0">
                  <a:solidFill>
                    <a:schemeClr val="bg1"/>
                  </a:solidFill>
                  <a:ea typeface="ＭＳ Ｐゴシック" charset="0"/>
                </a:rPr>
                <a:t>Defend</a:t>
              </a:r>
            </a:p>
            <a:p>
              <a:pPr defTabSz="912276" rtl="0" eaLnBrk="1" fontAlgn="base" hangingPunct="1">
                <a:lnSpc>
                  <a:spcPct val="100000"/>
                </a:lnSpc>
                <a:spcBef>
                  <a:spcPts val="0"/>
                </a:spcBef>
                <a:buClr>
                  <a:schemeClr val="bg1"/>
                </a:buClr>
                <a:buSzPct val="100000"/>
              </a:pPr>
              <a:r>
                <a:rPr lang="en-US" sz="1600" dirty="0">
                  <a:solidFill>
                    <a:schemeClr val="bg1"/>
                  </a:solidFill>
                  <a:ea typeface="ＭＳ Ｐゴシック" charset="0"/>
                </a:rPr>
                <a:t>Budget</a:t>
              </a:r>
              <a:endParaRPr lang="en-GB" sz="1600" kern="1200" dirty="0" err="1">
                <a:solidFill>
                  <a:schemeClr val="bg1"/>
                </a:solidFill>
                <a:latin typeface="+mn-lt"/>
                <a:ea typeface="ＭＳ Ｐゴシック" charset="0"/>
              </a:endParaRPr>
            </a:p>
          </p:txBody>
        </p:sp>
        <p:sp>
          <p:nvSpPr>
            <p:cNvPr id="23" name="TextBox 22">
              <a:extLst>
                <a:ext uri="{FF2B5EF4-FFF2-40B4-BE49-F238E27FC236}">
                  <a16:creationId xmlns:a16="http://schemas.microsoft.com/office/drawing/2014/main" id="{D46766E2-2D84-8972-ED5A-CC977F814867}"/>
                </a:ext>
              </a:extLst>
            </p:cNvPr>
            <p:cNvSpPr txBox="1"/>
            <p:nvPr/>
          </p:nvSpPr>
          <p:spPr>
            <a:xfrm>
              <a:off x="8640916" y="3830631"/>
              <a:ext cx="3155697" cy="314783"/>
            </a:xfrm>
            <a:prstGeom prst="rect">
              <a:avLst/>
            </a:prstGeom>
            <a:noFill/>
          </p:spPr>
          <p:txBody>
            <a:bodyPr wrap="square" lIns="0" tIns="0" rIns="0" bIns="0" rtlCol="0">
              <a:noAutofit/>
            </a:bodyPr>
            <a:lstStyle>
              <a:defPPr>
                <a:defRPr lang="en-US"/>
              </a:defPPr>
              <a:lvl1pPr lvl="0" indent="0" eaLnBrk="0" fontAlgn="base" hangingPunct="0">
                <a:spcBef>
                  <a:spcPct val="0"/>
                </a:spcBef>
                <a:spcAft>
                  <a:spcPct val="0"/>
                </a:spcAft>
                <a:buClrTx/>
                <a:buSzTx/>
                <a:buFont typeface="Arial" panose="020B0604020202020204" pitchFamily="34" charset="0"/>
                <a:buNone/>
                <a:defRPr sz="1000">
                  <a:solidFill>
                    <a:schemeClr val="bg1"/>
                  </a:solidFill>
                  <a:latin typeface="Arial" panose="020B0604020202020204" pitchFamily="34" charset="0"/>
                </a:defRPr>
              </a:lvl1pPr>
            </a:lstStyle>
            <a:p>
              <a:r>
                <a:rPr lang="en-GB" dirty="0"/>
                <a:t>Provides the accurate data to defend budget and secure funding for future initiatives</a:t>
              </a:r>
            </a:p>
          </p:txBody>
        </p:sp>
        <p:sp>
          <p:nvSpPr>
            <p:cNvPr id="29" name="Oval 28">
              <a:extLst>
                <a:ext uri="{FF2B5EF4-FFF2-40B4-BE49-F238E27FC236}">
                  <a16:creationId xmlns:a16="http://schemas.microsoft.com/office/drawing/2014/main" id="{155513CA-E9BD-31C5-687D-5F9084A9DAAC}"/>
                </a:ext>
              </a:extLst>
            </p:cNvPr>
            <p:cNvSpPr/>
            <p:nvPr/>
          </p:nvSpPr>
          <p:spPr>
            <a:xfrm>
              <a:off x="6688350" y="3737064"/>
              <a:ext cx="529877" cy="52987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5</a:t>
              </a:r>
              <a:endParaRPr lang="en-GB" dirty="0">
                <a:solidFill>
                  <a:schemeClr val="bg1"/>
                </a:solidFill>
              </a:endParaRPr>
            </a:p>
          </p:txBody>
        </p:sp>
      </p:grpSp>
      <p:pic>
        <p:nvPicPr>
          <p:cNvPr id="4" name="Picture 3">
            <a:extLst>
              <a:ext uri="{FF2B5EF4-FFF2-40B4-BE49-F238E27FC236}">
                <a16:creationId xmlns:a16="http://schemas.microsoft.com/office/drawing/2014/main" id="{36BA8CAC-0B5B-FBBC-45E5-1AD6D9E4B00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99729" y="1112253"/>
            <a:ext cx="4470702" cy="4486784"/>
          </a:xfrm>
          <a:prstGeom prst="rect">
            <a:avLst/>
          </a:prstGeom>
        </p:spPr>
      </p:pic>
    </p:spTree>
    <p:extLst>
      <p:ext uri="{BB962C8B-B14F-4D97-AF65-F5344CB8AC3E}">
        <p14:creationId xmlns:p14="http://schemas.microsoft.com/office/powerpoint/2010/main" val="21285825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F6944C-D67B-AA34-4217-7AB4B80410C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05141D1-E912-6F3D-4069-FDA1501A0F7C}"/>
              </a:ext>
            </a:extLst>
          </p:cNvPr>
          <p:cNvSpPr>
            <a:spLocks noGrp="1"/>
          </p:cNvSpPr>
          <p:nvPr>
            <p:ph type="title"/>
          </p:nvPr>
        </p:nvSpPr>
        <p:spPr/>
        <p:txBody>
          <a:bodyPr/>
          <a:lstStyle/>
          <a:p>
            <a:r>
              <a:rPr lang="en-US" dirty="0"/>
              <a:t>Content Impact Scorecard</a:t>
            </a:r>
            <a:endParaRPr lang="en-GB" dirty="0"/>
          </a:p>
        </p:txBody>
      </p:sp>
      <p:cxnSp>
        <p:nvCxnSpPr>
          <p:cNvPr id="5" name="Straight Connector 4">
            <a:extLst>
              <a:ext uri="{FF2B5EF4-FFF2-40B4-BE49-F238E27FC236}">
                <a16:creationId xmlns:a16="http://schemas.microsoft.com/office/drawing/2014/main" id="{E346DFC4-231C-9E7C-14D2-47310D876D73}"/>
              </a:ext>
            </a:extLst>
          </p:cNvPr>
          <p:cNvCxnSpPr>
            <a:cxnSpLocks/>
          </p:cNvCxnSpPr>
          <p:nvPr/>
        </p:nvCxnSpPr>
        <p:spPr>
          <a:xfrm>
            <a:off x="6456918" y="993089"/>
            <a:ext cx="0" cy="5120640"/>
          </a:xfrm>
          <a:prstGeom prst="line">
            <a:avLst/>
          </a:prstGeom>
          <a:noFill/>
          <a:ln w="44450">
            <a:gradFill>
              <a:gsLst>
                <a:gs pos="37000">
                  <a:srgbClr val="02C8FF"/>
                </a:gs>
                <a:gs pos="5000">
                  <a:srgbClr val="0A60FF"/>
                </a:gs>
                <a:gs pos="44000">
                  <a:srgbClr val="02C8FF"/>
                </a:gs>
                <a:gs pos="75000">
                  <a:srgbClr val="FF007F"/>
                </a:gs>
                <a:gs pos="95000">
                  <a:srgbClr val="FF9000"/>
                </a:gs>
              </a:gsLst>
              <a:lin ang="5400000" scaled="1"/>
            </a:gradFill>
            <a:prstDash val="solid"/>
          </a:ln>
          <a:effectLst/>
        </p:spPr>
        <p:style>
          <a:lnRef idx="2">
            <a:schemeClr val="accent1">
              <a:shade val="50000"/>
            </a:schemeClr>
          </a:lnRef>
          <a:fillRef idx="1">
            <a:schemeClr val="accent1"/>
          </a:fillRef>
          <a:effectRef idx="0">
            <a:schemeClr val="accent1"/>
          </a:effectRef>
          <a:fontRef idx="minor">
            <a:schemeClr val="lt1"/>
          </a:fontRef>
        </p:style>
      </p:cxnSp>
      <p:grpSp>
        <p:nvGrpSpPr>
          <p:cNvPr id="45" name="Group 44">
            <a:extLst>
              <a:ext uri="{FF2B5EF4-FFF2-40B4-BE49-F238E27FC236}">
                <a16:creationId xmlns:a16="http://schemas.microsoft.com/office/drawing/2014/main" id="{5A2E9423-5BAD-4B8A-83F8-5278B77CEC5E}"/>
              </a:ext>
            </a:extLst>
          </p:cNvPr>
          <p:cNvGrpSpPr/>
          <p:nvPr/>
        </p:nvGrpSpPr>
        <p:grpSpPr>
          <a:xfrm>
            <a:off x="6745847" y="1590766"/>
            <a:ext cx="5179799" cy="529877"/>
            <a:chOff x="6688351" y="1148775"/>
            <a:chExt cx="5179799" cy="529877"/>
          </a:xfrm>
        </p:grpSpPr>
        <p:sp>
          <p:nvSpPr>
            <p:cNvPr id="12" name="Rectangle: Rounded Corners 11">
              <a:extLst>
                <a:ext uri="{FF2B5EF4-FFF2-40B4-BE49-F238E27FC236}">
                  <a16:creationId xmlns:a16="http://schemas.microsoft.com/office/drawing/2014/main" id="{330D5F0A-DC3E-C6F3-DFE6-BA0C85E63F85}"/>
                </a:ext>
              </a:extLst>
            </p:cNvPr>
            <p:cNvSpPr/>
            <p:nvPr/>
          </p:nvSpPr>
          <p:spPr>
            <a:xfrm>
              <a:off x="7936230" y="1176154"/>
              <a:ext cx="3931920" cy="475118"/>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3" name="Arrow: Pentagon 12">
              <a:extLst>
                <a:ext uri="{FF2B5EF4-FFF2-40B4-BE49-F238E27FC236}">
                  <a16:creationId xmlns:a16="http://schemas.microsoft.com/office/drawing/2014/main" id="{04C19AA0-24B6-3EE0-F3C5-5A861D5DE6D8}"/>
                </a:ext>
              </a:extLst>
            </p:cNvPr>
            <p:cNvSpPr/>
            <p:nvPr/>
          </p:nvSpPr>
          <p:spPr>
            <a:xfrm>
              <a:off x="7035263" y="1176154"/>
              <a:ext cx="1532098" cy="475118"/>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4" name="TextBox 13">
              <a:extLst>
                <a:ext uri="{FF2B5EF4-FFF2-40B4-BE49-F238E27FC236}">
                  <a16:creationId xmlns:a16="http://schemas.microsoft.com/office/drawing/2014/main" id="{52980D08-E637-77A3-5421-F9BB0E3419C4}"/>
                </a:ext>
              </a:extLst>
            </p:cNvPr>
            <p:cNvSpPr txBox="1"/>
            <p:nvPr/>
          </p:nvSpPr>
          <p:spPr>
            <a:xfrm>
              <a:off x="7306063" y="1212059"/>
              <a:ext cx="1260333" cy="403308"/>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400" dirty="0">
                  <a:solidFill>
                    <a:schemeClr val="bg1"/>
                  </a:solidFill>
                  <a:ea typeface="ＭＳ Ｐゴシック" charset="0"/>
                </a:rPr>
                <a:t>Optimize</a:t>
              </a:r>
              <a:endParaRPr lang="en-GB" sz="1400" kern="1200" dirty="0" err="1">
                <a:solidFill>
                  <a:schemeClr val="bg1"/>
                </a:solidFill>
                <a:latin typeface="+mn-lt"/>
                <a:ea typeface="ＭＳ Ｐゴシック" charset="0"/>
              </a:endParaRPr>
            </a:p>
          </p:txBody>
        </p:sp>
        <p:sp>
          <p:nvSpPr>
            <p:cNvPr id="15" name="TextBox 14">
              <a:extLst>
                <a:ext uri="{FF2B5EF4-FFF2-40B4-BE49-F238E27FC236}">
                  <a16:creationId xmlns:a16="http://schemas.microsoft.com/office/drawing/2014/main" id="{8EB52614-1DB5-3EC6-0FC7-2A53A0429402}"/>
                </a:ext>
              </a:extLst>
            </p:cNvPr>
            <p:cNvSpPr txBox="1"/>
            <p:nvPr/>
          </p:nvSpPr>
          <p:spPr>
            <a:xfrm>
              <a:off x="8640917" y="1197872"/>
              <a:ext cx="3057097" cy="453399"/>
            </a:xfrm>
            <a:prstGeom prst="rect">
              <a:avLst/>
            </a:prstGeom>
            <a:noFill/>
          </p:spPr>
          <p:txBody>
            <a:bodyPr wrap="square" lIns="0" tIns="0" rIns="0" bIns="0" rtlCol="0">
              <a:noAutofit/>
            </a:bodyPr>
            <a:lstStyle>
              <a:defPPr>
                <a:defRPr lang="en-US"/>
              </a:defPPr>
              <a:lvl1pPr lvl="0" indent="0" eaLnBrk="0" fontAlgn="base" hangingPunct="0">
                <a:spcBef>
                  <a:spcPct val="0"/>
                </a:spcBef>
                <a:spcAft>
                  <a:spcPct val="0"/>
                </a:spcAft>
                <a:buClrTx/>
                <a:buSzTx/>
                <a:buFont typeface="Arial" panose="020B0604020202020204" pitchFamily="34" charset="0"/>
                <a:buNone/>
                <a:defRPr sz="1000">
                  <a:solidFill>
                    <a:schemeClr val="bg1"/>
                  </a:solidFill>
                  <a:latin typeface="Arial" panose="020B0604020202020204" pitchFamily="34" charset="0"/>
                </a:defRPr>
              </a:lvl1pPr>
            </a:lstStyle>
            <a:p>
              <a:r>
                <a:rPr lang="en-GB" dirty="0"/>
                <a:t>Mapping content by pipeline vs engagement we get a roadmap as to what to do such as  amplify opportunity for low-engagement/high pipeline content etc.</a:t>
              </a:r>
            </a:p>
          </p:txBody>
        </p:sp>
        <p:sp>
          <p:nvSpPr>
            <p:cNvPr id="16" name="Oval 15">
              <a:extLst>
                <a:ext uri="{FF2B5EF4-FFF2-40B4-BE49-F238E27FC236}">
                  <a16:creationId xmlns:a16="http://schemas.microsoft.com/office/drawing/2014/main" id="{8B01233F-CEF8-404E-7BC9-09E070D6435F}"/>
                </a:ext>
              </a:extLst>
            </p:cNvPr>
            <p:cNvSpPr/>
            <p:nvPr/>
          </p:nvSpPr>
          <p:spPr>
            <a:xfrm>
              <a:off x="6688351" y="1148775"/>
              <a:ext cx="529877" cy="52987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1</a:t>
              </a:r>
              <a:endParaRPr lang="en-GB" dirty="0">
                <a:solidFill>
                  <a:schemeClr val="bg1"/>
                </a:solidFill>
              </a:endParaRPr>
            </a:p>
          </p:txBody>
        </p:sp>
      </p:grpSp>
      <p:grpSp>
        <p:nvGrpSpPr>
          <p:cNvPr id="44" name="Group 43">
            <a:extLst>
              <a:ext uri="{FF2B5EF4-FFF2-40B4-BE49-F238E27FC236}">
                <a16:creationId xmlns:a16="http://schemas.microsoft.com/office/drawing/2014/main" id="{7423B1A7-36C9-0A5A-3224-221CC6EAB53C}"/>
              </a:ext>
            </a:extLst>
          </p:cNvPr>
          <p:cNvGrpSpPr/>
          <p:nvPr/>
        </p:nvGrpSpPr>
        <p:grpSpPr>
          <a:xfrm>
            <a:off x="6745847" y="2559475"/>
            <a:ext cx="5179799" cy="502497"/>
            <a:chOff x="6688351" y="2157402"/>
            <a:chExt cx="5179799" cy="529877"/>
          </a:xfrm>
        </p:grpSpPr>
        <p:sp>
          <p:nvSpPr>
            <p:cNvPr id="18" name="Rectangle: Rounded Corners 17">
              <a:extLst>
                <a:ext uri="{FF2B5EF4-FFF2-40B4-BE49-F238E27FC236}">
                  <a16:creationId xmlns:a16="http://schemas.microsoft.com/office/drawing/2014/main" id="{5EE0B439-395C-8716-3F3C-FDFDD622295B}"/>
                </a:ext>
              </a:extLst>
            </p:cNvPr>
            <p:cNvSpPr/>
            <p:nvPr/>
          </p:nvSpPr>
          <p:spPr>
            <a:xfrm>
              <a:off x="7936230" y="2184781"/>
              <a:ext cx="3931920" cy="475118"/>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9" name="Arrow: Pentagon 18">
              <a:extLst>
                <a:ext uri="{FF2B5EF4-FFF2-40B4-BE49-F238E27FC236}">
                  <a16:creationId xmlns:a16="http://schemas.microsoft.com/office/drawing/2014/main" id="{05B1C425-CE75-44B0-F154-2C2EF778E7AF}"/>
                </a:ext>
              </a:extLst>
            </p:cNvPr>
            <p:cNvSpPr/>
            <p:nvPr/>
          </p:nvSpPr>
          <p:spPr>
            <a:xfrm>
              <a:off x="7035263" y="2184781"/>
              <a:ext cx="1532098" cy="475118"/>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20" name="TextBox 19">
              <a:extLst>
                <a:ext uri="{FF2B5EF4-FFF2-40B4-BE49-F238E27FC236}">
                  <a16:creationId xmlns:a16="http://schemas.microsoft.com/office/drawing/2014/main" id="{4098BCCF-C67B-7BB5-945A-665AA4AF7D88}"/>
                </a:ext>
              </a:extLst>
            </p:cNvPr>
            <p:cNvSpPr txBox="1"/>
            <p:nvPr/>
          </p:nvSpPr>
          <p:spPr>
            <a:xfrm>
              <a:off x="7307028" y="2233111"/>
              <a:ext cx="1140447" cy="384143"/>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400" kern="1200" dirty="0">
                  <a:solidFill>
                    <a:schemeClr val="bg1"/>
                  </a:solidFill>
                  <a:latin typeface="+mn-lt"/>
                  <a:ea typeface="ＭＳ Ｐゴシック" charset="0"/>
                </a:rPr>
                <a:t>Funnel Stage</a:t>
              </a:r>
              <a:endParaRPr lang="en-GB" sz="1400" kern="1200" dirty="0" err="1">
                <a:solidFill>
                  <a:schemeClr val="bg1"/>
                </a:solidFill>
                <a:latin typeface="+mn-lt"/>
                <a:ea typeface="ＭＳ Ｐゴシック" charset="0"/>
              </a:endParaRPr>
            </a:p>
          </p:txBody>
        </p:sp>
        <p:sp>
          <p:nvSpPr>
            <p:cNvPr id="21" name="TextBox 20">
              <a:extLst>
                <a:ext uri="{FF2B5EF4-FFF2-40B4-BE49-F238E27FC236}">
                  <a16:creationId xmlns:a16="http://schemas.microsoft.com/office/drawing/2014/main" id="{FFE8ED26-284E-C6C8-26E6-CA1C35DEE6A3}"/>
                </a:ext>
              </a:extLst>
            </p:cNvPr>
            <p:cNvSpPr txBox="1"/>
            <p:nvPr/>
          </p:nvSpPr>
          <p:spPr>
            <a:xfrm>
              <a:off x="8640918" y="2184782"/>
              <a:ext cx="3155696" cy="475117"/>
            </a:xfrm>
            <a:prstGeom prst="rect">
              <a:avLst/>
            </a:prstGeom>
            <a:noFill/>
          </p:spPr>
          <p:txBody>
            <a:bodyPr wrap="square" lIns="0" tIns="0" rIns="0" bIns="0" rtlCol="0">
              <a:noAutofit/>
            </a:bodyPr>
            <a:lstStyle>
              <a:defPPr>
                <a:defRPr lang="en-US"/>
              </a:defPPr>
              <a:lvl1pPr lvl="0" indent="0" eaLnBrk="0" fontAlgn="base" hangingPunct="0">
                <a:spcBef>
                  <a:spcPct val="0"/>
                </a:spcBef>
                <a:spcAft>
                  <a:spcPct val="0"/>
                </a:spcAft>
                <a:buClrTx/>
                <a:buSzTx/>
                <a:buFont typeface="Arial" panose="020B0604020202020204" pitchFamily="34" charset="0"/>
                <a:buNone/>
                <a:defRPr sz="1000">
                  <a:solidFill>
                    <a:schemeClr val="bg1"/>
                  </a:solidFill>
                  <a:latin typeface="Arial" panose="020B0604020202020204" pitchFamily="34" charset="0"/>
                </a:defRPr>
              </a:lvl1pPr>
            </a:lstStyle>
            <a:p>
              <a:r>
                <a:rPr lang="en-GB" dirty="0"/>
                <a:t>Teams benefit from a scoring system that understands the user journey where we can monitor traffic by awareness, consideration and evaluation</a:t>
              </a:r>
              <a:endParaRPr lang="en-US" altLang="en-US" dirty="0"/>
            </a:p>
          </p:txBody>
        </p:sp>
        <p:sp>
          <p:nvSpPr>
            <p:cNvPr id="22" name="Oval 21">
              <a:extLst>
                <a:ext uri="{FF2B5EF4-FFF2-40B4-BE49-F238E27FC236}">
                  <a16:creationId xmlns:a16="http://schemas.microsoft.com/office/drawing/2014/main" id="{85A67FDD-75A0-658E-08A0-1D5C1FB80617}"/>
                </a:ext>
              </a:extLst>
            </p:cNvPr>
            <p:cNvSpPr/>
            <p:nvPr/>
          </p:nvSpPr>
          <p:spPr>
            <a:xfrm>
              <a:off x="6688351" y="2157402"/>
              <a:ext cx="529877" cy="52987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2</a:t>
              </a:r>
              <a:endParaRPr lang="en-GB" dirty="0">
                <a:solidFill>
                  <a:schemeClr val="bg1"/>
                </a:solidFill>
              </a:endParaRPr>
            </a:p>
          </p:txBody>
        </p:sp>
      </p:grpSp>
      <p:grpSp>
        <p:nvGrpSpPr>
          <p:cNvPr id="43" name="Group 42">
            <a:extLst>
              <a:ext uri="{FF2B5EF4-FFF2-40B4-BE49-F238E27FC236}">
                <a16:creationId xmlns:a16="http://schemas.microsoft.com/office/drawing/2014/main" id="{43436E0F-B4F6-0BB6-6A99-EB8DE8E82D05}"/>
              </a:ext>
            </a:extLst>
          </p:cNvPr>
          <p:cNvGrpSpPr/>
          <p:nvPr/>
        </p:nvGrpSpPr>
        <p:grpSpPr>
          <a:xfrm>
            <a:off x="6745847" y="3500804"/>
            <a:ext cx="5179799" cy="529877"/>
            <a:chOff x="6688351" y="3166029"/>
            <a:chExt cx="5179799" cy="529877"/>
          </a:xfrm>
        </p:grpSpPr>
        <p:sp>
          <p:nvSpPr>
            <p:cNvPr id="24" name="Rectangle: Rounded Corners 23">
              <a:extLst>
                <a:ext uri="{FF2B5EF4-FFF2-40B4-BE49-F238E27FC236}">
                  <a16:creationId xmlns:a16="http://schemas.microsoft.com/office/drawing/2014/main" id="{69087106-936D-C7B9-5858-8BC6ECC4E21D}"/>
                </a:ext>
              </a:extLst>
            </p:cNvPr>
            <p:cNvSpPr/>
            <p:nvPr/>
          </p:nvSpPr>
          <p:spPr>
            <a:xfrm>
              <a:off x="7936230" y="3193408"/>
              <a:ext cx="3931920" cy="475118"/>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25" name="Arrow: Pentagon 24">
              <a:extLst>
                <a:ext uri="{FF2B5EF4-FFF2-40B4-BE49-F238E27FC236}">
                  <a16:creationId xmlns:a16="http://schemas.microsoft.com/office/drawing/2014/main" id="{04812969-4EC3-F684-2312-A660E3B7B407}"/>
                </a:ext>
              </a:extLst>
            </p:cNvPr>
            <p:cNvSpPr/>
            <p:nvPr/>
          </p:nvSpPr>
          <p:spPr>
            <a:xfrm>
              <a:off x="7035263" y="3182025"/>
              <a:ext cx="1532098" cy="475118"/>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26" name="TextBox 25">
              <a:extLst>
                <a:ext uri="{FF2B5EF4-FFF2-40B4-BE49-F238E27FC236}">
                  <a16:creationId xmlns:a16="http://schemas.microsoft.com/office/drawing/2014/main" id="{B7EF0B53-1240-8454-1F79-FE7BDEEEBF58}"/>
                </a:ext>
              </a:extLst>
            </p:cNvPr>
            <p:cNvSpPr txBox="1"/>
            <p:nvPr/>
          </p:nvSpPr>
          <p:spPr>
            <a:xfrm>
              <a:off x="7307028" y="3341520"/>
              <a:ext cx="1140447" cy="178894"/>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600" dirty="0">
                  <a:solidFill>
                    <a:schemeClr val="bg1"/>
                  </a:solidFill>
                  <a:ea typeface="ＭＳ Ｐゴシック" charset="0"/>
                </a:rPr>
                <a:t>Revenue</a:t>
              </a:r>
              <a:endParaRPr lang="en-GB" sz="1600" kern="1200" dirty="0" err="1">
                <a:solidFill>
                  <a:schemeClr val="bg1"/>
                </a:solidFill>
                <a:latin typeface="+mn-lt"/>
                <a:ea typeface="ＭＳ Ｐゴシック" charset="0"/>
              </a:endParaRPr>
            </a:p>
          </p:txBody>
        </p:sp>
        <p:sp>
          <p:nvSpPr>
            <p:cNvPr id="27" name="TextBox 26">
              <a:extLst>
                <a:ext uri="{FF2B5EF4-FFF2-40B4-BE49-F238E27FC236}">
                  <a16:creationId xmlns:a16="http://schemas.microsoft.com/office/drawing/2014/main" id="{69F2EE41-3F5C-593B-B152-68053E539E05}"/>
                </a:ext>
              </a:extLst>
            </p:cNvPr>
            <p:cNvSpPr txBox="1"/>
            <p:nvPr/>
          </p:nvSpPr>
          <p:spPr>
            <a:xfrm>
              <a:off x="8640918" y="3182025"/>
              <a:ext cx="3211254" cy="475118"/>
            </a:xfrm>
            <a:prstGeom prst="rect">
              <a:avLst/>
            </a:prstGeom>
            <a:noFill/>
          </p:spPr>
          <p:txBody>
            <a:bodyPr wrap="square" lIns="0" tIns="0" rIns="0" bIns="0" rtlCol="0">
              <a:noAutofit/>
            </a:bodyPr>
            <a:lstStyle>
              <a:defPPr>
                <a:defRPr lang="en-US"/>
              </a:defPPr>
              <a:lvl1pPr lvl="0" indent="0" eaLnBrk="0" fontAlgn="base" hangingPunct="0">
                <a:spcBef>
                  <a:spcPct val="0"/>
                </a:spcBef>
                <a:spcAft>
                  <a:spcPct val="0"/>
                </a:spcAft>
                <a:buClrTx/>
                <a:buSzTx/>
                <a:buFont typeface="Arial" panose="020B0604020202020204" pitchFamily="34" charset="0"/>
                <a:buNone/>
                <a:defRPr sz="1000">
                  <a:solidFill>
                    <a:schemeClr val="bg1"/>
                  </a:solidFill>
                  <a:latin typeface="Arial" panose="020B0604020202020204" pitchFamily="34" charset="0"/>
                </a:defRPr>
              </a:lvl1pPr>
            </a:lstStyle>
            <a:p>
              <a:r>
                <a:rPr lang="en-GB" dirty="0"/>
                <a:t>Shows how content contributes to the bottom line by measuring “Conversion Breadth” and “Revenue Depth” to see what collateral is closing deals</a:t>
              </a:r>
            </a:p>
          </p:txBody>
        </p:sp>
        <p:sp>
          <p:nvSpPr>
            <p:cNvPr id="28" name="Oval 27">
              <a:extLst>
                <a:ext uri="{FF2B5EF4-FFF2-40B4-BE49-F238E27FC236}">
                  <a16:creationId xmlns:a16="http://schemas.microsoft.com/office/drawing/2014/main" id="{88D9EAC7-BCEC-1BDA-0423-3A01D33F34EC}"/>
                </a:ext>
              </a:extLst>
            </p:cNvPr>
            <p:cNvSpPr/>
            <p:nvPr/>
          </p:nvSpPr>
          <p:spPr>
            <a:xfrm>
              <a:off x="6688351" y="3166029"/>
              <a:ext cx="529877" cy="52987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3</a:t>
              </a:r>
              <a:endParaRPr lang="en-GB" dirty="0">
                <a:solidFill>
                  <a:schemeClr val="bg1"/>
                </a:solidFill>
              </a:endParaRPr>
            </a:p>
          </p:txBody>
        </p:sp>
      </p:grpSp>
      <p:grpSp>
        <p:nvGrpSpPr>
          <p:cNvPr id="10" name="Group 9">
            <a:extLst>
              <a:ext uri="{FF2B5EF4-FFF2-40B4-BE49-F238E27FC236}">
                <a16:creationId xmlns:a16="http://schemas.microsoft.com/office/drawing/2014/main" id="{9CD9B13F-88E0-7C55-76CA-7DC32109279B}"/>
              </a:ext>
            </a:extLst>
          </p:cNvPr>
          <p:cNvGrpSpPr/>
          <p:nvPr/>
        </p:nvGrpSpPr>
        <p:grpSpPr>
          <a:xfrm>
            <a:off x="6745847" y="4469513"/>
            <a:ext cx="5179799" cy="529877"/>
            <a:chOff x="6688350" y="3737064"/>
            <a:chExt cx="5179799" cy="529877"/>
          </a:xfrm>
        </p:grpSpPr>
        <p:sp>
          <p:nvSpPr>
            <p:cNvPr id="30" name="Rectangle: Rounded Corners 29">
              <a:extLst>
                <a:ext uri="{FF2B5EF4-FFF2-40B4-BE49-F238E27FC236}">
                  <a16:creationId xmlns:a16="http://schemas.microsoft.com/office/drawing/2014/main" id="{E2E51895-B8C1-0E22-D942-874B7BAD9695}"/>
                </a:ext>
              </a:extLst>
            </p:cNvPr>
            <p:cNvSpPr/>
            <p:nvPr/>
          </p:nvSpPr>
          <p:spPr>
            <a:xfrm>
              <a:off x="7936229" y="3764443"/>
              <a:ext cx="3931920" cy="475118"/>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31" name="Arrow: Pentagon 30">
              <a:extLst>
                <a:ext uri="{FF2B5EF4-FFF2-40B4-BE49-F238E27FC236}">
                  <a16:creationId xmlns:a16="http://schemas.microsoft.com/office/drawing/2014/main" id="{ABA078A5-2351-CC73-53C3-DAECB22BC371}"/>
                </a:ext>
              </a:extLst>
            </p:cNvPr>
            <p:cNvSpPr/>
            <p:nvPr/>
          </p:nvSpPr>
          <p:spPr>
            <a:xfrm>
              <a:off x="7035262" y="3764443"/>
              <a:ext cx="1532098" cy="475118"/>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32" name="TextBox 31">
              <a:extLst>
                <a:ext uri="{FF2B5EF4-FFF2-40B4-BE49-F238E27FC236}">
                  <a16:creationId xmlns:a16="http://schemas.microsoft.com/office/drawing/2014/main" id="{CD92D157-0782-F098-A7C4-82445E5E1721}"/>
                </a:ext>
              </a:extLst>
            </p:cNvPr>
            <p:cNvSpPr txBox="1"/>
            <p:nvPr/>
          </p:nvSpPr>
          <p:spPr>
            <a:xfrm>
              <a:off x="7322570" y="3844849"/>
              <a:ext cx="1243825" cy="327006"/>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600" dirty="0">
                  <a:solidFill>
                    <a:schemeClr val="bg1"/>
                  </a:solidFill>
                  <a:ea typeface="ＭＳ Ｐゴシック" charset="0"/>
                </a:rPr>
                <a:t>Retirement</a:t>
              </a:r>
              <a:endParaRPr lang="en-GB" sz="1600" kern="1200" dirty="0" err="1">
                <a:solidFill>
                  <a:schemeClr val="bg1"/>
                </a:solidFill>
                <a:latin typeface="+mn-lt"/>
                <a:ea typeface="ＭＳ Ｐゴシック" charset="0"/>
              </a:endParaRPr>
            </a:p>
          </p:txBody>
        </p:sp>
        <p:sp>
          <p:nvSpPr>
            <p:cNvPr id="33" name="TextBox 32">
              <a:extLst>
                <a:ext uri="{FF2B5EF4-FFF2-40B4-BE49-F238E27FC236}">
                  <a16:creationId xmlns:a16="http://schemas.microsoft.com/office/drawing/2014/main" id="{E6C3DADE-D8D2-68B5-E896-07053B44DE5C}"/>
                </a:ext>
              </a:extLst>
            </p:cNvPr>
            <p:cNvSpPr txBox="1"/>
            <p:nvPr/>
          </p:nvSpPr>
          <p:spPr>
            <a:xfrm>
              <a:off x="8640916" y="3770793"/>
              <a:ext cx="3155697" cy="475118"/>
            </a:xfrm>
            <a:prstGeom prst="rect">
              <a:avLst/>
            </a:prstGeom>
            <a:noFill/>
          </p:spPr>
          <p:txBody>
            <a:bodyPr wrap="square" lIns="0" tIns="0" rIns="0" bIns="0" rtlCol="0">
              <a:noAutofit/>
            </a:bodyPr>
            <a:lstStyle>
              <a:defPPr>
                <a:defRPr lang="en-US"/>
              </a:defPPr>
              <a:lvl1pPr lvl="0" indent="0" eaLnBrk="0" fontAlgn="base" hangingPunct="0">
                <a:spcBef>
                  <a:spcPct val="0"/>
                </a:spcBef>
                <a:spcAft>
                  <a:spcPct val="0"/>
                </a:spcAft>
                <a:buClrTx/>
                <a:buSzTx/>
                <a:buFont typeface="Arial" panose="020B0604020202020204" pitchFamily="34" charset="0"/>
                <a:buNone/>
                <a:defRPr sz="1000">
                  <a:solidFill>
                    <a:schemeClr val="bg1"/>
                  </a:solidFill>
                  <a:latin typeface="Arial" panose="020B0604020202020204" pitchFamily="34" charset="0"/>
                </a:defRPr>
              </a:lvl1pPr>
            </a:lstStyle>
            <a:p>
              <a:pPr lvl="0"/>
              <a:r>
                <a:rPr lang="en-GB" dirty="0"/>
                <a:t>Shows underperforming assets into a red bucket Signalling outdated web pages and content that should be decommissioned</a:t>
              </a:r>
            </a:p>
          </p:txBody>
        </p:sp>
        <p:sp>
          <p:nvSpPr>
            <p:cNvPr id="34" name="Oval 33">
              <a:extLst>
                <a:ext uri="{FF2B5EF4-FFF2-40B4-BE49-F238E27FC236}">
                  <a16:creationId xmlns:a16="http://schemas.microsoft.com/office/drawing/2014/main" id="{EE32AF85-059E-5947-9F21-520A8F638A83}"/>
                </a:ext>
              </a:extLst>
            </p:cNvPr>
            <p:cNvSpPr/>
            <p:nvPr/>
          </p:nvSpPr>
          <p:spPr>
            <a:xfrm>
              <a:off x="6688350" y="3737064"/>
              <a:ext cx="529877" cy="52987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4</a:t>
              </a:r>
              <a:endParaRPr lang="en-GB" dirty="0">
                <a:solidFill>
                  <a:schemeClr val="bg1"/>
                </a:solidFill>
              </a:endParaRPr>
            </a:p>
          </p:txBody>
        </p:sp>
      </p:grpSp>
      <p:sp>
        <p:nvSpPr>
          <p:cNvPr id="7" name="TextBox 6">
            <a:extLst>
              <a:ext uri="{FF2B5EF4-FFF2-40B4-BE49-F238E27FC236}">
                <a16:creationId xmlns:a16="http://schemas.microsoft.com/office/drawing/2014/main" id="{505839AE-7E6E-B32A-AF13-4AF38DE45B76}"/>
              </a:ext>
            </a:extLst>
          </p:cNvPr>
          <p:cNvSpPr txBox="1"/>
          <p:nvPr/>
        </p:nvSpPr>
        <p:spPr>
          <a:xfrm>
            <a:off x="537028" y="5920702"/>
            <a:ext cx="3398029" cy="328749"/>
          </a:xfrm>
          <a:prstGeom prst="rect">
            <a:avLst/>
          </a:prstGeom>
          <a:noFill/>
        </p:spPr>
        <p:txBody>
          <a:bodyPr wrap="square" lIns="0" tIns="0" rIns="0" bIns="0" rtlCol="0">
            <a:noAutofit/>
          </a:bodyPr>
          <a:lstStyle/>
          <a:p>
            <a:pPr algn="l"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hlinkClick r:id="rId2"/>
              </a:rPr>
              <a:t>Content Impact Scorecard</a:t>
            </a:r>
            <a:endParaRPr lang="en-GB" sz="1600" kern="1200" dirty="0" err="1">
              <a:solidFill>
                <a:schemeClr val="bg1"/>
              </a:solidFill>
              <a:latin typeface="+mn-lt"/>
              <a:ea typeface="ＭＳ Ｐゴシック" charset="0"/>
            </a:endParaRPr>
          </a:p>
        </p:txBody>
      </p:sp>
      <p:pic>
        <p:nvPicPr>
          <p:cNvPr id="6" name="Picture 5">
            <a:extLst>
              <a:ext uri="{FF2B5EF4-FFF2-40B4-BE49-F238E27FC236}">
                <a16:creationId xmlns:a16="http://schemas.microsoft.com/office/drawing/2014/main" id="{825AB6BB-536B-5399-881D-51C7C5C83AB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8242" y="1168831"/>
            <a:ext cx="5643987" cy="4168588"/>
          </a:xfrm>
          <a:prstGeom prst="rect">
            <a:avLst/>
          </a:prstGeom>
        </p:spPr>
      </p:pic>
    </p:spTree>
    <p:extLst>
      <p:ext uri="{BB962C8B-B14F-4D97-AF65-F5344CB8AC3E}">
        <p14:creationId xmlns:p14="http://schemas.microsoft.com/office/powerpoint/2010/main" val="39333938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578DF5-7C54-85F7-D015-2EDE625ACB02}"/>
              </a:ext>
            </a:extLst>
          </p:cNvPr>
          <p:cNvSpPr>
            <a:spLocks noGrp="1"/>
          </p:cNvSpPr>
          <p:nvPr>
            <p:ph type="title"/>
          </p:nvPr>
        </p:nvSpPr>
        <p:spPr/>
        <p:txBody>
          <a:bodyPr/>
          <a:lstStyle/>
          <a:p>
            <a:r>
              <a:rPr lang="en-US" dirty="0"/>
              <a:t>ID Relationships</a:t>
            </a:r>
            <a:endParaRPr lang="en-GB" dirty="0"/>
          </a:p>
        </p:txBody>
      </p:sp>
      <p:grpSp>
        <p:nvGrpSpPr>
          <p:cNvPr id="145" name="Group 144">
            <a:extLst>
              <a:ext uri="{FF2B5EF4-FFF2-40B4-BE49-F238E27FC236}">
                <a16:creationId xmlns:a16="http://schemas.microsoft.com/office/drawing/2014/main" id="{8EEDC3EE-6441-CEA9-1C36-56E3798085BA}"/>
              </a:ext>
            </a:extLst>
          </p:cNvPr>
          <p:cNvGrpSpPr/>
          <p:nvPr/>
        </p:nvGrpSpPr>
        <p:grpSpPr>
          <a:xfrm>
            <a:off x="4185169" y="1085385"/>
            <a:ext cx="1381985" cy="794654"/>
            <a:chOff x="3396896" y="1309013"/>
            <a:chExt cx="1381985" cy="794654"/>
          </a:xfrm>
        </p:grpSpPr>
        <p:grpSp>
          <p:nvGrpSpPr>
            <p:cNvPr id="4" name="Group 3">
              <a:extLst>
                <a:ext uri="{FF2B5EF4-FFF2-40B4-BE49-F238E27FC236}">
                  <a16:creationId xmlns:a16="http://schemas.microsoft.com/office/drawing/2014/main" id="{BE7C42F8-533A-E781-B3EF-2053BC84D1BB}"/>
                </a:ext>
              </a:extLst>
            </p:cNvPr>
            <p:cNvGrpSpPr/>
            <p:nvPr/>
          </p:nvGrpSpPr>
          <p:grpSpPr>
            <a:xfrm>
              <a:off x="3396896" y="1316688"/>
              <a:ext cx="1381985" cy="786979"/>
              <a:chOff x="2521324" y="4067735"/>
              <a:chExt cx="2267712" cy="1337983"/>
            </a:xfrm>
          </p:grpSpPr>
          <p:sp>
            <p:nvSpPr>
              <p:cNvPr id="6" name="Rectangle: Rounded Corners 5">
                <a:extLst>
                  <a:ext uri="{FF2B5EF4-FFF2-40B4-BE49-F238E27FC236}">
                    <a16:creationId xmlns:a16="http://schemas.microsoft.com/office/drawing/2014/main" id="{D162684F-A589-7A92-0809-A6D13BE53279}"/>
                  </a:ext>
                </a:extLst>
              </p:cNvPr>
              <p:cNvSpPr/>
              <p:nvPr/>
            </p:nvSpPr>
            <p:spPr>
              <a:xfrm>
                <a:off x="2522266" y="4067735"/>
                <a:ext cx="2265829" cy="1337983"/>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cxnSp>
            <p:nvCxnSpPr>
              <p:cNvPr id="7" name="Straight Connector 6">
                <a:extLst>
                  <a:ext uri="{FF2B5EF4-FFF2-40B4-BE49-F238E27FC236}">
                    <a16:creationId xmlns:a16="http://schemas.microsoft.com/office/drawing/2014/main" id="{8F437CE7-1E99-0B26-B459-137C45967CC2}"/>
                  </a:ext>
                </a:extLst>
              </p:cNvPr>
              <p:cNvCxnSpPr>
                <a:cxnSpLocks/>
              </p:cNvCxnSpPr>
              <p:nvPr/>
            </p:nvCxnSpPr>
            <p:spPr>
              <a:xfrm>
                <a:off x="2521324" y="4492235"/>
                <a:ext cx="2267712" cy="0"/>
              </a:xfrm>
              <a:prstGeom prst="line">
                <a:avLst/>
              </a:prstGeom>
              <a:noFill/>
              <a:ln w="79375">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sp>
            <p:nvSpPr>
              <p:cNvPr id="8" name="TextBox 7">
                <a:extLst>
                  <a:ext uri="{FF2B5EF4-FFF2-40B4-BE49-F238E27FC236}">
                    <a16:creationId xmlns:a16="http://schemas.microsoft.com/office/drawing/2014/main" id="{CAB263BF-005E-3348-FD79-4F54B02243DB}"/>
                  </a:ext>
                </a:extLst>
              </p:cNvPr>
              <p:cNvSpPr txBox="1"/>
              <p:nvPr/>
            </p:nvSpPr>
            <p:spPr>
              <a:xfrm>
                <a:off x="2959295" y="4067735"/>
                <a:ext cx="1391771" cy="349623"/>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dirty="0">
                    <a:solidFill>
                      <a:schemeClr val="accent2"/>
                    </a:solidFill>
                    <a:ea typeface="ＭＳ Ｐゴシック" charset="0"/>
                  </a:rPr>
                  <a:t>Activity ID</a:t>
                </a:r>
                <a:endParaRPr lang="en-GB" sz="1000" kern="1200" dirty="0" err="1">
                  <a:solidFill>
                    <a:schemeClr val="accent2"/>
                  </a:solidFill>
                  <a:latin typeface="+mn-lt"/>
                  <a:ea typeface="ＭＳ Ｐゴシック" charset="0"/>
                </a:endParaRPr>
              </a:p>
            </p:txBody>
          </p:sp>
          <p:sp>
            <p:nvSpPr>
              <p:cNvPr id="9" name="TextBox 8">
                <a:extLst>
                  <a:ext uri="{FF2B5EF4-FFF2-40B4-BE49-F238E27FC236}">
                    <a16:creationId xmlns:a16="http://schemas.microsoft.com/office/drawing/2014/main" id="{E96C8281-496A-C4F2-293D-98BEF3E6B2F1}"/>
                  </a:ext>
                </a:extLst>
              </p:cNvPr>
              <p:cNvSpPr txBox="1"/>
              <p:nvPr/>
            </p:nvSpPr>
            <p:spPr>
              <a:xfrm>
                <a:off x="2767025" y="4628544"/>
                <a:ext cx="1776311" cy="576384"/>
              </a:xfrm>
              <a:prstGeom prst="rect">
                <a:avLst/>
              </a:prstGeom>
              <a:noFill/>
            </p:spPr>
            <p:txBody>
              <a:bodyPr wrap="square" lIns="0" tIns="0" rIns="0" bIns="0" rtlCol="0" anchor="ctr">
                <a:noAutofit/>
              </a:bodyPr>
              <a:lstStyle/>
              <a:p>
                <a:pPr algn="ctr" defTabSz="912276" fontAlgn="base">
                  <a:spcAft>
                    <a:spcPts val="1000"/>
                  </a:spcAft>
                  <a:buClr>
                    <a:schemeClr val="bg1"/>
                  </a:buClr>
                  <a:buSzPct val="100000"/>
                </a:pPr>
                <a:r>
                  <a:rPr lang="en-US" sz="1000" dirty="0">
                    <a:solidFill>
                      <a:schemeClr val="bg1"/>
                    </a:solidFill>
                    <a:ea typeface="ＭＳ Ｐゴシック" charset="0"/>
                  </a:rPr>
                  <a:t>cc010898</a:t>
                </a:r>
                <a:endParaRPr lang="en-GB" sz="1000" dirty="0" err="1">
                  <a:solidFill>
                    <a:schemeClr val="bg1"/>
                  </a:solidFill>
                  <a:ea typeface="ＭＳ Ｐゴシック" charset="0"/>
                </a:endParaRPr>
              </a:p>
            </p:txBody>
          </p:sp>
        </p:grpSp>
        <p:pic>
          <p:nvPicPr>
            <p:cNvPr id="5" name="Graphic 4" descr="Mandala with solid fill">
              <a:extLst>
                <a:ext uri="{FF2B5EF4-FFF2-40B4-BE49-F238E27FC236}">
                  <a16:creationId xmlns:a16="http://schemas.microsoft.com/office/drawing/2014/main" id="{3F252100-1A3C-0A06-CC2F-0155BF963B2C}"/>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3477630" y="1309013"/>
              <a:ext cx="235338" cy="235338"/>
            </a:xfrm>
            <a:prstGeom prst="rect">
              <a:avLst/>
            </a:prstGeom>
          </p:spPr>
        </p:pic>
      </p:grpSp>
      <p:grpSp>
        <p:nvGrpSpPr>
          <p:cNvPr id="144" name="Group 143">
            <a:extLst>
              <a:ext uri="{FF2B5EF4-FFF2-40B4-BE49-F238E27FC236}">
                <a16:creationId xmlns:a16="http://schemas.microsoft.com/office/drawing/2014/main" id="{276B44EB-36CD-BAA5-ED6E-97BC3C76E65F}"/>
              </a:ext>
            </a:extLst>
          </p:cNvPr>
          <p:cNvGrpSpPr/>
          <p:nvPr/>
        </p:nvGrpSpPr>
        <p:grpSpPr>
          <a:xfrm>
            <a:off x="6802990" y="1089223"/>
            <a:ext cx="1381985" cy="786979"/>
            <a:chOff x="5649487" y="1316688"/>
            <a:chExt cx="1381985" cy="786979"/>
          </a:xfrm>
        </p:grpSpPr>
        <p:grpSp>
          <p:nvGrpSpPr>
            <p:cNvPr id="126" name="Group 125">
              <a:extLst>
                <a:ext uri="{FF2B5EF4-FFF2-40B4-BE49-F238E27FC236}">
                  <a16:creationId xmlns:a16="http://schemas.microsoft.com/office/drawing/2014/main" id="{4526B714-A57F-FF92-F1AA-F4AB5F999230}"/>
                </a:ext>
              </a:extLst>
            </p:cNvPr>
            <p:cNvGrpSpPr/>
            <p:nvPr/>
          </p:nvGrpSpPr>
          <p:grpSpPr>
            <a:xfrm>
              <a:off x="5649487" y="1316688"/>
              <a:ext cx="1381985" cy="786979"/>
              <a:chOff x="2521324" y="4067735"/>
              <a:chExt cx="2267712" cy="1337983"/>
            </a:xfrm>
          </p:grpSpPr>
          <p:sp>
            <p:nvSpPr>
              <p:cNvPr id="127" name="Rectangle: Rounded Corners 126">
                <a:extLst>
                  <a:ext uri="{FF2B5EF4-FFF2-40B4-BE49-F238E27FC236}">
                    <a16:creationId xmlns:a16="http://schemas.microsoft.com/office/drawing/2014/main" id="{F7CDDBCF-C8E2-B555-FB3C-DE18B23618E4}"/>
                  </a:ext>
                </a:extLst>
              </p:cNvPr>
              <p:cNvSpPr/>
              <p:nvPr/>
            </p:nvSpPr>
            <p:spPr>
              <a:xfrm>
                <a:off x="2522266" y="4067735"/>
                <a:ext cx="2265829" cy="1337983"/>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cxnSp>
            <p:nvCxnSpPr>
              <p:cNvPr id="128" name="Straight Connector 127">
                <a:extLst>
                  <a:ext uri="{FF2B5EF4-FFF2-40B4-BE49-F238E27FC236}">
                    <a16:creationId xmlns:a16="http://schemas.microsoft.com/office/drawing/2014/main" id="{313E706F-AB3B-D3B5-B68F-4DF2E09DE8AD}"/>
                  </a:ext>
                </a:extLst>
              </p:cNvPr>
              <p:cNvCxnSpPr>
                <a:cxnSpLocks/>
              </p:cNvCxnSpPr>
              <p:nvPr/>
            </p:nvCxnSpPr>
            <p:spPr>
              <a:xfrm>
                <a:off x="2521324" y="4492235"/>
                <a:ext cx="2267712" cy="0"/>
              </a:xfrm>
              <a:prstGeom prst="line">
                <a:avLst/>
              </a:prstGeom>
              <a:noFill/>
              <a:ln w="79375">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sp>
            <p:nvSpPr>
              <p:cNvPr id="129" name="TextBox 128">
                <a:extLst>
                  <a:ext uri="{FF2B5EF4-FFF2-40B4-BE49-F238E27FC236}">
                    <a16:creationId xmlns:a16="http://schemas.microsoft.com/office/drawing/2014/main" id="{FE5D1FE1-6C43-7A5A-F867-41305FED25F8}"/>
                  </a:ext>
                </a:extLst>
              </p:cNvPr>
              <p:cNvSpPr txBox="1"/>
              <p:nvPr/>
            </p:nvSpPr>
            <p:spPr>
              <a:xfrm>
                <a:off x="2959295" y="4067735"/>
                <a:ext cx="1391771" cy="349623"/>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dirty="0">
                    <a:solidFill>
                      <a:schemeClr val="accent2"/>
                    </a:solidFill>
                    <a:ea typeface="ＭＳ Ｐゴシック" charset="0"/>
                  </a:rPr>
                  <a:t>Activity ID</a:t>
                </a:r>
                <a:endParaRPr lang="en-GB" sz="1000" kern="1200" dirty="0" err="1">
                  <a:solidFill>
                    <a:schemeClr val="accent2"/>
                  </a:solidFill>
                  <a:latin typeface="+mn-lt"/>
                  <a:ea typeface="ＭＳ Ｐゴシック" charset="0"/>
                </a:endParaRPr>
              </a:p>
            </p:txBody>
          </p:sp>
          <p:sp>
            <p:nvSpPr>
              <p:cNvPr id="130" name="TextBox 129">
                <a:extLst>
                  <a:ext uri="{FF2B5EF4-FFF2-40B4-BE49-F238E27FC236}">
                    <a16:creationId xmlns:a16="http://schemas.microsoft.com/office/drawing/2014/main" id="{0E6EA18F-E937-F5DD-D559-A01830CCDCB9}"/>
                  </a:ext>
                </a:extLst>
              </p:cNvPr>
              <p:cNvSpPr txBox="1"/>
              <p:nvPr/>
            </p:nvSpPr>
            <p:spPr>
              <a:xfrm>
                <a:off x="2767025" y="4628544"/>
                <a:ext cx="1776311" cy="576384"/>
              </a:xfrm>
              <a:prstGeom prst="rect">
                <a:avLst/>
              </a:prstGeom>
              <a:noFill/>
            </p:spPr>
            <p:txBody>
              <a:bodyPr wrap="square" lIns="0" tIns="0" rIns="0" bIns="0" rtlCol="0" anchor="ctr">
                <a:noAutofit/>
              </a:bodyPr>
              <a:lstStyle/>
              <a:p>
                <a:pPr algn="ctr" defTabSz="912276" fontAlgn="base">
                  <a:spcAft>
                    <a:spcPts val="1000"/>
                  </a:spcAft>
                  <a:buClr>
                    <a:schemeClr val="bg1"/>
                  </a:buClr>
                  <a:buSzPct val="100000"/>
                </a:pPr>
                <a:r>
                  <a:rPr lang="en-US" sz="1000" dirty="0">
                    <a:solidFill>
                      <a:schemeClr val="bg1"/>
                    </a:solidFill>
                    <a:ea typeface="ＭＳ Ｐゴシック" charset="0"/>
                  </a:rPr>
                  <a:t>cc010912</a:t>
                </a:r>
                <a:endParaRPr lang="en-GB" sz="1000" dirty="0" err="1">
                  <a:solidFill>
                    <a:schemeClr val="bg1"/>
                  </a:solidFill>
                  <a:ea typeface="ＭＳ Ｐゴシック" charset="0"/>
                </a:endParaRPr>
              </a:p>
            </p:txBody>
          </p:sp>
        </p:grpSp>
        <p:pic>
          <p:nvPicPr>
            <p:cNvPr id="141" name="Graphic 140" descr="Mandala with solid fill">
              <a:extLst>
                <a:ext uri="{FF2B5EF4-FFF2-40B4-BE49-F238E27FC236}">
                  <a16:creationId xmlns:a16="http://schemas.microsoft.com/office/drawing/2014/main" id="{96E6B3C1-1965-D5BD-36B3-2B14AD2378C7}"/>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5680770" y="1323861"/>
              <a:ext cx="235338" cy="235338"/>
            </a:xfrm>
            <a:prstGeom prst="rect">
              <a:avLst/>
            </a:prstGeom>
          </p:spPr>
        </p:pic>
      </p:grpSp>
      <p:grpSp>
        <p:nvGrpSpPr>
          <p:cNvPr id="143" name="Group 142">
            <a:extLst>
              <a:ext uri="{FF2B5EF4-FFF2-40B4-BE49-F238E27FC236}">
                <a16:creationId xmlns:a16="http://schemas.microsoft.com/office/drawing/2014/main" id="{52A4B841-2327-8B02-D81D-BF780C48159C}"/>
              </a:ext>
            </a:extLst>
          </p:cNvPr>
          <p:cNvGrpSpPr/>
          <p:nvPr/>
        </p:nvGrpSpPr>
        <p:grpSpPr>
          <a:xfrm>
            <a:off x="9420813" y="1089223"/>
            <a:ext cx="1381985" cy="786979"/>
            <a:chOff x="7829469" y="1316688"/>
            <a:chExt cx="1381985" cy="786979"/>
          </a:xfrm>
        </p:grpSpPr>
        <p:grpSp>
          <p:nvGrpSpPr>
            <p:cNvPr id="131" name="Group 130">
              <a:extLst>
                <a:ext uri="{FF2B5EF4-FFF2-40B4-BE49-F238E27FC236}">
                  <a16:creationId xmlns:a16="http://schemas.microsoft.com/office/drawing/2014/main" id="{718E22A7-7C1C-EADE-B3B1-3F1A4C2C686A}"/>
                </a:ext>
              </a:extLst>
            </p:cNvPr>
            <p:cNvGrpSpPr/>
            <p:nvPr/>
          </p:nvGrpSpPr>
          <p:grpSpPr>
            <a:xfrm>
              <a:off x="7829469" y="1316688"/>
              <a:ext cx="1381985" cy="786979"/>
              <a:chOff x="2521324" y="4067735"/>
              <a:chExt cx="2267712" cy="1337983"/>
            </a:xfrm>
          </p:grpSpPr>
          <p:sp>
            <p:nvSpPr>
              <p:cNvPr id="132" name="Rectangle: Rounded Corners 131">
                <a:extLst>
                  <a:ext uri="{FF2B5EF4-FFF2-40B4-BE49-F238E27FC236}">
                    <a16:creationId xmlns:a16="http://schemas.microsoft.com/office/drawing/2014/main" id="{FC5BCAE8-CE64-1955-346C-8CA3A3560D17}"/>
                  </a:ext>
                </a:extLst>
              </p:cNvPr>
              <p:cNvSpPr/>
              <p:nvPr/>
            </p:nvSpPr>
            <p:spPr>
              <a:xfrm>
                <a:off x="2522266" y="4067735"/>
                <a:ext cx="2265829" cy="1337983"/>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cxnSp>
            <p:nvCxnSpPr>
              <p:cNvPr id="133" name="Straight Connector 132">
                <a:extLst>
                  <a:ext uri="{FF2B5EF4-FFF2-40B4-BE49-F238E27FC236}">
                    <a16:creationId xmlns:a16="http://schemas.microsoft.com/office/drawing/2014/main" id="{94B8781A-93F9-8BA5-D7EF-BEF85C03B49B}"/>
                  </a:ext>
                </a:extLst>
              </p:cNvPr>
              <p:cNvCxnSpPr>
                <a:cxnSpLocks/>
              </p:cNvCxnSpPr>
              <p:nvPr/>
            </p:nvCxnSpPr>
            <p:spPr>
              <a:xfrm>
                <a:off x="2521324" y="4492235"/>
                <a:ext cx="2267712" cy="0"/>
              </a:xfrm>
              <a:prstGeom prst="line">
                <a:avLst/>
              </a:prstGeom>
              <a:noFill/>
              <a:ln w="79375">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sp>
            <p:nvSpPr>
              <p:cNvPr id="134" name="TextBox 133">
                <a:extLst>
                  <a:ext uri="{FF2B5EF4-FFF2-40B4-BE49-F238E27FC236}">
                    <a16:creationId xmlns:a16="http://schemas.microsoft.com/office/drawing/2014/main" id="{36BF81AD-0F76-97D2-0B8B-51D12FB2D45A}"/>
                  </a:ext>
                </a:extLst>
              </p:cNvPr>
              <p:cNvSpPr txBox="1"/>
              <p:nvPr/>
            </p:nvSpPr>
            <p:spPr>
              <a:xfrm>
                <a:off x="2959295" y="4067735"/>
                <a:ext cx="1391771" cy="349623"/>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dirty="0">
                    <a:solidFill>
                      <a:schemeClr val="accent2"/>
                    </a:solidFill>
                    <a:ea typeface="ＭＳ Ｐゴシック" charset="0"/>
                  </a:rPr>
                  <a:t>Activity ID</a:t>
                </a:r>
                <a:endParaRPr lang="en-GB" sz="1000" kern="1200" dirty="0" err="1">
                  <a:solidFill>
                    <a:schemeClr val="accent2"/>
                  </a:solidFill>
                  <a:latin typeface="+mn-lt"/>
                  <a:ea typeface="ＭＳ Ｐゴシック" charset="0"/>
                </a:endParaRPr>
              </a:p>
            </p:txBody>
          </p:sp>
          <p:sp>
            <p:nvSpPr>
              <p:cNvPr id="135" name="TextBox 134">
                <a:extLst>
                  <a:ext uri="{FF2B5EF4-FFF2-40B4-BE49-F238E27FC236}">
                    <a16:creationId xmlns:a16="http://schemas.microsoft.com/office/drawing/2014/main" id="{2AE9D172-7E46-470A-348C-2760C7582EA7}"/>
                  </a:ext>
                </a:extLst>
              </p:cNvPr>
              <p:cNvSpPr txBox="1"/>
              <p:nvPr/>
            </p:nvSpPr>
            <p:spPr>
              <a:xfrm>
                <a:off x="2767025" y="4628544"/>
                <a:ext cx="1776311" cy="576384"/>
              </a:xfrm>
              <a:prstGeom prst="rect">
                <a:avLst/>
              </a:prstGeom>
              <a:noFill/>
            </p:spPr>
            <p:txBody>
              <a:bodyPr wrap="square" lIns="0" tIns="0" rIns="0" bIns="0" rtlCol="0" anchor="ctr">
                <a:noAutofit/>
              </a:bodyPr>
              <a:lstStyle/>
              <a:p>
                <a:pPr algn="ctr" defTabSz="912276" fontAlgn="base">
                  <a:spcAft>
                    <a:spcPts val="1000"/>
                  </a:spcAft>
                  <a:buClr>
                    <a:schemeClr val="bg1"/>
                  </a:buClr>
                  <a:buSzPct val="100000"/>
                </a:pPr>
                <a:r>
                  <a:rPr lang="en-US" sz="1000" dirty="0">
                    <a:solidFill>
                      <a:schemeClr val="bg1"/>
                    </a:solidFill>
                    <a:ea typeface="ＭＳ Ｐゴシック" charset="0"/>
                  </a:rPr>
                  <a:t>cc011102</a:t>
                </a:r>
                <a:endParaRPr lang="en-GB" sz="1000" dirty="0" err="1">
                  <a:solidFill>
                    <a:schemeClr val="bg1"/>
                  </a:solidFill>
                  <a:ea typeface="ＭＳ Ｐゴシック" charset="0"/>
                </a:endParaRPr>
              </a:p>
            </p:txBody>
          </p:sp>
        </p:grpSp>
        <p:pic>
          <p:nvPicPr>
            <p:cNvPr id="142" name="Graphic 141" descr="Mandala with solid fill">
              <a:extLst>
                <a:ext uri="{FF2B5EF4-FFF2-40B4-BE49-F238E27FC236}">
                  <a16:creationId xmlns:a16="http://schemas.microsoft.com/office/drawing/2014/main" id="{410895DD-06F7-9273-6C01-9688C37FB2AE}"/>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7883910" y="1338709"/>
              <a:ext cx="235338" cy="235338"/>
            </a:xfrm>
            <a:prstGeom prst="rect">
              <a:avLst/>
            </a:prstGeom>
          </p:spPr>
        </p:pic>
      </p:grpSp>
      <p:cxnSp>
        <p:nvCxnSpPr>
          <p:cNvPr id="216" name="Straight Connector 215">
            <a:extLst>
              <a:ext uri="{FF2B5EF4-FFF2-40B4-BE49-F238E27FC236}">
                <a16:creationId xmlns:a16="http://schemas.microsoft.com/office/drawing/2014/main" id="{C95E87B8-CEE2-5521-0035-53B8EC9B4EA4}"/>
              </a:ext>
            </a:extLst>
          </p:cNvPr>
          <p:cNvCxnSpPr>
            <a:cxnSpLocks/>
          </p:cNvCxnSpPr>
          <p:nvPr/>
        </p:nvCxnSpPr>
        <p:spPr>
          <a:xfrm rot="16200000">
            <a:off x="7519369" y="-1142059"/>
            <a:ext cx="0" cy="6675120"/>
          </a:xfrm>
          <a:prstGeom prst="line">
            <a:avLst/>
          </a:prstGeom>
          <a:noFill/>
          <a:ln w="44450">
            <a:solidFill>
              <a:schemeClr val="tx2">
                <a:lumMod val="20000"/>
                <a:lumOff val="80000"/>
              </a:schemeClr>
            </a:solidFill>
            <a:prstDash val="solid"/>
          </a:ln>
          <a:effectLst/>
        </p:spPr>
        <p:style>
          <a:lnRef idx="2">
            <a:schemeClr val="accent1">
              <a:shade val="50000"/>
            </a:schemeClr>
          </a:lnRef>
          <a:fillRef idx="1">
            <a:schemeClr val="accent1"/>
          </a:fillRef>
          <a:effectRef idx="0">
            <a:schemeClr val="accent1"/>
          </a:effectRef>
          <a:fontRef idx="minor">
            <a:schemeClr val="lt1"/>
          </a:fontRef>
        </p:style>
      </p:cxnSp>
      <p:cxnSp>
        <p:nvCxnSpPr>
          <p:cNvPr id="14" name="Connector: Elbow 13">
            <a:extLst>
              <a:ext uri="{FF2B5EF4-FFF2-40B4-BE49-F238E27FC236}">
                <a16:creationId xmlns:a16="http://schemas.microsoft.com/office/drawing/2014/main" id="{E5A9F9FC-6BFC-50E3-4405-61275B3A36D8}"/>
              </a:ext>
            </a:extLst>
          </p:cNvPr>
          <p:cNvCxnSpPr>
            <a:cxnSpLocks/>
            <a:stCxn id="27" idx="4"/>
            <a:endCxn id="12" idx="0"/>
          </p:cNvCxnSpPr>
          <p:nvPr/>
        </p:nvCxnSpPr>
        <p:spPr>
          <a:xfrm rot="5400000">
            <a:off x="4113948" y="2288820"/>
            <a:ext cx="958178" cy="147910"/>
          </a:xfrm>
          <a:prstGeom prst="bentConnector3">
            <a:avLst/>
          </a:prstGeom>
          <a:ln w="22225">
            <a:tailEnd type="triangle"/>
          </a:ln>
        </p:spPr>
        <p:style>
          <a:lnRef idx="1">
            <a:schemeClr val="accent1"/>
          </a:lnRef>
          <a:fillRef idx="0">
            <a:schemeClr val="accent1"/>
          </a:fillRef>
          <a:effectRef idx="0">
            <a:schemeClr val="accent1"/>
          </a:effectRef>
          <a:fontRef idx="minor">
            <a:schemeClr val="tx1"/>
          </a:fontRef>
        </p:style>
      </p:cxnSp>
      <p:grpSp>
        <p:nvGrpSpPr>
          <p:cNvPr id="75" name="Group 74">
            <a:extLst>
              <a:ext uri="{FF2B5EF4-FFF2-40B4-BE49-F238E27FC236}">
                <a16:creationId xmlns:a16="http://schemas.microsoft.com/office/drawing/2014/main" id="{9FC13E5D-CDBB-772A-9B61-1AD26D1D634C}"/>
              </a:ext>
            </a:extLst>
          </p:cNvPr>
          <p:cNvGrpSpPr/>
          <p:nvPr/>
        </p:nvGrpSpPr>
        <p:grpSpPr>
          <a:xfrm>
            <a:off x="4184579" y="2818884"/>
            <a:ext cx="1382573" cy="1201157"/>
            <a:chOff x="4184579" y="2818884"/>
            <a:chExt cx="1382573" cy="1201157"/>
          </a:xfrm>
        </p:grpSpPr>
        <p:pic>
          <p:nvPicPr>
            <p:cNvPr id="146" name="Graphic 145" descr="Steering Wheel with solid fill">
              <a:extLst>
                <a:ext uri="{FF2B5EF4-FFF2-40B4-BE49-F238E27FC236}">
                  <a16:creationId xmlns:a16="http://schemas.microsoft.com/office/drawing/2014/main" id="{B1772BBA-0109-A93E-6C52-E0931292C1C3}"/>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4265903" y="2818884"/>
              <a:ext cx="235338" cy="235338"/>
            </a:xfrm>
            <a:prstGeom prst="rect">
              <a:avLst/>
            </a:prstGeom>
          </p:spPr>
        </p:pic>
        <p:grpSp>
          <p:nvGrpSpPr>
            <p:cNvPr id="194" name="Group 193">
              <a:extLst>
                <a:ext uri="{FF2B5EF4-FFF2-40B4-BE49-F238E27FC236}">
                  <a16:creationId xmlns:a16="http://schemas.microsoft.com/office/drawing/2014/main" id="{5A6BCB42-7F67-5FDB-29BC-C037E7F0DBA4}"/>
                </a:ext>
              </a:extLst>
            </p:cNvPr>
            <p:cNvGrpSpPr/>
            <p:nvPr/>
          </p:nvGrpSpPr>
          <p:grpSpPr>
            <a:xfrm>
              <a:off x="4185168" y="2834722"/>
              <a:ext cx="1381984" cy="1185319"/>
              <a:chOff x="3396894" y="3315118"/>
              <a:chExt cx="1381984" cy="1185319"/>
            </a:xfrm>
          </p:grpSpPr>
          <p:sp>
            <p:nvSpPr>
              <p:cNvPr id="137" name="Rectangle: Rounded Corners 136">
                <a:extLst>
                  <a:ext uri="{FF2B5EF4-FFF2-40B4-BE49-F238E27FC236}">
                    <a16:creationId xmlns:a16="http://schemas.microsoft.com/office/drawing/2014/main" id="{5A93B6C8-D20B-6B9D-6E5D-AF507E304F64}"/>
                  </a:ext>
                </a:extLst>
              </p:cNvPr>
              <p:cNvSpPr/>
              <p:nvPr/>
            </p:nvSpPr>
            <p:spPr>
              <a:xfrm>
                <a:off x="3397468" y="3315118"/>
                <a:ext cx="1380836" cy="1185319"/>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cxnSp>
            <p:nvCxnSpPr>
              <p:cNvPr id="138" name="Straight Connector 137">
                <a:extLst>
                  <a:ext uri="{FF2B5EF4-FFF2-40B4-BE49-F238E27FC236}">
                    <a16:creationId xmlns:a16="http://schemas.microsoft.com/office/drawing/2014/main" id="{A21C0515-7092-A1BE-1C01-D7DBF1F067A3}"/>
                  </a:ext>
                </a:extLst>
              </p:cNvPr>
              <p:cNvCxnSpPr>
                <a:cxnSpLocks/>
              </p:cNvCxnSpPr>
              <p:nvPr/>
            </p:nvCxnSpPr>
            <p:spPr>
              <a:xfrm>
                <a:off x="3396894" y="3564802"/>
                <a:ext cx="1381984" cy="0"/>
              </a:xfrm>
              <a:prstGeom prst="line">
                <a:avLst/>
              </a:prstGeom>
              <a:noFill/>
              <a:ln w="79375">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sp>
            <p:nvSpPr>
              <p:cNvPr id="139" name="TextBox 138">
                <a:extLst>
                  <a:ext uri="{FF2B5EF4-FFF2-40B4-BE49-F238E27FC236}">
                    <a16:creationId xmlns:a16="http://schemas.microsoft.com/office/drawing/2014/main" id="{CF6CEDB6-F199-F840-4D58-D3CCE98A793F}"/>
                  </a:ext>
                </a:extLst>
              </p:cNvPr>
              <p:cNvSpPr txBox="1"/>
              <p:nvPr/>
            </p:nvSpPr>
            <p:spPr>
              <a:xfrm>
                <a:off x="3663801" y="3315118"/>
                <a:ext cx="848170" cy="205642"/>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dirty="0">
                    <a:solidFill>
                      <a:schemeClr val="accent3"/>
                    </a:solidFill>
                    <a:ea typeface="ＭＳ Ｐゴシック" charset="0"/>
                  </a:rPr>
                  <a:t>Drive To ID</a:t>
                </a:r>
                <a:endParaRPr lang="en-GB" sz="1000" kern="1200" dirty="0" err="1">
                  <a:solidFill>
                    <a:schemeClr val="accent3"/>
                  </a:solidFill>
                  <a:latin typeface="+mn-lt"/>
                  <a:ea typeface="ＭＳ Ｐゴシック" charset="0"/>
                </a:endParaRPr>
              </a:p>
            </p:txBody>
          </p:sp>
          <p:sp>
            <p:nvSpPr>
              <p:cNvPr id="140" name="TextBox 139">
                <a:extLst>
                  <a:ext uri="{FF2B5EF4-FFF2-40B4-BE49-F238E27FC236}">
                    <a16:creationId xmlns:a16="http://schemas.microsoft.com/office/drawing/2014/main" id="{6EDAA90F-76EC-3CC3-CAEA-481065AC4DDC}"/>
                  </a:ext>
                </a:extLst>
              </p:cNvPr>
              <p:cNvSpPr txBox="1"/>
              <p:nvPr/>
            </p:nvSpPr>
            <p:spPr>
              <a:xfrm>
                <a:off x="3546629" y="3581402"/>
                <a:ext cx="1082515" cy="339019"/>
              </a:xfrm>
              <a:prstGeom prst="rect">
                <a:avLst/>
              </a:prstGeom>
              <a:noFill/>
            </p:spPr>
            <p:txBody>
              <a:bodyPr wrap="square" lIns="0" tIns="0" rIns="0" bIns="0" rtlCol="0" anchor="ctr">
                <a:noAutofit/>
              </a:bodyPr>
              <a:lstStyle/>
              <a:p>
                <a:pPr algn="ctr" defTabSz="912276" fontAlgn="base">
                  <a:spcAft>
                    <a:spcPts val="1000"/>
                  </a:spcAft>
                  <a:buClr>
                    <a:schemeClr val="bg1"/>
                  </a:buClr>
                  <a:buSzPct val="100000"/>
                </a:pPr>
                <a:r>
                  <a:rPr lang="en-GB" sz="1000" dirty="0">
                    <a:solidFill>
                      <a:schemeClr val="bg1"/>
                    </a:solidFill>
                  </a:rPr>
                  <a:t>oemels001119</a:t>
                </a:r>
                <a:endParaRPr lang="en-GB" sz="1000" dirty="0">
                  <a:solidFill>
                    <a:schemeClr val="bg1"/>
                  </a:solidFill>
                  <a:ea typeface="ＭＳ Ｐゴシック" charset="0"/>
                </a:endParaRPr>
              </a:p>
            </p:txBody>
          </p:sp>
          <p:sp>
            <p:nvSpPr>
              <p:cNvPr id="169" name="TextBox 168">
                <a:extLst>
                  <a:ext uri="{FF2B5EF4-FFF2-40B4-BE49-F238E27FC236}">
                    <a16:creationId xmlns:a16="http://schemas.microsoft.com/office/drawing/2014/main" id="{F574CBD3-926A-5E57-A0DB-CA76FD0C67C3}"/>
                  </a:ext>
                </a:extLst>
              </p:cNvPr>
              <p:cNvSpPr txBox="1"/>
              <p:nvPr/>
            </p:nvSpPr>
            <p:spPr>
              <a:xfrm>
                <a:off x="3546629" y="3800138"/>
                <a:ext cx="1082515" cy="339019"/>
              </a:xfrm>
              <a:prstGeom prst="rect">
                <a:avLst/>
              </a:prstGeom>
              <a:noFill/>
            </p:spPr>
            <p:txBody>
              <a:bodyPr wrap="square" lIns="0" tIns="0" rIns="0" bIns="0" rtlCol="0" anchor="ctr">
                <a:noAutofit/>
              </a:bodyPr>
              <a:lstStyle/>
              <a:p>
                <a:pPr algn="ctr" defTabSz="912276" fontAlgn="base">
                  <a:spcAft>
                    <a:spcPts val="1000"/>
                  </a:spcAft>
                  <a:buClr>
                    <a:schemeClr val="bg1"/>
                  </a:buClr>
                  <a:buSzPct val="100000"/>
                </a:pPr>
                <a:r>
                  <a:rPr lang="en-GB" sz="1000" dirty="0">
                    <a:solidFill>
                      <a:schemeClr val="bg1"/>
                    </a:solidFill>
                  </a:rPr>
                  <a:t>Eloqua Email</a:t>
                </a:r>
                <a:endParaRPr lang="en-GB" sz="1000" dirty="0">
                  <a:solidFill>
                    <a:schemeClr val="bg1"/>
                  </a:solidFill>
                  <a:ea typeface="ＭＳ Ｐゴシック" charset="0"/>
                </a:endParaRPr>
              </a:p>
            </p:txBody>
          </p:sp>
          <p:pic>
            <p:nvPicPr>
              <p:cNvPr id="193" name="Graphic 192" descr="Email with solid fill">
                <a:extLst>
                  <a:ext uri="{FF2B5EF4-FFF2-40B4-BE49-F238E27FC236}">
                    <a16:creationId xmlns:a16="http://schemas.microsoft.com/office/drawing/2014/main" id="{8C59B188-419A-4AFF-21C2-1F0792DA7D6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910434" y="4051439"/>
                <a:ext cx="354905" cy="354905"/>
              </a:xfrm>
              <a:prstGeom prst="rect">
                <a:avLst/>
              </a:prstGeom>
            </p:spPr>
          </p:pic>
        </p:grpSp>
        <p:grpSp>
          <p:nvGrpSpPr>
            <p:cNvPr id="29" name="Group 28">
              <a:extLst>
                <a:ext uri="{FF2B5EF4-FFF2-40B4-BE49-F238E27FC236}">
                  <a16:creationId xmlns:a16="http://schemas.microsoft.com/office/drawing/2014/main" id="{A94CEDFC-26C7-A6C8-C20D-7C474953DE94}"/>
                </a:ext>
              </a:extLst>
            </p:cNvPr>
            <p:cNvGrpSpPr/>
            <p:nvPr/>
          </p:nvGrpSpPr>
          <p:grpSpPr>
            <a:xfrm>
              <a:off x="4184579" y="2834722"/>
              <a:ext cx="1380836" cy="1185319"/>
              <a:chOff x="3378463" y="4617597"/>
              <a:chExt cx="1380836" cy="1185319"/>
            </a:xfrm>
          </p:grpSpPr>
          <p:sp>
            <p:nvSpPr>
              <p:cNvPr id="11" name="Rectangle: Rounded Corners 10">
                <a:extLst>
                  <a:ext uri="{FF2B5EF4-FFF2-40B4-BE49-F238E27FC236}">
                    <a16:creationId xmlns:a16="http://schemas.microsoft.com/office/drawing/2014/main" id="{4B69443A-72FB-F1E9-DB26-C0C554DA7FF5}"/>
                  </a:ext>
                </a:extLst>
              </p:cNvPr>
              <p:cNvSpPr/>
              <p:nvPr/>
            </p:nvSpPr>
            <p:spPr>
              <a:xfrm>
                <a:off x="3378463" y="4617597"/>
                <a:ext cx="1380836" cy="1185319"/>
              </a:xfrm>
              <a:prstGeom prst="roundRect">
                <a:avLst/>
              </a:prstGeom>
              <a:noFill/>
              <a:ln w="15875">
                <a:no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2" name="Oval 11">
                <a:extLst>
                  <a:ext uri="{FF2B5EF4-FFF2-40B4-BE49-F238E27FC236}">
                    <a16:creationId xmlns:a16="http://schemas.microsoft.com/office/drawing/2014/main" id="{A8F8FD77-07F5-AE02-EA54-603159768EAB}"/>
                  </a:ext>
                </a:extLst>
              </p:cNvPr>
              <p:cNvSpPr/>
              <p:nvPr/>
            </p:nvSpPr>
            <p:spPr>
              <a:xfrm>
                <a:off x="3614232" y="4624739"/>
                <a:ext cx="197467" cy="182880"/>
              </a:xfrm>
              <a:prstGeom prst="ellipse">
                <a:avLst/>
              </a:prstGeom>
              <a:noFill/>
              <a:ln w="15875">
                <a:no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5" name="Oval 14">
                <a:extLst>
                  <a:ext uri="{FF2B5EF4-FFF2-40B4-BE49-F238E27FC236}">
                    <a16:creationId xmlns:a16="http://schemas.microsoft.com/office/drawing/2014/main" id="{8BA9355E-0AB8-26C7-AB5A-0A7B2C1E66F9}"/>
                  </a:ext>
                </a:extLst>
              </p:cNvPr>
              <p:cNvSpPr/>
              <p:nvPr/>
            </p:nvSpPr>
            <p:spPr>
              <a:xfrm>
                <a:off x="4288605" y="4617597"/>
                <a:ext cx="197467" cy="182880"/>
              </a:xfrm>
              <a:prstGeom prst="ellipse">
                <a:avLst/>
              </a:prstGeom>
              <a:noFill/>
              <a:ln w="15875">
                <a:no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grpSp>
      </p:grpSp>
      <p:cxnSp>
        <p:nvCxnSpPr>
          <p:cNvPr id="19" name="Connector: Elbow 18">
            <a:extLst>
              <a:ext uri="{FF2B5EF4-FFF2-40B4-BE49-F238E27FC236}">
                <a16:creationId xmlns:a16="http://schemas.microsoft.com/office/drawing/2014/main" id="{34E211B2-A09A-C64E-4A56-19B9E31AD39C}"/>
              </a:ext>
            </a:extLst>
          </p:cNvPr>
          <p:cNvCxnSpPr>
            <a:stCxn id="6" idx="2"/>
            <a:endCxn id="17" idx="0"/>
          </p:cNvCxnSpPr>
          <p:nvPr/>
        </p:nvCxnSpPr>
        <p:spPr>
          <a:xfrm rot="16200000" flipH="1">
            <a:off x="5556349" y="1199852"/>
            <a:ext cx="957205" cy="2317578"/>
          </a:xfrm>
          <a:prstGeom prst="bentConnector3">
            <a:avLst>
              <a:gd name="adj1" fmla="val 50000"/>
            </a:avLst>
          </a:prstGeom>
          <a:ln w="22225">
            <a:tailEnd type="triangle"/>
          </a:ln>
        </p:spPr>
        <p:style>
          <a:lnRef idx="1">
            <a:schemeClr val="accent1"/>
          </a:lnRef>
          <a:fillRef idx="0">
            <a:schemeClr val="accent1"/>
          </a:fillRef>
          <a:effectRef idx="0">
            <a:schemeClr val="accent1"/>
          </a:effectRef>
          <a:fontRef idx="minor">
            <a:schemeClr val="tx1"/>
          </a:fontRef>
        </p:style>
      </p:cxnSp>
      <p:grpSp>
        <p:nvGrpSpPr>
          <p:cNvPr id="73" name="Group 72">
            <a:extLst>
              <a:ext uri="{FF2B5EF4-FFF2-40B4-BE49-F238E27FC236}">
                <a16:creationId xmlns:a16="http://schemas.microsoft.com/office/drawing/2014/main" id="{95D4A5FF-7E1F-CC84-C192-93D04A85E14D}"/>
              </a:ext>
            </a:extLst>
          </p:cNvPr>
          <p:cNvGrpSpPr/>
          <p:nvPr/>
        </p:nvGrpSpPr>
        <p:grpSpPr>
          <a:xfrm>
            <a:off x="9414299" y="2818884"/>
            <a:ext cx="1388498" cy="1202544"/>
            <a:chOff x="9414299" y="2818884"/>
            <a:chExt cx="1388498" cy="1202544"/>
          </a:xfrm>
        </p:grpSpPr>
        <p:grpSp>
          <p:nvGrpSpPr>
            <p:cNvPr id="209" name="Group 208">
              <a:extLst>
                <a:ext uri="{FF2B5EF4-FFF2-40B4-BE49-F238E27FC236}">
                  <a16:creationId xmlns:a16="http://schemas.microsoft.com/office/drawing/2014/main" id="{F4FF3B93-B5E6-12C9-EAEF-E1E1723519C3}"/>
                </a:ext>
              </a:extLst>
            </p:cNvPr>
            <p:cNvGrpSpPr/>
            <p:nvPr/>
          </p:nvGrpSpPr>
          <p:grpSpPr>
            <a:xfrm>
              <a:off x="9420813" y="2834722"/>
              <a:ext cx="1381984" cy="1185319"/>
              <a:chOff x="3396894" y="3315118"/>
              <a:chExt cx="1381984" cy="1185319"/>
            </a:xfrm>
          </p:grpSpPr>
          <p:sp>
            <p:nvSpPr>
              <p:cNvPr id="210" name="Rectangle: Rounded Corners 209">
                <a:extLst>
                  <a:ext uri="{FF2B5EF4-FFF2-40B4-BE49-F238E27FC236}">
                    <a16:creationId xmlns:a16="http://schemas.microsoft.com/office/drawing/2014/main" id="{50948E15-403E-2E55-7FBE-11EB2563D101}"/>
                  </a:ext>
                </a:extLst>
              </p:cNvPr>
              <p:cNvSpPr/>
              <p:nvPr/>
            </p:nvSpPr>
            <p:spPr>
              <a:xfrm>
                <a:off x="3397468" y="3315118"/>
                <a:ext cx="1380836" cy="1185319"/>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cxnSp>
            <p:nvCxnSpPr>
              <p:cNvPr id="211" name="Straight Connector 210">
                <a:extLst>
                  <a:ext uri="{FF2B5EF4-FFF2-40B4-BE49-F238E27FC236}">
                    <a16:creationId xmlns:a16="http://schemas.microsoft.com/office/drawing/2014/main" id="{ECFC88AF-BC66-E2FB-3D6D-A172560EAA1D}"/>
                  </a:ext>
                </a:extLst>
              </p:cNvPr>
              <p:cNvCxnSpPr>
                <a:cxnSpLocks/>
              </p:cNvCxnSpPr>
              <p:nvPr/>
            </p:nvCxnSpPr>
            <p:spPr>
              <a:xfrm>
                <a:off x="3396894" y="3564802"/>
                <a:ext cx="1381984" cy="0"/>
              </a:xfrm>
              <a:prstGeom prst="line">
                <a:avLst/>
              </a:prstGeom>
              <a:noFill/>
              <a:ln w="79375">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sp>
            <p:nvSpPr>
              <p:cNvPr id="212" name="TextBox 211">
                <a:extLst>
                  <a:ext uri="{FF2B5EF4-FFF2-40B4-BE49-F238E27FC236}">
                    <a16:creationId xmlns:a16="http://schemas.microsoft.com/office/drawing/2014/main" id="{E271D6E2-EFEF-BF6E-F8BD-D5C94658DB47}"/>
                  </a:ext>
                </a:extLst>
              </p:cNvPr>
              <p:cNvSpPr txBox="1"/>
              <p:nvPr/>
            </p:nvSpPr>
            <p:spPr>
              <a:xfrm>
                <a:off x="3663801" y="3315118"/>
                <a:ext cx="848170" cy="205642"/>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dirty="0">
                    <a:solidFill>
                      <a:schemeClr val="accent3"/>
                    </a:solidFill>
                    <a:ea typeface="ＭＳ Ｐゴシック" charset="0"/>
                  </a:rPr>
                  <a:t>Drive To ID</a:t>
                </a:r>
                <a:endParaRPr lang="en-GB" sz="1000" kern="1200" dirty="0" err="1">
                  <a:solidFill>
                    <a:schemeClr val="accent3"/>
                  </a:solidFill>
                  <a:latin typeface="+mn-lt"/>
                  <a:ea typeface="ＭＳ Ｐゴシック" charset="0"/>
                </a:endParaRPr>
              </a:p>
            </p:txBody>
          </p:sp>
          <p:sp>
            <p:nvSpPr>
              <p:cNvPr id="213" name="TextBox 212">
                <a:extLst>
                  <a:ext uri="{FF2B5EF4-FFF2-40B4-BE49-F238E27FC236}">
                    <a16:creationId xmlns:a16="http://schemas.microsoft.com/office/drawing/2014/main" id="{3A95137C-CAB7-432D-DAB0-B056DBC422A3}"/>
                  </a:ext>
                </a:extLst>
              </p:cNvPr>
              <p:cNvSpPr txBox="1"/>
              <p:nvPr/>
            </p:nvSpPr>
            <p:spPr>
              <a:xfrm>
                <a:off x="3546629" y="3581402"/>
                <a:ext cx="1082515" cy="339019"/>
              </a:xfrm>
              <a:prstGeom prst="rect">
                <a:avLst/>
              </a:prstGeom>
              <a:noFill/>
            </p:spPr>
            <p:txBody>
              <a:bodyPr wrap="square" lIns="0" tIns="0" rIns="0" bIns="0" rtlCol="0" anchor="ctr">
                <a:noAutofit/>
              </a:bodyPr>
              <a:lstStyle/>
              <a:p>
                <a:pPr algn="ctr" defTabSz="912276" fontAlgn="base">
                  <a:spcAft>
                    <a:spcPts val="1000"/>
                  </a:spcAft>
                  <a:buClr>
                    <a:schemeClr val="bg1"/>
                  </a:buClr>
                  <a:buSzPct val="100000"/>
                </a:pPr>
                <a:r>
                  <a:rPr lang="en-GB" sz="1000" dirty="0">
                    <a:solidFill>
                      <a:schemeClr val="bg1"/>
                    </a:solidFill>
                  </a:rPr>
                  <a:t>psoins001233</a:t>
                </a:r>
                <a:endParaRPr lang="en-GB" sz="1000" dirty="0">
                  <a:solidFill>
                    <a:schemeClr val="bg1"/>
                  </a:solidFill>
                  <a:ea typeface="ＭＳ Ｐゴシック" charset="0"/>
                </a:endParaRPr>
              </a:p>
            </p:txBody>
          </p:sp>
          <p:sp>
            <p:nvSpPr>
              <p:cNvPr id="214" name="TextBox 213">
                <a:extLst>
                  <a:ext uri="{FF2B5EF4-FFF2-40B4-BE49-F238E27FC236}">
                    <a16:creationId xmlns:a16="http://schemas.microsoft.com/office/drawing/2014/main" id="{CEF1E726-9B45-AEB2-CD28-338F01CC3A9C}"/>
                  </a:ext>
                </a:extLst>
              </p:cNvPr>
              <p:cNvSpPr txBox="1"/>
              <p:nvPr/>
            </p:nvSpPr>
            <p:spPr>
              <a:xfrm>
                <a:off x="3546629" y="3800138"/>
                <a:ext cx="1082515" cy="339019"/>
              </a:xfrm>
              <a:prstGeom prst="rect">
                <a:avLst/>
              </a:prstGeom>
              <a:noFill/>
            </p:spPr>
            <p:txBody>
              <a:bodyPr wrap="square" lIns="0" tIns="0" rIns="0" bIns="0" rtlCol="0" anchor="ctr">
                <a:noAutofit/>
              </a:bodyPr>
              <a:lstStyle/>
              <a:p>
                <a:pPr algn="ctr" defTabSz="912276" fontAlgn="base">
                  <a:spcAft>
                    <a:spcPts val="1000"/>
                  </a:spcAft>
                  <a:buClr>
                    <a:schemeClr val="bg1"/>
                  </a:buClr>
                  <a:buSzPct val="100000"/>
                </a:pPr>
                <a:r>
                  <a:rPr lang="en-GB" sz="1000" dirty="0">
                    <a:solidFill>
                      <a:schemeClr val="bg1"/>
                    </a:solidFill>
                  </a:rPr>
                  <a:t>Insta Paid Social</a:t>
                </a:r>
                <a:endParaRPr lang="en-GB" sz="1000" dirty="0">
                  <a:solidFill>
                    <a:schemeClr val="bg1"/>
                  </a:solidFill>
                  <a:ea typeface="ＭＳ Ｐゴシック" charset="0"/>
                </a:endParaRPr>
              </a:p>
            </p:txBody>
          </p:sp>
          <p:pic>
            <p:nvPicPr>
              <p:cNvPr id="215" name="Graphic 214" descr="Connections with solid fill">
                <a:extLst>
                  <a:ext uri="{FF2B5EF4-FFF2-40B4-BE49-F238E27FC236}">
                    <a16:creationId xmlns:a16="http://schemas.microsoft.com/office/drawing/2014/main" id="{B015F70D-DE6F-F13C-2CAE-C84C8934D41F}"/>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3910434" y="4051439"/>
                <a:ext cx="354905" cy="354905"/>
              </a:xfrm>
              <a:prstGeom prst="rect">
                <a:avLst/>
              </a:prstGeom>
            </p:spPr>
          </p:pic>
        </p:grpSp>
        <p:pic>
          <p:nvPicPr>
            <p:cNvPr id="10" name="Graphic 9" descr="Steering Wheel with solid fill">
              <a:extLst>
                <a:ext uri="{FF2B5EF4-FFF2-40B4-BE49-F238E27FC236}">
                  <a16:creationId xmlns:a16="http://schemas.microsoft.com/office/drawing/2014/main" id="{0B4418E2-AADC-AC81-6388-DF93CD445BDB}"/>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9477209" y="2818884"/>
              <a:ext cx="235338" cy="235338"/>
            </a:xfrm>
            <a:prstGeom prst="rect">
              <a:avLst/>
            </a:prstGeom>
          </p:spPr>
        </p:pic>
        <p:grpSp>
          <p:nvGrpSpPr>
            <p:cNvPr id="31" name="Group 30">
              <a:extLst>
                <a:ext uri="{FF2B5EF4-FFF2-40B4-BE49-F238E27FC236}">
                  <a16:creationId xmlns:a16="http://schemas.microsoft.com/office/drawing/2014/main" id="{F270A1C5-8E98-CBD4-E0FB-13C60BE990ED}"/>
                </a:ext>
              </a:extLst>
            </p:cNvPr>
            <p:cNvGrpSpPr/>
            <p:nvPr/>
          </p:nvGrpSpPr>
          <p:grpSpPr>
            <a:xfrm>
              <a:off x="9414299" y="2833335"/>
              <a:ext cx="1380836" cy="1188093"/>
              <a:chOff x="8633112" y="4652850"/>
              <a:chExt cx="1380836" cy="1188093"/>
            </a:xfrm>
          </p:grpSpPr>
          <p:sp>
            <p:nvSpPr>
              <p:cNvPr id="20" name="Rectangle: Rounded Corners 19">
                <a:extLst>
                  <a:ext uri="{FF2B5EF4-FFF2-40B4-BE49-F238E27FC236}">
                    <a16:creationId xmlns:a16="http://schemas.microsoft.com/office/drawing/2014/main" id="{078469BC-B9C3-4E08-3EAB-567F202752E3}"/>
                  </a:ext>
                </a:extLst>
              </p:cNvPr>
              <p:cNvSpPr/>
              <p:nvPr/>
            </p:nvSpPr>
            <p:spPr>
              <a:xfrm>
                <a:off x="8633112" y="4655624"/>
                <a:ext cx="1380836" cy="1185319"/>
              </a:xfrm>
              <a:prstGeom prst="roundRect">
                <a:avLst/>
              </a:prstGeom>
              <a:noFill/>
              <a:ln w="15875">
                <a:no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21" name="Oval 20">
                <a:extLst>
                  <a:ext uri="{FF2B5EF4-FFF2-40B4-BE49-F238E27FC236}">
                    <a16:creationId xmlns:a16="http://schemas.microsoft.com/office/drawing/2014/main" id="{CFE0D742-3D73-3459-4887-8C7B8D122D09}"/>
                  </a:ext>
                </a:extLst>
              </p:cNvPr>
              <p:cNvSpPr/>
              <p:nvPr/>
            </p:nvSpPr>
            <p:spPr>
              <a:xfrm>
                <a:off x="8922317" y="4652850"/>
                <a:ext cx="197467" cy="182880"/>
              </a:xfrm>
              <a:prstGeom prst="ellipse">
                <a:avLst/>
              </a:prstGeom>
              <a:noFill/>
              <a:ln w="15875">
                <a:no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grpSp>
      </p:grpSp>
      <p:cxnSp>
        <p:nvCxnSpPr>
          <p:cNvPr id="23" name="Connector: Elbow 22">
            <a:extLst>
              <a:ext uri="{FF2B5EF4-FFF2-40B4-BE49-F238E27FC236}">
                <a16:creationId xmlns:a16="http://schemas.microsoft.com/office/drawing/2014/main" id="{27D7353D-CC27-F429-32B8-AFFE8196E7ED}"/>
              </a:ext>
            </a:extLst>
          </p:cNvPr>
          <p:cNvCxnSpPr>
            <a:cxnSpLocks/>
            <a:stCxn id="127" idx="2"/>
            <a:endCxn id="15" idx="0"/>
          </p:cNvCxnSpPr>
          <p:nvPr/>
        </p:nvCxnSpPr>
        <p:spPr>
          <a:xfrm rot="5400000">
            <a:off x="5864459" y="1205198"/>
            <a:ext cx="958520" cy="2300528"/>
          </a:xfrm>
          <a:prstGeom prst="bentConnector3">
            <a:avLst>
              <a:gd name="adj1" fmla="val 66835"/>
            </a:avLst>
          </a:prstGeom>
          <a:ln w="22225">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25" name="Connector: Elbow 24">
            <a:extLst>
              <a:ext uri="{FF2B5EF4-FFF2-40B4-BE49-F238E27FC236}">
                <a16:creationId xmlns:a16="http://schemas.microsoft.com/office/drawing/2014/main" id="{935B5A40-8C33-BC3E-7749-B6822DD20540}"/>
              </a:ext>
            </a:extLst>
          </p:cNvPr>
          <p:cNvCxnSpPr>
            <a:cxnSpLocks/>
            <a:stCxn id="33" idx="4"/>
            <a:endCxn id="21" idx="0"/>
          </p:cNvCxnSpPr>
          <p:nvPr/>
        </p:nvCxnSpPr>
        <p:spPr>
          <a:xfrm rot="16200000" flipH="1">
            <a:off x="8327809" y="1358905"/>
            <a:ext cx="963127" cy="1985731"/>
          </a:xfrm>
          <a:prstGeom prst="bentConnector3">
            <a:avLst/>
          </a:prstGeom>
          <a:ln w="22225">
            <a:solidFill>
              <a:schemeClr val="accent3"/>
            </a:solidFill>
            <a:tailEnd type="triangle"/>
          </a:ln>
        </p:spPr>
        <p:style>
          <a:lnRef idx="1">
            <a:schemeClr val="accent1"/>
          </a:lnRef>
          <a:fillRef idx="0">
            <a:schemeClr val="accent1"/>
          </a:fillRef>
          <a:effectRef idx="0">
            <a:schemeClr val="accent1"/>
          </a:effectRef>
          <a:fontRef idx="minor">
            <a:schemeClr val="tx1"/>
          </a:fontRef>
        </p:style>
      </p:cxnSp>
      <p:grpSp>
        <p:nvGrpSpPr>
          <p:cNvPr id="74" name="Group 73">
            <a:extLst>
              <a:ext uri="{FF2B5EF4-FFF2-40B4-BE49-F238E27FC236}">
                <a16:creationId xmlns:a16="http://schemas.microsoft.com/office/drawing/2014/main" id="{340F080C-F9CC-68E1-FE43-5771EEC5949B}"/>
              </a:ext>
            </a:extLst>
          </p:cNvPr>
          <p:cNvGrpSpPr/>
          <p:nvPr/>
        </p:nvGrpSpPr>
        <p:grpSpPr>
          <a:xfrm>
            <a:off x="6802990" y="2818884"/>
            <a:ext cx="1387924" cy="1203679"/>
            <a:chOff x="6802990" y="2818884"/>
            <a:chExt cx="1387924" cy="1203679"/>
          </a:xfrm>
        </p:grpSpPr>
        <p:grpSp>
          <p:nvGrpSpPr>
            <p:cNvPr id="202" name="Group 201">
              <a:extLst>
                <a:ext uri="{FF2B5EF4-FFF2-40B4-BE49-F238E27FC236}">
                  <a16:creationId xmlns:a16="http://schemas.microsoft.com/office/drawing/2014/main" id="{18296FC0-AFDC-D9B3-F4D5-DCA749FBF2E4}"/>
                </a:ext>
              </a:extLst>
            </p:cNvPr>
            <p:cNvGrpSpPr/>
            <p:nvPr/>
          </p:nvGrpSpPr>
          <p:grpSpPr>
            <a:xfrm>
              <a:off x="6802990" y="2834722"/>
              <a:ext cx="1381984" cy="1185319"/>
              <a:chOff x="3396894" y="3315118"/>
              <a:chExt cx="1381984" cy="1185319"/>
            </a:xfrm>
          </p:grpSpPr>
          <p:sp>
            <p:nvSpPr>
              <p:cNvPr id="203" name="Rectangle: Rounded Corners 202">
                <a:extLst>
                  <a:ext uri="{FF2B5EF4-FFF2-40B4-BE49-F238E27FC236}">
                    <a16:creationId xmlns:a16="http://schemas.microsoft.com/office/drawing/2014/main" id="{9937708C-80D0-E6EF-BDA9-8A045E1A8774}"/>
                  </a:ext>
                </a:extLst>
              </p:cNvPr>
              <p:cNvSpPr/>
              <p:nvPr/>
            </p:nvSpPr>
            <p:spPr>
              <a:xfrm>
                <a:off x="3397468" y="3315118"/>
                <a:ext cx="1380836" cy="1185319"/>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cxnSp>
            <p:nvCxnSpPr>
              <p:cNvPr id="204" name="Straight Connector 203">
                <a:extLst>
                  <a:ext uri="{FF2B5EF4-FFF2-40B4-BE49-F238E27FC236}">
                    <a16:creationId xmlns:a16="http://schemas.microsoft.com/office/drawing/2014/main" id="{8CD2A290-362D-A354-7D78-8580CA131839}"/>
                  </a:ext>
                </a:extLst>
              </p:cNvPr>
              <p:cNvCxnSpPr>
                <a:cxnSpLocks/>
              </p:cNvCxnSpPr>
              <p:nvPr/>
            </p:nvCxnSpPr>
            <p:spPr>
              <a:xfrm>
                <a:off x="3396894" y="3564802"/>
                <a:ext cx="1381984" cy="0"/>
              </a:xfrm>
              <a:prstGeom prst="line">
                <a:avLst/>
              </a:prstGeom>
              <a:noFill/>
              <a:ln w="79375">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sp>
            <p:nvSpPr>
              <p:cNvPr id="205" name="TextBox 204">
                <a:extLst>
                  <a:ext uri="{FF2B5EF4-FFF2-40B4-BE49-F238E27FC236}">
                    <a16:creationId xmlns:a16="http://schemas.microsoft.com/office/drawing/2014/main" id="{8AE4B923-A592-9C15-2556-698BE6F00B51}"/>
                  </a:ext>
                </a:extLst>
              </p:cNvPr>
              <p:cNvSpPr txBox="1"/>
              <p:nvPr/>
            </p:nvSpPr>
            <p:spPr>
              <a:xfrm>
                <a:off x="3663801" y="3315118"/>
                <a:ext cx="848170" cy="205642"/>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dirty="0">
                    <a:solidFill>
                      <a:schemeClr val="accent3"/>
                    </a:solidFill>
                    <a:ea typeface="ＭＳ Ｐゴシック" charset="0"/>
                  </a:rPr>
                  <a:t>Drive To ID</a:t>
                </a:r>
                <a:endParaRPr lang="en-GB" sz="1000" kern="1200" dirty="0" err="1">
                  <a:solidFill>
                    <a:schemeClr val="accent3"/>
                  </a:solidFill>
                  <a:latin typeface="+mn-lt"/>
                  <a:ea typeface="ＭＳ Ｐゴシック" charset="0"/>
                </a:endParaRPr>
              </a:p>
            </p:txBody>
          </p:sp>
          <p:sp>
            <p:nvSpPr>
              <p:cNvPr id="206" name="TextBox 205">
                <a:extLst>
                  <a:ext uri="{FF2B5EF4-FFF2-40B4-BE49-F238E27FC236}">
                    <a16:creationId xmlns:a16="http://schemas.microsoft.com/office/drawing/2014/main" id="{AEF27BCF-0878-4BC2-00EA-3A461354AB50}"/>
                  </a:ext>
                </a:extLst>
              </p:cNvPr>
              <p:cNvSpPr txBox="1"/>
              <p:nvPr/>
            </p:nvSpPr>
            <p:spPr>
              <a:xfrm>
                <a:off x="3546629" y="3581402"/>
                <a:ext cx="1082515" cy="339019"/>
              </a:xfrm>
              <a:prstGeom prst="rect">
                <a:avLst/>
              </a:prstGeom>
              <a:noFill/>
            </p:spPr>
            <p:txBody>
              <a:bodyPr wrap="square" lIns="0" tIns="0" rIns="0" bIns="0" rtlCol="0" anchor="ctr">
                <a:noAutofit/>
              </a:bodyPr>
              <a:lstStyle/>
              <a:p>
                <a:pPr algn="ctr" defTabSz="912276" fontAlgn="base">
                  <a:spcAft>
                    <a:spcPts val="1000"/>
                  </a:spcAft>
                  <a:buClr>
                    <a:schemeClr val="bg1"/>
                  </a:buClr>
                  <a:buSzPct val="100000"/>
                </a:pPr>
                <a:r>
                  <a:rPr lang="en-GB" sz="1000" dirty="0">
                    <a:solidFill>
                      <a:schemeClr val="bg1"/>
                    </a:solidFill>
                  </a:rPr>
                  <a:t>psexsp001647</a:t>
                </a:r>
                <a:endParaRPr lang="en-GB" sz="1000" dirty="0">
                  <a:solidFill>
                    <a:schemeClr val="bg1"/>
                  </a:solidFill>
                  <a:ea typeface="ＭＳ Ｐゴシック" charset="0"/>
                </a:endParaRPr>
              </a:p>
            </p:txBody>
          </p:sp>
          <p:sp>
            <p:nvSpPr>
              <p:cNvPr id="207" name="TextBox 206">
                <a:extLst>
                  <a:ext uri="{FF2B5EF4-FFF2-40B4-BE49-F238E27FC236}">
                    <a16:creationId xmlns:a16="http://schemas.microsoft.com/office/drawing/2014/main" id="{DA06C0BE-D81F-D683-D06A-510C7FD98699}"/>
                  </a:ext>
                </a:extLst>
              </p:cNvPr>
              <p:cNvSpPr txBox="1"/>
              <p:nvPr/>
            </p:nvSpPr>
            <p:spPr>
              <a:xfrm>
                <a:off x="3397468" y="3828764"/>
                <a:ext cx="1380836" cy="290764"/>
              </a:xfrm>
              <a:prstGeom prst="rect">
                <a:avLst/>
              </a:prstGeom>
              <a:noFill/>
            </p:spPr>
            <p:txBody>
              <a:bodyPr wrap="square" lIns="0" tIns="0" rIns="0" bIns="0" rtlCol="0" anchor="ctr">
                <a:noAutofit/>
              </a:bodyPr>
              <a:lstStyle/>
              <a:p>
                <a:pPr algn="ctr" defTabSz="912276" fontAlgn="base">
                  <a:spcAft>
                    <a:spcPts val="1000"/>
                  </a:spcAft>
                  <a:buClr>
                    <a:schemeClr val="bg1"/>
                  </a:buClr>
                  <a:buSzPct val="100000"/>
                </a:pPr>
                <a:r>
                  <a:rPr lang="en-GB" sz="1000" dirty="0">
                    <a:solidFill>
                      <a:schemeClr val="bg1"/>
                    </a:solidFill>
                  </a:rPr>
                  <a:t>Google Paid Search</a:t>
                </a:r>
                <a:endParaRPr lang="en-GB" sz="1000" dirty="0">
                  <a:solidFill>
                    <a:schemeClr val="bg1"/>
                  </a:solidFill>
                  <a:ea typeface="ＭＳ Ｐゴシック" charset="0"/>
                </a:endParaRPr>
              </a:p>
            </p:txBody>
          </p:sp>
          <p:pic>
            <p:nvPicPr>
              <p:cNvPr id="208" name="Graphic 207" descr="Cloud Computing with solid fill">
                <a:extLst>
                  <a:ext uri="{FF2B5EF4-FFF2-40B4-BE49-F238E27FC236}">
                    <a16:creationId xmlns:a16="http://schemas.microsoft.com/office/drawing/2014/main" id="{4A31CE7A-4903-8BAC-DEC0-0AB7BC2DD235}"/>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3910434" y="4051439"/>
                <a:ext cx="354905" cy="354905"/>
              </a:xfrm>
              <a:prstGeom prst="rect">
                <a:avLst/>
              </a:prstGeom>
            </p:spPr>
          </p:pic>
        </p:grpSp>
        <p:pic>
          <p:nvPicPr>
            <p:cNvPr id="3" name="Graphic 2" descr="Steering Wheel with solid fill">
              <a:extLst>
                <a:ext uri="{FF2B5EF4-FFF2-40B4-BE49-F238E27FC236}">
                  <a16:creationId xmlns:a16="http://schemas.microsoft.com/office/drawing/2014/main" id="{419BB20F-10BD-0910-C556-AB11EC5220C2}"/>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6871556" y="2818884"/>
              <a:ext cx="235338" cy="235338"/>
            </a:xfrm>
            <a:prstGeom prst="rect">
              <a:avLst/>
            </a:prstGeom>
          </p:spPr>
        </p:pic>
        <p:grpSp>
          <p:nvGrpSpPr>
            <p:cNvPr id="30" name="Group 29">
              <a:extLst>
                <a:ext uri="{FF2B5EF4-FFF2-40B4-BE49-F238E27FC236}">
                  <a16:creationId xmlns:a16="http://schemas.microsoft.com/office/drawing/2014/main" id="{76430097-8AC7-8D89-3B9F-F2EE34EFC018}"/>
                </a:ext>
              </a:extLst>
            </p:cNvPr>
            <p:cNvGrpSpPr/>
            <p:nvPr/>
          </p:nvGrpSpPr>
          <p:grpSpPr>
            <a:xfrm>
              <a:off x="6810078" y="2832199"/>
              <a:ext cx="1380836" cy="1190364"/>
              <a:chOff x="5965059" y="4686251"/>
              <a:chExt cx="1380836" cy="1190364"/>
            </a:xfrm>
          </p:grpSpPr>
          <p:sp>
            <p:nvSpPr>
              <p:cNvPr id="16" name="Rectangle: Rounded Corners 15">
                <a:extLst>
                  <a:ext uri="{FF2B5EF4-FFF2-40B4-BE49-F238E27FC236}">
                    <a16:creationId xmlns:a16="http://schemas.microsoft.com/office/drawing/2014/main" id="{EF041918-7615-2FAC-A462-8F28EDD111B1}"/>
                  </a:ext>
                </a:extLst>
              </p:cNvPr>
              <p:cNvSpPr/>
              <p:nvPr/>
            </p:nvSpPr>
            <p:spPr>
              <a:xfrm>
                <a:off x="5965059" y="4691296"/>
                <a:ext cx="1380836" cy="1185319"/>
              </a:xfrm>
              <a:prstGeom prst="roundRect">
                <a:avLst/>
              </a:prstGeom>
              <a:noFill/>
              <a:ln w="15875">
                <a:no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7" name="Oval 16">
                <a:extLst>
                  <a:ext uri="{FF2B5EF4-FFF2-40B4-BE49-F238E27FC236}">
                    <a16:creationId xmlns:a16="http://schemas.microsoft.com/office/drawing/2014/main" id="{0C6720D3-B850-AD61-5CAC-87BE590944A6}"/>
                  </a:ext>
                </a:extLst>
              </p:cNvPr>
              <p:cNvSpPr/>
              <p:nvPr/>
            </p:nvSpPr>
            <p:spPr>
              <a:xfrm>
                <a:off x="6249987" y="4691296"/>
                <a:ext cx="197467" cy="182880"/>
              </a:xfrm>
              <a:prstGeom prst="ellipse">
                <a:avLst/>
              </a:prstGeom>
              <a:noFill/>
              <a:ln w="15875">
                <a:no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26" name="Oval 25">
                <a:extLst>
                  <a:ext uri="{FF2B5EF4-FFF2-40B4-BE49-F238E27FC236}">
                    <a16:creationId xmlns:a16="http://schemas.microsoft.com/office/drawing/2014/main" id="{2335D029-036F-6249-F9CC-ECBA7E1C2689}"/>
                  </a:ext>
                </a:extLst>
              </p:cNvPr>
              <p:cNvSpPr/>
              <p:nvPr/>
            </p:nvSpPr>
            <p:spPr>
              <a:xfrm>
                <a:off x="6780352" y="4686251"/>
                <a:ext cx="197467" cy="182880"/>
              </a:xfrm>
              <a:prstGeom prst="ellipse">
                <a:avLst/>
              </a:prstGeom>
              <a:noFill/>
              <a:ln w="15875">
                <a:no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grpSp>
      </p:grpSp>
      <p:cxnSp>
        <p:nvCxnSpPr>
          <p:cNvPr id="28" name="Connector: Elbow 27">
            <a:extLst>
              <a:ext uri="{FF2B5EF4-FFF2-40B4-BE49-F238E27FC236}">
                <a16:creationId xmlns:a16="http://schemas.microsoft.com/office/drawing/2014/main" id="{23B56B28-105F-C763-F7DB-011E05603243}"/>
              </a:ext>
            </a:extLst>
          </p:cNvPr>
          <p:cNvCxnSpPr>
            <a:stCxn id="132" idx="2"/>
            <a:endCxn id="26" idx="0"/>
          </p:cNvCxnSpPr>
          <p:nvPr/>
        </p:nvCxnSpPr>
        <p:spPr>
          <a:xfrm rot="5400000">
            <a:off x="8439958" y="1160350"/>
            <a:ext cx="955997" cy="2387701"/>
          </a:xfrm>
          <a:prstGeom prst="bentConnector3">
            <a:avLst>
              <a:gd name="adj1" fmla="val 71099"/>
            </a:avLst>
          </a:prstGeom>
          <a:ln w="22225">
            <a:solidFill>
              <a:schemeClr val="accent4"/>
            </a:solidFill>
            <a:tailEnd type="triangle"/>
          </a:ln>
        </p:spPr>
        <p:style>
          <a:lnRef idx="1">
            <a:schemeClr val="accent1"/>
          </a:lnRef>
          <a:fillRef idx="0">
            <a:schemeClr val="accent1"/>
          </a:fillRef>
          <a:effectRef idx="0">
            <a:schemeClr val="accent1"/>
          </a:effectRef>
          <a:fontRef idx="minor">
            <a:schemeClr val="tx1"/>
          </a:fontRef>
        </p:style>
      </p:cxnSp>
      <p:sp>
        <p:nvSpPr>
          <p:cNvPr id="27" name="Oval 26">
            <a:extLst>
              <a:ext uri="{FF2B5EF4-FFF2-40B4-BE49-F238E27FC236}">
                <a16:creationId xmlns:a16="http://schemas.microsoft.com/office/drawing/2014/main" id="{57A8C453-7CD0-1F28-D5BF-FC03A8301186}"/>
              </a:ext>
            </a:extLst>
          </p:cNvPr>
          <p:cNvSpPr/>
          <p:nvPr/>
        </p:nvSpPr>
        <p:spPr>
          <a:xfrm>
            <a:off x="4568258" y="1700806"/>
            <a:ext cx="197467" cy="182880"/>
          </a:xfrm>
          <a:prstGeom prst="ellipse">
            <a:avLst/>
          </a:prstGeom>
          <a:noFill/>
          <a:ln w="15875">
            <a:no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33" name="Oval 32">
            <a:extLst>
              <a:ext uri="{FF2B5EF4-FFF2-40B4-BE49-F238E27FC236}">
                <a16:creationId xmlns:a16="http://schemas.microsoft.com/office/drawing/2014/main" id="{8586437B-416E-33F9-AA38-F1512D5568DC}"/>
              </a:ext>
            </a:extLst>
          </p:cNvPr>
          <p:cNvSpPr/>
          <p:nvPr/>
        </p:nvSpPr>
        <p:spPr>
          <a:xfrm>
            <a:off x="7717773" y="1687328"/>
            <a:ext cx="197467" cy="182880"/>
          </a:xfrm>
          <a:prstGeom prst="ellipse">
            <a:avLst/>
          </a:prstGeom>
          <a:noFill/>
          <a:ln w="15875">
            <a:no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cxnSp>
        <p:nvCxnSpPr>
          <p:cNvPr id="37" name="Straight Connector 36">
            <a:extLst>
              <a:ext uri="{FF2B5EF4-FFF2-40B4-BE49-F238E27FC236}">
                <a16:creationId xmlns:a16="http://schemas.microsoft.com/office/drawing/2014/main" id="{F8736F2A-E6F6-D1D5-B1A5-D0D4393E9502}"/>
              </a:ext>
            </a:extLst>
          </p:cNvPr>
          <p:cNvCxnSpPr>
            <a:cxnSpLocks/>
          </p:cNvCxnSpPr>
          <p:nvPr/>
        </p:nvCxnSpPr>
        <p:spPr>
          <a:xfrm rot="16200000">
            <a:off x="7603463" y="1051330"/>
            <a:ext cx="0" cy="6675120"/>
          </a:xfrm>
          <a:prstGeom prst="line">
            <a:avLst/>
          </a:prstGeom>
          <a:noFill/>
          <a:ln w="44450">
            <a:solidFill>
              <a:schemeClr val="tx2">
                <a:lumMod val="20000"/>
                <a:lumOff val="80000"/>
              </a:schemeClr>
            </a:solidFill>
            <a:prstDash val="solid"/>
          </a:ln>
          <a:effectLst/>
        </p:spPr>
        <p:style>
          <a:lnRef idx="2">
            <a:schemeClr val="accent1">
              <a:shade val="50000"/>
            </a:schemeClr>
          </a:lnRef>
          <a:fillRef idx="1">
            <a:schemeClr val="accent1"/>
          </a:fillRef>
          <a:effectRef idx="0">
            <a:schemeClr val="accent1"/>
          </a:effectRef>
          <a:fontRef idx="minor">
            <a:schemeClr val="lt1"/>
          </a:fontRef>
        </p:style>
      </p:cxnSp>
      <p:sp>
        <p:nvSpPr>
          <p:cNvPr id="38" name="TextBox 37">
            <a:extLst>
              <a:ext uri="{FF2B5EF4-FFF2-40B4-BE49-F238E27FC236}">
                <a16:creationId xmlns:a16="http://schemas.microsoft.com/office/drawing/2014/main" id="{CC9856E8-0E84-374E-4DBE-979EC8BF8F8A}"/>
              </a:ext>
            </a:extLst>
          </p:cNvPr>
          <p:cNvSpPr txBox="1"/>
          <p:nvPr/>
        </p:nvSpPr>
        <p:spPr>
          <a:xfrm>
            <a:off x="1064491" y="1111913"/>
            <a:ext cx="2678467" cy="741598"/>
          </a:xfrm>
          <a:prstGeom prst="rect">
            <a:avLst/>
          </a:prstGeom>
          <a:noFill/>
        </p:spPr>
        <p:txBody>
          <a:bodyPr wrap="square" lIns="0" tIns="0" rIns="0" bIns="0" rtlCol="0" anchor="ctr">
            <a:noAutofit/>
          </a:bodyPr>
          <a:lstStyle>
            <a:defPPr>
              <a:defRPr lang="en-US"/>
            </a:defPPr>
            <a:lvl1pPr defTabSz="912276" fontAlgn="base">
              <a:lnSpc>
                <a:spcPct val="100000"/>
              </a:lnSpc>
              <a:spcBef>
                <a:spcPts val="0"/>
              </a:spcBef>
              <a:spcAft>
                <a:spcPts val="600"/>
              </a:spcAft>
              <a:buClr>
                <a:schemeClr val="bg1"/>
              </a:buClr>
              <a:buSzPct val="100000"/>
              <a:defRPr sz="1600">
                <a:solidFill>
                  <a:schemeClr val="bg1"/>
                </a:solidFill>
                <a:ea typeface="ＭＳ Ｐゴシック" charset="0"/>
              </a:defRPr>
            </a:lvl1pPr>
          </a:lstStyle>
          <a:p>
            <a:r>
              <a:rPr lang="en-US" b="1" dirty="0"/>
              <a:t>Activity ID </a:t>
            </a:r>
          </a:p>
          <a:p>
            <a:r>
              <a:rPr lang="en-US" sz="1400" i="1" dirty="0"/>
              <a:t>(What Marketing Initiative am I promoting)</a:t>
            </a:r>
            <a:endParaRPr lang="en-GB" sz="1400" i="1" dirty="0" err="1"/>
          </a:p>
        </p:txBody>
      </p:sp>
      <p:sp>
        <p:nvSpPr>
          <p:cNvPr id="39" name="TextBox 38">
            <a:extLst>
              <a:ext uri="{FF2B5EF4-FFF2-40B4-BE49-F238E27FC236}">
                <a16:creationId xmlns:a16="http://schemas.microsoft.com/office/drawing/2014/main" id="{A19DA282-356D-534D-6015-426FD7EA04AE}"/>
              </a:ext>
            </a:extLst>
          </p:cNvPr>
          <p:cNvSpPr txBox="1"/>
          <p:nvPr/>
        </p:nvSpPr>
        <p:spPr>
          <a:xfrm>
            <a:off x="1064491" y="2911200"/>
            <a:ext cx="2799693" cy="1032362"/>
          </a:xfrm>
          <a:prstGeom prst="rect">
            <a:avLst/>
          </a:prstGeom>
          <a:noFill/>
        </p:spPr>
        <p:txBody>
          <a:bodyPr wrap="square" lIns="0" tIns="0" rIns="0" bIns="0" rtlCol="0" anchor="ctr">
            <a:noAutofit/>
          </a:bodyPr>
          <a:lstStyle/>
          <a:p>
            <a:pPr algn="l" defTabSz="912276" rtl="0" eaLnBrk="1" fontAlgn="base" hangingPunct="1">
              <a:lnSpc>
                <a:spcPct val="100000"/>
              </a:lnSpc>
              <a:spcBef>
                <a:spcPts val="0"/>
              </a:spcBef>
              <a:spcAft>
                <a:spcPts val="600"/>
              </a:spcAft>
              <a:buClr>
                <a:schemeClr val="bg1"/>
              </a:buClr>
              <a:buSzPct val="100000"/>
            </a:pPr>
            <a:r>
              <a:rPr lang="en-US" sz="1600" b="1" dirty="0">
                <a:solidFill>
                  <a:schemeClr val="bg1"/>
                </a:solidFill>
                <a:ea typeface="ＭＳ Ｐゴシック" charset="0"/>
              </a:rPr>
              <a:t>Drive To ID </a:t>
            </a:r>
          </a:p>
          <a:p>
            <a:pPr defTabSz="912276" rtl="0" eaLnBrk="1" fontAlgn="base" hangingPunct="1">
              <a:lnSpc>
                <a:spcPct val="100000"/>
              </a:lnSpc>
              <a:spcBef>
                <a:spcPts val="0"/>
              </a:spcBef>
              <a:spcAft>
                <a:spcPts val="600"/>
              </a:spcAft>
              <a:buClr>
                <a:schemeClr val="bg1"/>
              </a:buClr>
              <a:buSzPct val="100000"/>
            </a:pPr>
            <a:r>
              <a:rPr lang="en-US" sz="1400" i="1" dirty="0">
                <a:solidFill>
                  <a:schemeClr val="bg1"/>
                </a:solidFill>
                <a:ea typeface="ＭＳ Ｐゴシック" charset="0"/>
              </a:rPr>
              <a:t>(How am I getting the message to my customer)</a:t>
            </a:r>
            <a:endParaRPr lang="en-GB" sz="1400" i="1" kern="1200" dirty="0" err="1">
              <a:solidFill>
                <a:schemeClr val="bg1"/>
              </a:solidFill>
              <a:latin typeface="+mn-lt"/>
              <a:ea typeface="ＭＳ Ｐゴシック" charset="0"/>
            </a:endParaRPr>
          </a:p>
        </p:txBody>
      </p:sp>
      <p:sp>
        <p:nvSpPr>
          <p:cNvPr id="40" name="TextBox 39">
            <a:extLst>
              <a:ext uri="{FF2B5EF4-FFF2-40B4-BE49-F238E27FC236}">
                <a16:creationId xmlns:a16="http://schemas.microsoft.com/office/drawing/2014/main" id="{A1989453-6A71-9E23-876F-78DA9A5C587A}"/>
              </a:ext>
            </a:extLst>
          </p:cNvPr>
          <p:cNvSpPr txBox="1"/>
          <p:nvPr/>
        </p:nvSpPr>
        <p:spPr>
          <a:xfrm>
            <a:off x="1064491" y="4876530"/>
            <a:ext cx="2799693" cy="1241247"/>
          </a:xfrm>
          <a:prstGeom prst="rect">
            <a:avLst/>
          </a:prstGeom>
          <a:noFill/>
        </p:spPr>
        <p:txBody>
          <a:bodyPr wrap="square" lIns="0" tIns="0" rIns="0" bIns="0" rtlCol="0">
            <a:noAutofit/>
          </a:bodyPr>
          <a:lstStyle>
            <a:defPPr>
              <a:defRPr lang="en-US"/>
            </a:defPPr>
            <a:lvl1pPr defTabSz="912276" fontAlgn="base">
              <a:lnSpc>
                <a:spcPct val="100000"/>
              </a:lnSpc>
              <a:spcBef>
                <a:spcPts val="0"/>
              </a:spcBef>
              <a:spcAft>
                <a:spcPts val="600"/>
              </a:spcAft>
              <a:buClr>
                <a:schemeClr val="bg1"/>
              </a:buClr>
              <a:buSzPct val="100000"/>
              <a:defRPr sz="1600">
                <a:solidFill>
                  <a:schemeClr val="bg1"/>
                </a:solidFill>
                <a:ea typeface="ＭＳ Ｐゴシック" charset="0"/>
              </a:defRPr>
            </a:lvl1pPr>
          </a:lstStyle>
          <a:p>
            <a:r>
              <a:rPr lang="en-US" b="1" dirty="0"/>
              <a:t>Offer ID </a:t>
            </a:r>
          </a:p>
          <a:p>
            <a:r>
              <a:rPr lang="en-US" sz="1400" i="1" dirty="0"/>
              <a:t>(What am I giving my customer in return for a sales follow up and their contact details</a:t>
            </a:r>
            <a:endParaRPr lang="en-GB" sz="1400" i="1" dirty="0" err="1"/>
          </a:p>
        </p:txBody>
      </p:sp>
      <p:pic>
        <p:nvPicPr>
          <p:cNvPr id="56" name="Graphic 55" descr="Mandala with solid fill">
            <a:extLst>
              <a:ext uri="{FF2B5EF4-FFF2-40B4-BE49-F238E27FC236}">
                <a16:creationId xmlns:a16="http://schemas.microsoft.com/office/drawing/2014/main" id="{156B4B96-9B1D-A88E-303F-978D11BB1E2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94473" y="1126067"/>
            <a:ext cx="713290" cy="713290"/>
          </a:xfrm>
          <a:prstGeom prst="rect">
            <a:avLst/>
          </a:prstGeom>
        </p:spPr>
      </p:pic>
      <p:pic>
        <p:nvPicPr>
          <p:cNvPr id="58" name="Graphic 57" descr="Steering Wheel with solid fill">
            <a:extLst>
              <a:ext uri="{FF2B5EF4-FFF2-40B4-BE49-F238E27FC236}">
                <a16:creationId xmlns:a16="http://schemas.microsoft.com/office/drawing/2014/main" id="{C73B5E2A-2E2D-0775-C488-0E44906035B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94473" y="3070736"/>
            <a:ext cx="713290" cy="713290"/>
          </a:xfrm>
          <a:prstGeom prst="rect">
            <a:avLst/>
          </a:prstGeom>
        </p:spPr>
      </p:pic>
      <p:pic>
        <p:nvPicPr>
          <p:cNvPr id="60" name="Graphic 59" descr="Shield Tick with solid fill">
            <a:extLst>
              <a:ext uri="{FF2B5EF4-FFF2-40B4-BE49-F238E27FC236}">
                <a16:creationId xmlns:a16="http://schemas.microsoft.com/office/drawing/2014/main" id="{8D680322-5BC3-D9C7-30CF-813C0BEC66A5}"/>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294473" y="5140508"/>
            <a:ext cx="713290" cy="713290"/>
          </a:xfrm>
          <a:prstGeom prst="rect">
            <a:avLst/>
          </a:prstGeom>
        </p:spPr>
      </p:pic>
      <p:grpSp>
        <p:nvGrpSpPr>
          <p:cNvPr id="69" name="Group 68">
            <a:extLst>
              <a:ext uri="{FF2B5EF4-FFF2-40B4-BE49-F238E27FC236}">
                <a16:creationId xmlns:a16="http://schemas.microsoft.com/office/drawing/2014/main" id="{11FC1A33-EDEE-F23C-41D4-5921C5CDD907}"/>
              </a:ext>
            </a:extLst>
          </p:cNvPr>
          <p:cNvGrpSpPr/>
          <p:nvPr/>
        </p:nvGrpSpPr>
        <p:grpSpPr>
          <a:xfrm>
            <a:off x="5902618" y="4698427"/>
            <a:ext cx="1380836" cy="1597452"/>
            <a:chOff x="6210330" y="4685135"/>
            <a:chExt cx="1380836" cy="1597452"/>
          </a:xfrm>
        </p:grpSpPr>
        <p:grpSp>
          <p:nvGrpSpPr>
            <p:cNvPr id="44" name="Group 43">
              <a:extLst>
                <a:ext uri="{FF2B5EF4-FFF2-40B4-BE49-F238E27FC236}">
                  <a16:creationId xmlns:a16="http://schemas.microsoft.com/office/drawing/2014/main" id="{26D3F852-843E-2FD6-9672-0611BD7AFB41}"/>
                </a:ext>
              </a:extLst>
            </p:cNvPr>
            <p:cNvGrpSpPr/>
            <p:nvPr/>
          </p:nvGrpSpPr>
          <p:grpSpPr>
            <a:xfrm>
              <a:off x="6252676" y="4739463"/>
              <a:ext cx="1296144" cy="1488796"/>
              <a:chOff x="6004012" y="4869300"/>
              <a:chExt cx="1296144" cy="1488796"/>
            </a:xfrm>
          </p:grpSpPr>
          <p:sp>
            <p:nvSpPr>
              <p:cNvPr id="45" name="TextBox 44">
                <a:extLst>
                  <a:ext uri="{FF2B5EF4-FFF2-40B4-BE49-F238E27FC236}">
                    <a16:creationId xmlns:a16="http://schemas.microsoft.com/office/drawing/2014/main" id="{67097A42-A575-62C0-8297-34EC078A6A94}"/>
                  </a:ext>
                </a:extLst>
              </p:cNvPr>
              <p:cNvSpPr txBox="1"/>
              <p:nvPr/>
            </p:nvSpPr>
            <p:spPr>
              <a:xfrm>
                <a:off x="6004012" y="6111875"/>
                <a:ext cx="1296144" cy="246221"/>
              </a:xfrm>
              <a:prstGeom prst="rect">
                <a:avLst/>
              </a:prstGeom>
              <a:noFill/>
            </p:spPr>
            <p:txBody>
              <a:bodyPr wrap="square" rtlCol="0">
                <a:spAutoFit/>
              </a:bodyPr>
              <a:lstStyle/>
              <a:p>
                <a:pPr algn="ctr"/>
                <a:r>
                  <a:rPr lang="en-GB" sz="1000" dirty="0">
                    <a:solidFill>
                      <a:srgbClr val="1A1AA6"/>
                    </a:solidFill>
                    <a:latin typeface="CiscoSansTT Medium" panose="020B0903020201020303" pitchFamily="34" charset="0"/>
                    <a:cs typeface="CiscoSansTT Medium" panose="020B0903020201020303" pitchFamily="34" charset="0"/>
                  </a:rPr>
                  <a:t>podmrk031943</a:t>
                </a:r>
              </a:p>
            </p:txBody>
          </p:sp>
          <p:pic>
            <p:nvPicPr>
              <p:cNvPr id="46" name="Picture 45">
                <a:extLst>
                  <a:ext uri="{FF2B5EF4-FFF2-40B4-BE49-F238E27FC236}">
                    <a16:creationId xmlns:a16="http://schemas.microsoft.com/office/drawing/2014/main" id="{9523449D-D9B6-80D7-0C83-1D7A41A60D78}"/>
                  </a:ext>
                </a:extLst>
              </p:cNvPr>
              <p:cNvPicPr>
                <a:picLocks noChangeAspect="1"/>
              </p:cNvPicPr>
              <p:nvPr/>
            </p:nvPicPr>
            <p:blipFill>
              <a:blip r:embed="rId10"/>
              <a:stretch>
                <a:fillRect/>
              </a:stretch>
            </p:blipFill>
            <p:spPr>
              <a:xfrm>
                <a:off x="6158128" y="4869300"/>
                <a:ext cx="987912" cy="1144108"/>
              </a:xfrm>
              <a:prstGeom prst="rect">
                <a:avLst/>
              </a:prstGeom>
            </p:spPr>
          </p:pic>
        </p:grpSp>
        <p:sp>
          <p:nvSpPr>
            <p:cNvPr id="65" name="Rectangle: Rounded Corners 64">
              <a:extLst>
                <a:ext uri="{FF2B5EF4-FFF2-40B4-BE49-F238E27FC236}">
                  <a16:creationId xmlns:a16="http://schemas.microsoft.com/office/drawing/2014/main" id="{8701649B-679A-7363-AED8-971D74B976C6}"/>
                </a:ext>
              </a:extLst>
            </p:cNvPr>
            <p:cNvSpPr/>
            <p:nvPr/>
          </p:nvSpPr>
          <p:spPr>
            <a:xfrm>
              <a:off x="6210330" y="4685135"/>
              <a:ext cx="1380836" cy="1597452"/>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grpSp>
      <p:grpSp>
        <p:nvGrpSpPr>
          <p:cNvPr id="70" name="Group 69">
            <a:extLst>
              <a:ext uri="{FF2B5EF4-FFF2-40B4-BE49-F238E27FC236}">
                <a16:creationId xmlns:a16="http://schemas.microsoft.com/office/drawing/2014/main" id="{3A9965FD-0E35-747E-9291-4F1776A0FE58}"/>
              </a:ext>
            </a:extLst>
          </p:cNvPr>
          <p:cNvGrpSpPr/>
          <p:nvPr/>
        </p:nvGrpSpPr>
        <p:grpSpPr>
          <a:xfrm>
            <a:off x="7549298" y="4698427"/>
            <a:ext cx="1656184" cy="1597452"/>
            <a:chOff x="8070241" y="4698427"/>
            <a:chExt cx="1656184" cy="1597452"/>
          </a:xfrm>
        </p:grpSpPr>
        <p:grpSp>
          <p:nvGrpSpPr>
            <p:cNvPr id="47" name="Group 46">
              <a:extLst>
                <a:ext uri="{FF2B5EF4-FFF2-40B4-BE49-F238E27FC236}">
                  <a16:creationId xmlns:a16="http://schemas.microsoft.com/office/drawing/2014/main" id="{492FDF97-6BF5-D361-7EFD-A6549D4718C0}"/>
                </a:ext>
              </a:extLst>
            </p:cNvPr>
            <p:cNvGrpSpPr/>
            <p:nvPr/>
          </p:nvGrpSpPr>
          <p:grpSpPr>
            <a:xfrm>
              <a:off x="8070241" y="4725722"/>
              <a:ext cx="1656184" cy="1542862"/>
              <a:chOff x="7392144" y="4815234"/>
              <a:chExt cx="1656184" cy="1542862"/>
            </a:xfrm>
          </p:grpSpPr>
          <p:sp>
            <p:nvSpPr>
              <p:cNvPr id="48" name="TextBox 47">
                <a:extLst>
                  <a:ext uri="{FF2B5EF4-FFF2-40B4-BE49-F238E27FC236}">
                    <a16:creationId xmlns:a16="http://schemas.microsoft.com/office/drawing/2014/main" id="{A0481D8D-581B-D0C4-D1C4-99C16BADFF94}"/>
                  </a:ext>
                </a:extLst>
              </p:cNvPr>
              <p:cNvSpPr txBox="1"/>
              <p:nvPr/>
            </p:nvSpPr>
            <p:spPr>
              <a:xfrm>
                <a:off x="7392144" y="6111875"/>
                <a:ext cx="1656184" cy="246221"/>
              </a:xfrm>
              <a:prstGeom prst="rect">
                <a:avLst/>
              </a:prstGeom>
              <a:noFill/>
            </p:spPr>
            <p:txBody>
              <a:bodyPr wrap="square" rtlCol="0">
                <a:spAutoFit/>
              </a:bodyPr>
              <a:lstStyle/>
              <a:p>
                <a:pPr algn="ctr"/>
                <a:r>
                  <a:rPr lang="en-GB" sz="1000" dirty="0">
                    <a:solidFill>
                      <a:srgbClr val="1A1AA6"/>
                    </a:solidFill>
                    <a:latin typeface="CiscoSansTT Medium" panose="020B0903020201020303" pitchFamily="34" charset="0"/>
                    <a:cs typeface="CiscoSansTT Medium" panose="020B0903020201020303" pitchFamily="34" charset="0"/>
                  </a:rPr>
                  <a:t>otren015026</a:t>
                </a:r>
              </a:p>
            </p:txBody>
          </p:sp>
          <p:pic>
            <p:nvPicPr>
              <p:cNvPr id="49" name="Picture 48">
                <a:extLst>
                  <a:ext uri="{FF2B5EF4-FFF2-40B4-BE49-F238E27FC236}">
                    <a16:creationId xmlns:a16="http://schemas.microsoft.com/office/drawing/2014/main" id="{2EC7F20D-3847-B0F5-74FC-581D2E743B41}"/>
                  </a:ext>
                </a:extLst>
              </p:cNvPr>
              <p:cNvPicPr>
                <a:picLocks noChangeAspect="1"/>
              </p:cNvPicPr>
              <p:nvPr/>
            </p:nvPicPr>
            <p:blipFill>
              <a:blip r:embed="rId11"/>
              <a:stretch>
                <a:fillRect/>
              </a:stretch>
            </p:blipFill>
            <p:spPr>
              <a:xfrm>
                <a:off x="7663935" y="4815234"/>
                <a:ext cx="1112602" cy="1252240"/>
              </a:xfrm>
              <a:prstGeom prst="rect">
                <a:avLst/>
              </a:prstGeom>
            </p:spPr>
          </p:pic>
        </p:grpSp>
        <p:sp>
          <p:nvSpPr>
            <p:cNvPr id="66" name="Rectangle: Rounded Corners 65">
              <a:extLst>
                <a:ext uri="{FF2B5EF4-FFF2-40B4-BE49-F238E27FC236}">
                  <a16:creationId xmlns:a16="http://schemas.microsoft.com/office/drawing/2014/main" id="{EC5D1A18-7779-E7E9-FA06-7E3530FC2A4E}"/>
                </a:ext>
              </a:extLst>
            </p:cNvPr>
            <p:cNvSpPr/>
            <p:nvPr/>
          </p:nvSpPr>
          <p:spPr>
            <a:xfrm>
              <a:off x="8207915" y="4698427"/>
              <a:ext cx="1380836" cy="1597452"/>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grpSp>
      <p:grpSp>
        <p:nvGrpSpPr>
          <p:cNvPr id="72" name="Group 71">
            <a:extLst>
              <a:ext uri="{FF2B5EF4-FFF2-40B4-BE49-F238E27FC236}">
                <a16:creationId xmlns:a16="http://schemas.microsoft.com/office/drawing/2014/main" id="{6326E7C7-EFB4-D97F-F921-14A17507EFCB}"/>
              </a:ext>
            </a:extLst>
          </p:cNvPr>
          <p:cNvGrpSpPr/>
          <p:nvPr/>
        </p:nvGrpSpPr>
        <p:grpSpPr>
          <a:xfrm>
            <a:off x="9471325" y="4664513"/>
            <a:ext cx="1656184" cy="1597452"/>
            <a:chOff x="9962206" y="4685135"/>
            <a:chExt cx="1656184" cy="1597452"/>
          </a:xfrm>
        </p:grpSpPr>
        <p:grpSp>
          <p:nvGrpSpPr>
            <p:cNvPr id="50" name="Group 49">
              <a:extLst>
                <a:ext uri="{FF2B5EF4-FFF2-40B4-BE49-F238E27FC236}">
                  <a16:creationId xmlns:a16="http://schemas.microsoft.com/office/drawing/2014/main" id="{BFEA4C83-5847-DA98-35FD-622108F974D3}"/>
                </a:ext>
              </a:extLst>
            </p:cNvPr>
            <p:cNvGrpSpPr/>
            <p:nvPr/>
          </p:nvGrpSpPr>
          <p:grpSpPr>
            <a:xfrm>
              <a:off x="9962206" y="4762306"/>
              <a:ext cx="1656184" cy="1443110"/>
              <a:chOff x="8753223" y="4914986"/>
              <a:chExt cx="1656184" cy="1443110"/>
            </a:xfrm>
          </p:grpSpPr>
          <p:sp>
            <p:nvSpPr>
              <p:cNvPr id="51" name="TextBox 50">
                <a:extLst>
                  <a:ext uri="{FF2B5EF4-FFF2-40B4-BE49-F238E27FC236}">
                    <a16:creationId xmlns:a16="http://schemas.microsoft.com/office/drawing/2014/main" id="{13EF6553-3BB5-6715-A639-E7F902446508}"/>
                  </a:ext>
                </a:extLst>
              </p:cNvPr>
              <p:cNvSpPr txBox="1"/>
              <p:nvPr/>
            </p:nvSpPr>
            <p:spPr>
              <a:xfrm>
                <a:off x="8753223" y="6111875"/>
                <a:ext cx="1656184" cy="246221"/>
              </a:xfrm>
              <a:prstGeom prst="rect">
                <a:avLst/>
              </a:prstGeom>
              <a:noFill/>
            </p:spPr>
            <p:txBody>
              <a:bodyPr wrap="square" rtlCol="0">
                <a:spAutoFit/>
              </a:bodyPr>
              <a:lstStyle/>
              <a:p>
                <a:pPr algn="ctr"/>
                <a:r>
                  <a:rPr lang="en-GB" sz="1000" dirty="0">
                    <a:solidFill>
                      <a:srgbClr val="1A1AA6"/>
                    </a:solidFill>
                    <a:latin typeface="CiscoSansTT Medium" panose="020B0903020201020303" pitchFamily="34" charset="0"/>
                    <a:cs typeface="CiscoSansTT Medium" panose="020B0903020201020303" pitchFamily="34" charset="0"/>
                  </a:rPr>
                  <a:t>wbrsas031944</a:t>
                </a:r>
              </a:p>
            </p:txBody>
          </p:sp>
          <p:pic>
            <p:nvPicPr>
              <p:cNvPr id="52" name="Picture 51">
                <a:extLst>
                  <a:ext uri="{FF2B5EF4-FFF2-40B4-BE49-F238E27FC236}">
                    <a16:creationId xmlns:a16="http://schemas.microsoft.com/office/drawing/2014/main" id="{846E22B5-B00C-B67D-A3C2-40A2100C705D}"/>
                  </a:ext>
                </a:extLst>
              </p:cNvPr>
              <p:cNvPicPr>
                <a:picLocks noChangeAspect="1"/>
              </p:cNvPicPr>
              <p:nvPr/>
            </p:nvPicPr>
            <p:blipFill>
              <a:blip r:embed="rId12"/>
              <a:stretch>
                <a:fillRect/>
              </a:stretch>
            </p:blipFill>
            <p:spPr>
              <a:xfrm>
                <a:off x="9300356" y="4914986"/>
                <a:ext cx="561918" cy="1052736"/>
              </a:xfrm>
              <a:prstGeom prst="rect">
                <a:avLst/>
              </a:prstGeom>
            </p:spPr>
          </p:pic>
        </p:grpSp>
        <p:sp>
          <p:nvSpPr>
            <p:cNvPr id="67" name="Rectangle: Rounded Corners 66">
              <a:extLst>
                <a:ext uri="{FF2B5EF4-FFF2-40B4-BE49-F238E27FC236}">
                  <a16:creationId xmlns:a16="http://schemas.microsoft.com/office/drawing/2014/main" id="{10524AF1-7D65-06AB-DEBD-3B6F022B7FBA}"/>
                </a:ext>
              </a:extLst>
            </p:cNvPr>
            <p:cNvSpPr/>
            <p:nvPr/>
          </p:nvSpPr>
          <p:spPr>
            <a:xfrm>
              <a:off x="10099880" y="4685135"/>
              <a:ext cx="1380836" cy="1597452"/>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grpSp>
      <p:grpSp>
        <p:nvGrpSpPr>
          <p:cNvPr id="71" name="Group 70">
            <a:extLst>
              <a:ext uri="{FF2B5EF4-FFF2-40B4-BE49-F238E27FC236}">
                <a16:creationId xmlns:a16="http://schemas.microsoft.com/office/drawing/2014/main" id="{FA1EAE07-8843-68B8-C19A-1F5851F43FA7}"/>
              </a:ext>
            </a:extLst>
          </p:cNvPr>
          <p:cNvGrpSpPr/>
          <p:nvPr/>
        </p:nvGrpSpPr>
        <p:grpSpPr>
          <a:xfrm>
            <a:off x="4255938" y="4698427"/>
            <a:ext cx="1380836" cy="1597452"/>
            <a:chOff x="4047506" y="4711719"/>
            <a:chExt cx="1380836" cy="1597452"/>
          </a:xfrm>
        </p:grpSpPr>
        <p:grpSp>
          <p:nvGrpSpPr>
            <p:cNvPr id="41" name="Group 40">
              <a:extLst>
                <a:ext uri="{FF2B5EF4-FFF2-40B4-BE49-F238E27FC236}">
                  <a16:creationId xmlns:a16="http://schemas.microsoft.com/office/drawing/2014/main" id="{038FFB15-A782-2005-89A3-605AB02F479C}"/>
                </a:ext>
              </a:extLst>
            </p:cNvPr>
            <p:cNvGrpSpPr/>
            <p:nvPr/>
          </p:nvGrpSpPr>
          <p:grpSpPr>
            <a:xfrm>
              <a:off x="4125856" y="4824314"/>
              <a:ext cx="1224136" cy="1372262"/>
              <a:chOff x="4439816" y="4985834"/>
              <a:chExt cx="1224136" cy="1372262"/>
            </a:xfrm>
          </p:grpSpPr>
          <p:sp>
            <p:nvSpPr>
              <p:cNvPr id="42" name="TextBox 41">
                <a:extLst>
                  <a:ext uri="{FF2B5EF4-FFF2-40B4-BE49-F238E27FC236}">
                    <a16:creationId xmlns:a16="http://schemas.microsoft.com/office/drawing/2014/main" id="{359EDB03-627A-A56B-A0C0-BEBA841FEE21}"/>
                  </a:ext>
                </a:extLst>
              </p:cNvPr>
              <p:cNvSpPr txBox="1"/>
              <p:nvPr/>
            </p:nvSpPr>
            <p:spPr>
              <a:xfrm>
                <a:off x="4439816" y="6111875"/>
                <a:ext cx="1224136" cy="246221"/>
              </a:xfrm>
              <a:prstGeom prst="rect">
                <a:avLst/>
              </a:prstGeom>
              <a:noFill/>
            </p:spPr>
            <p:txBody>
              <a:bodyPr wrap="square" rtlCol="0">
                <a:spAutoFit/>
              </a:bodyPr>
              <a:lstStyle/>
              <a:p>
                <a:pPr algn="ctr"/>
                <a:r>
                  <a:rPr lang="en-GB" sz="1000" b="0" i="0" dirty="0">
                    <a:solidFill>
                      <a:srgbClr val="1A1AA6"/>
                    </a:solidFill>
                    <a:effectLst/>
                    <a:latin typeface="CiscoSansTT Medium" panose="020B0903020201020303" pitchFamily="34" charset="0"/>
                    <a:cs typeface="CiscoSansTT Medium" panose="020B0903020201020303" pitchFamily="34" charset="0"/>
                  </a:rPr>
                  <a:t>dmoit029445</a:t>
                </a:r>
                <a:endParaRPr lang="en-GB" sz="1000" dirty="0">
                  <a:latin typeface="CiscoSansTT Medium" panose="020B0903020201020303" pitchFamily="34" charset="0"/>
                  <a:cs typeface="CiscoSansTT Medium" panose="020B0903020201020303" pitchFamily="34" charset="0"/>
                </a:endParaRPr>
              </a:p>
            </p:txBody>
          </p:sp>
          <p:pic>
            <p:nvPicPr>
              <p:cNvPr id="43" name="Picture 42">
                <a:extLst>
                  <a:ext uri="{FF2B5EF4-FFF2-40B4-BE49-F238E27FC236}">
                    <a16:creationId xmlns:a16="http://schemas.microsoft.com/office/drawing/2014/main" id="{AB6512C3-8EF0-9B01-AA17-E2CD4C400DA7}"/>
                  </a:ext>
                </a:extLst>
              </p:cNvPr>
              <p:cNvPicPr>
                <a:picLocks noChangeAspect="1"/>
              </p:cNvPicPr>
              <p:nvPr/>
            </p:nvPicPr>
            <p:blipFill>
              <a:blip r:embed="rId13"/>
              <a:stretch>
                <a:fillRect/>
              </a:stretch>
            </p:blipFill>
            <p:spPr>
              <a:xfrm>
                <a:off x="4555292" y="4985834"/>
                <a:ext cx="993184" cy="911041"/>
              </a:xfrm>
              <a:prstGeom prst="rect">
                <a:avLst/>
              </a:prstGeom>
            </p:spPr>
          </p:pic>
        </p:grpSp>
        <p:sp>
          <p:nvSpPr>
            <p:cNvPr id="68" name="Rectangle: Rounded Corners 67">
              <a:extLst>
                <a:ext uri="{FF2B5EF4-FFF2-40B4-BE49-F238E27FC236}">
                  <a16:creationId xmlns:a16="http://schemas.microsoft.com/office/drawing/2014/main" id="{847BEEBA-6F80-0954-C782-8BF0D0B3A113}"/>
                </a:ext>
              </a:extLst>
            </p:cNvPr>
            <p:cNvSpPr/>
            <p:nvPr/>
          </p:nvSpPr>
          <p:spPr>
            <a:xfrm>
              <a:off x="4047506" y="4711719"/>
              <a:ext cx="1380836" cy="1597452"/>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grpSp>
      <p:sp>
        <p:nvSpPr>
          <p:cNvPr id="217" name="TextBox 216"/>
          <p:cNvSpPr txBox="1"/>
          <p:nvPr/>
        </p:nvSpPr>
        <p:spPr>
          <a:xfrm>
            <a:off x="502920" y="5989320"/>
            <a:ext cx="11155680" cy="502920"/>
          </a:xfrm>
          <a:prstGeom prst="rect">
            <a:avLst/>
          </a:prstGeom>
          <a:solidFill>
            <a:srgbClr val="F5F8FB"/>
          </a:solidFill>
          <a:ln>
            <a:solidFill>
              <a:srgbClr val="005596"/>
            </a:solidFill>
          </a:ln>
        </p:spPr>
        <p:txBody>
          <a:bodyPr wrap="none">
            <a:spAutoFit/>
          </a:bodyPr>
          <a:lstStyle/>
          <a:p>
            <a:pPr>
              <a:defRPr sz="900" b="1">
                <a:solidFill>
                  <a:srgbClr val="005596"/>
                </a:solidFill>
              </a:defRPr>
            </a:pPr>
            <a:r>
              <a:t>These four CTT IDs power lead records, nurture, and pipeline — not Adobe channel reports.</a:t>
            </a:r>
          </a:p>
        </p:txBody>
      </p:sp>
      <p:sp>
        <p:nvSpPr>
          <p:cNvPr id="218" name="TextBox 217"/>
          <p:cNvSpPr txBox="1"/>
          <p:nvPr/>
        </p:nvSpPr>
        <p:spPr>
          <a:xfrm>
            <a:off x="8046720" y="4389120"/>
            <a:ext cx="3474720" cy="822960"/>
          </a:xfrm>
          <a:prstGeom prst="rect">
            <a:avLst/>
          </a:prstGeom>
          <a:noFill/>
        </p:spPr>
        <p:txBody>
          <a:bodyPr wrap="none">
            <a:spAutoFit/>
          </a:bodyPr>
          <a:lstStyle/>
          <a:p>
            <a:pPr>
              <a:defRPr sz="1000" b="1">
                <a:solidFill>
                  <a:srgbClr val="1F2937"/>
                </a:solidFill>
              </a:defRPr>
            </a:pPr>
            <a:r>
              <a:t>Event ID (EID)</a:t>
            </a:r>
            <a:br/>
            <a:r>
              <a:t>(When / where the interaction happened)</a:t>
            </a:r>
          </a:p>
        </p:txBody>
      </p:sp>
    </p:spTree>
    <p:extLst>
      <p:ext uri="{BB962C8B-B14F-4D97-AF65-F5344CB8AC3E}">
        <p14:creationId xmlns:p14="http://schemas.microsoft.com/office/powerpoint/2010/main" val="41592208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66C50D-3C04-97F0-A61F-C2AC89E15E33}"/>
              </a:ext>
            </a:extLst>
          </p:cNvPr>
          <p:cNvSpPr>
            <a:spLocks noGrp="1"/>
          </p:cNvSpPr>
          <p:nvPr>
            <p:ph type="title"/>
          </p:nvPr>
        </p:nvSpPr>
        <p:spPr/>
        <p:txBody>
          <a:bodyPr/>
          <a:lstStyle/>
          <a:p>
            <a:r>
              <a:rPr lang="en-US" dirty="0"/>
              <a:t>Why Legacy Tracking is No Longer Enough</a:t>
            </a:r>
            <a:endParaRPr lang="en-GB" dirty="0"/>
          </a:p>
        </p:txBody>
      </p:sp>
      <p:sp>
        <p:nvSpPr>
          <p:cNvPr id="3" name="TextBox 2">
            <a:extLst>
              <a:ext uri="{FF2B5EF4-FFF2-40B4-BE49-F238E27FC236}">
                <a16:creationId xmlns:a16="http://schemas.microsoft.com/office/drawing/2014/main" id="{D2900C8C-AF2A-F5C7-2066-4A3CE98F02B7}"/>
              </a:ext>
            </a:extLst>
          </p:cNvPr>
          <p:cNvSpPr txBox="1"/>
          <p:nvPr/>
        </p:nvSpPr>
        <p:spPr>
          <a:xfrm>
            <a:off x="722087" y="975042"/>
            <a:ext cx="10167257" cy="907143"/>
          </a:xfrm>
          <a:prstGeom prst="rect">
            <a:avLst/>
          </a:prstGeom>
          <a:noFill/>
        </p:spPr>
        <p:txBody>
          <a:bodyPr wrap="square" lIns="0" tIns="0" rIns="0" bIns="0" rtlCol="0">
            <a:noAutofit/>
          </a:bodyPr>
          <a:lstStyle/>
          <a:p>
            <a:pPr defTabSz="912276" fontAlgn="base">
              <a:spcAft>
                <a:spcPts val="1000"/>
              </a:spcAft>
              <a:buClr>
                <a:schemeClr val="bg1"/>
              </a:buClr>
              <a:buSzPct val="100000"/>
              <a:defRPr sz="1400"/>
            </a:pPr>
            <a:r>
              <a:t>The Core Dilemma: </a:t>
            </a:r>
            <a:br/>
            <a:r>
              <a:t>The CCID was designed for a single job—capturing the marketing initiative. Forcing it to handle lead scoring, events, and as a primary identifier for lead generation breaks data trust.</a:t>
            </a:r>
            <a:br/>
            <a:br/>
            <a:r>
              <a:t>This is why we are adding UTMs — not replacing CTT overnight.</a:t>
            </a:r>
          </a:p>
          <a:p>
            <a:pPr defTabSz="912276" fontAlgn="base">
              <a:spcAft>
                <a:spcPts val="1000"/>
              </a:spcAft>
              <a:buClr>
                <a:schemeClr val="bg1"/>
              </a:buClr>
              <a:buSzPct val="100000"/>
              <a:defRPr sz="1400"/>
            </a:pPr>
            <a:r>
              <a:rPr lang="en-GB" sz="1600" i="1" dirty="0">
                <a:solidFill>
                  <a:schemeClr val="bg1"/>
                </a:solidFill>
              </a:rPr>
              <a:t>The CCID was designed for a single job—capturing the marketing initiative. Forcing it to handle lead scoring, events, and as a primary identifier for lead generation breaks data trust.</a:t>
            </a:r>
            <a:endParaRPr lang="en-GB" sz="1600" kern="1200" dirty="0">
              <a:solidFill>
                <a:schemeClr val="bg1"/>
              </a:solidFill>
              <a:latin typeface="+mn-lt"/>
              <a:ea typeface="ＭＳ Ｐゴシック" charset="0"/>
            </a:endParaRPr>
          </a:p>
        </p:txBody>
      </p:sp>
      <p:grpSp>
        <p:nvGrpSpPr>
          <p:cNvPr id="4" name="Group 3">
            <a:extLst>
              <a:ext uri="{FF2B5EF4-FFF2-40B4-BE49-F238E27FC236}">
                <a16:creationId xmlns:a16="http://schemas.microsoft.com/office/drawing/2014/main" id="{2F8CFE0C-EC4A-CCEF-EE51-0EF3E75927D7}"/>
              </a:ext>
            </a:extLst>
          </p:cNvPr>
          <p:cNvGrpSpPr/>
          <p:nvPr/>
        </p:nvGrpSpPr>
        <p:grpSpPr>
          <a:xfrm>
            <a:off x="452319" y="2001570"/>
            <a:ext cx="3520966" cy="4691818"/>
            <a:chOff x="403465" y="1268598"/>
            <a:chExt cx="3520966" cy="4691818"/>
          </a:xfrm>
        </p:grpSpPr>
        <p:sp>
          <p:nvSpPr>
            <p:cNvPr id="5" name="Rectangle: Rounded Corners 4">
              <a:extLst>
                <a:ext uri="{FF2B5EF4-FFF2-40B4-BE49-F238E27FC236}">
                  <a16:creationId xmlns:a16="http://schemas.microsoft.com/office/drawing/2014/main" id="{9834E71E-8A6E-5689-216A-2F446BCF106A}"/>
                </a:ext>
              </a:extLst>
            </p:cNvPr>
            <p:cNvSpPr/>
            <p:nvPr/>
          </p:nvSpPr>
          <p:spPr>
            <a:xfrm>
              <a:off x="403465" y="1268598"/>
              <a:ext cx="3520966" cy="4691818"/>
            </a:xfrm>
            <a:prstGeom prst="roundRect">
              <a:avLst>
                <a:gd name="adj" fmla="val 6816"/>
              </a:avLst>
            </a:prstGeom>
            <a:noFill/>
            <a:ln w="15875">
              <a:solidFill>
                <a:schemeClr val="tx1">
                  <a:lumMod val="95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cxnSp>
          <p:nvCxnSpPr>
            <p:cNvPr id="6" name="Straight Connector 5">
              <a:extLst>
                <a:ext uri="{FF2B5EF4-FFF2-40B4-BE49-F238E27FC236}">
                  <a16:creationId xmlns:a16="http://schemas.microsoft.com/office/drawing/2014/main" id="{705D1628-E062-A902-9A3B-990AA8B6840B}"/>
                </a:ext>
              </a:extLst>
            </p:cNvPr>
            <p:cNvCxnSpPr>
              <a:cxnSpLocks/>
            </p:cNvCxnSpPr>
            <p:nvPr/>
          </p:nvCxnSpPr>
          <p:spPr>
            <a:xfrm>
              <a:off x="403728" y="1942716"/>
              <a:ext cx="3520440" cy="0"/>
            </a:xfrm>
            <a:prstGeom prst="line">
              <a:avLst/>
            </a:prstGeom>
            <a:noFill/>
            <a:ln w="79375">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sp>
          <p:nvSpPr>
            <p:cNvPr id="7" name="TextBox 6">
              <a:extLst>
                <a:ext uri="{FF2B5EF4-FFF2-40B4-BE49-F238E27FC236}">
                  <a16:creationId xmlns:a16="http://schemas.microsoft.com/office/drawing/2014/main" id="{669B4D4F-5C6C-488F-27CC-6923D025BD7A}"/>
                </a:ext>
              </a:extLst>
            </p:cNvPr>
            <p:cNvSpPr txBox="1"/>
            <p:nvPr/>
          </p:nvSpPr>
          <p:spPr>
            <a:xfrm>
              <a:off x="1110811" y="1365741"/>
              <a:ext cx="2106274" cy="492444"/>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2000" kern="1200" dirty="0">
                  <a:solidFill>
                    <a:schemeClr val="bg1"/>
                  </a:solidFill>
                  <a:latin typeface="+mn-lt"/>
                  <a:ea typeface="ＭＳ Ｐゴシック" charset="0"/>
                </a:rPr>
                <a:t>Data Ambiguity</a:t>
              </a:r>
              <a:endParaRPr lang="en-GB" sz="2000" kern="1200" dirty="0" err="1">
                <a:solidFill>
                  <a:schemeClr val="bg1"/>
                </a:solidFill>
                <a:latin typeface="+mn-lt"/>
                <a:ea typeface="ＭＳ Ｐゴシック" charset="0"/>
              </a:endParaRPr>
            </a:p>
          </p:txBody>
        </p:sp>
        <p:sp>
          <p:nvSpPr>
            <p:cNvPr id="8" name="TextBox 7">
              <a:extLst>
                <a:ext uri="{FF2B5EF4-FFF2-40B4-BE49-F238E27FC236}">
                  <a16:creationId xmlns:a16="http://schemas.microsoft.com/office/drawing/2014/main" id="{656F9A2E-B35C-A7DA-5938-290F29649488}"/>
                </a:ext>
              </a:extLst>
            </p:cNvPr>
            <p:cNvSpPr txBox="1"/>
            <p:nvPr/>
          </p:nvSpPr>
          <p:spPr>
            <a:xfrm>
              <a:off x="577937" y="2336194"/>
              <a:ext cx="3172023" cy="2427889"/>
            </a:xfrm>
            <a:prstGeom prst="rect">
              <a:avLst/>
            </a:prstGeom>
            <a:noFill/>
          </p:spPr>
          <p:txBody>
            <a:bodyPr wrap="square" lIns="0" tIns="0" rIns="0" bIns="0" rtlCol="0">
              <a:noAutofit/>
            </a:bodyPr>
            <a:lstStyle/>
            <a:p>
              <a:pPr marL="182880" indent="-182880" defTabSz="912276" fontAlgn="base">
                <a:spcAft>
                  <a:spcPts val="1000"/>
                </a:spcAft>
                <a:buClr>
                  <a:schemeClr val="bg1"/>
                </a:buClr>
                <a:buSzPct val="100000"/>
                <a:buFont typeface="Arial" panose="020B0604020202020204" pitchFamily="34" charset="0"/>
                <a:buChar char="•"/>
              </a:pPr>
              <a:r>
                <a:rPr lang="en-GB" dirty="0">
                  <a:solidFill>
                    <a:schemeClr val="bg1"/>
                  </a:solidFill>
                </a:rPr>
                <a:t>Mixed ID usage creates untrustworthy reporting rows</a:t>
              </a:r>
            </a:p>
            <a:p>
              <a:pPr marL="182880" indent="-182880" defTabSz="912276" fontAlgn="base">
                <a:spcAft>
                  <a:spcPts val="1000"/>
                </a:spcAft>
                <a:buClr>
                  <a:schemeClr val="bg1"/>
                </a:buClr>
                <a:buSzPct val="100000"/>
                <a:buFont typeface="Arial" panose="020B0604020202020204" pitchFamily="34" charset="0"/>
                <a:buChar char="•"/>
              </a:pPr>
              <a:r>
                <a:rPr lang="en-GB" dirty="0">
                  <a:solidFill>
                    <a:schemeClr val="bg1"/>
                  </a:solidFill>
                </a:rPr>
                <a:t>Forcing a single identifier to fulfil multiple operational roles makes it impossible to verify whether an ID was deployed correctly or what specific customer action it represents. </a:t>
              </a:r>
              <a:endParaRPr lang="en-GB" kern="1200" dirty="0">
                <a:solidFill>
                  <a:schemeClr val="bg1"/>
                </a:solidFill>
                <a:latin typeface="+mn-lt"/>
                <a:ea typeface="ＭＳ Ｐゴシック" charset="0"/>
              </a:endParaRPr>
            </a:p>
          </p:txBody>
        </p:sp>
      </p:grpSp>
      <p:grpSp>
        <p:nvGrpSpPr>
          <p:cNvPr id="9" name="Group 8">
            <a:extLst>
              <a:ext uri="{FF2B5EF4-FFF2-40B4-BE49-F238E27FC236}">
                <a16:creationId xmlns:a16="http://schemas.microsoft.com/office/drawing/2014/main" id="{7CE2024D-7654-03F6-7611-9F902DF5AA02}"/>
              </a:ext>
            </a:extLst>
          </p:cNvPr>
          <p:cNvGrpSpPr/>
          <p:nvPr/>
        </p:nvGrpSpPr>
        <p:grpSpPr>
          <a:xfrm>
            <a:off x="4402651" y="2001570"/>
            <a:ext cx="3520966" cy="4691818"/>
            <a:chOff x="403465" y="1268598"/>
            <a:chExt cx="3520966" cy="4691818"/>
          </a:xfrm>
        </p:grpSpPr>
        <p:sp>
          <p:nvSpPr>
            <p:cNvPr id="10" name="Rectangle: Rounded Corners 9">
              <a:extLst>
                <a:ext uri="{FF2B5EF4-FFF2-40B4-BE49-F238E27FC236}">
                  <a16:creationId xmlns:a16="http://schemas.microsoft.com/office/drawing/2014/main" id="{402EBB24-FE18-869F-41AD-3C0CED73FCE0}"/>
                </a:ext>
              </a:extLst>
            </p:cNvPr>
            <p:cNvSpPr/>
            <p:nvPr/>
          </p:nvSpPr>
          <p:spPr>
            <a:xfrm>
              <a:off x="403465" y="1268598"/>
              <a:ext cx="3520966" cy="4691818"/>
            </a:xfrm>
            <a:prstGeom prst="roundRect">
              <a:avLst>
                <a:gd name="adj" fmla="val 6816"/>
              </a:avLst>
            </a:prstGeom>
            <a:noFill/>
            <a:ln w="15875">
              <a:solidFill>
                <a:schemeClr val="tx1">
                  <a:lumMod val="95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cxnSp>
          <p:nvCxnSpPr>
            <p:cNvPr id="11" name="Straight Connector 10">
              <a:extLst>
                <a:ext uri="{FF2B5EF4-FFF2-40B4-BE49-F238E27FC236}">
                  <a16:creationId xmlns:a16="http://schemas.microsoft.com/office/drawing/2014/main" id="{D8F979AD-9A88-9931-614D-EEFBB6EAB500}"/>
                </a:ext>
              </a:extLst>
            </p:cNvPr>
            <p:cNvCxnSpPr>
              <a:cxnSpLocks/>
            </p:cNvCxnSpPr>
            <p:nvPr/>
          </p:nvCxnSpPr>
          <p:spPr>
            <a:xfrm>
              <a:off x="403728" y="1942716"/>
              <a:ext cx="3520440" cy="0"/>
            </a:xfrm>
            <a:prstGeom prst="line">
              <a:avLst/>
            </a:prstGeom>
            <a:noFill/>
            <a:ln w="79375">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sp>
          <p:nvSpPr>
            <p:cNvPr id="12" name="TextBox 11">
              <a:extLst>
                <a:ext uri="{FF2B5EF4-FFF2-40B4-BE49-F238E27FC236}">
                  <a16:creationId xmlns:a16="http://schemas.microsoft.com/office/drawing/2014/main" id="{B6F3CCBB-8226-4204-F89C-04DA3D9CFA58}"/>
                </a:ext>
              </a:extLst>
            </p:cNvPr>
            <p:cNvSpPr txBox="1"/>
            <p:nvPr/>
          </p:nvSpPr>
          <p:spPr>
            <a:xfrm>
              <a:off x="1110811" y="1365741"/>
              <a:ext cx="2106274" cy="492444"/>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2000" kern="1200" dirty="0">
                  <a:solidFill>
                    <a:schemeClr val="bg1"/>
                  </a:solidFill>
                  <a:latin typeface="+mn-lt"/>
                  <a:ea typeface="ＭＳ Ｐゴシック" charset="0"/>
                </a:rPr>
                <a:t>Attribution Skew</a:t>
              </a:r>
              <a:endParaRPr lang="en-GB" sz="2000" kern="1200" dirty="0" err="1">
                <a:solidFill>
                  <a:schemeClr val="bg1"/>
                </a:solidFill>
                <a:latin typeface="+mn-lt"/>
                <a:ea typeface="ＭＳ Ｐゴシック" charset="0"/>
              </a:endParaRPr>
            </a:p>
          </p:txBody>
        </p:sp>
        <p:sp>
          <p:nvSpPr>
            <p:cNvPr id="13" name="TextBox 12">
              <a:extLst>
                <a:ext uri="{FF2B5EF4-FFF2-40B4-BE49-F238E27FC236}">
                  <a16:creationId xmlns:a16="http://schemas.microsoft.com/office/drawing/2014/main" id="{4F1CE7FA-92B6-F89C-7246-3D51407EB432}"/>
                </a:ext>
              </a:extLst>
            </p:cNvPr>
            <p:cNvSpPr txBox="1"/>
            <p:nvPr/>
          </p:nvSpPr>
          <p:spPr>
            <a:xfrm>
              <a:off x="577937" y="2336194"/>
              <a:ext cx="3172023" cy="2897957"/>
            </a:xfrm>
            <a:prstGeom prst="rect">
              <a:avLst/>
            </a:prstGeom>
            <a:noFill/>
          </p:spPr>
          <p:txBody>
            <a:bodyPr wrap="square" lIns="0" tIns="0" rIns="0" bIns="0" rtlCol="0">
              <a:noAutofit/>
            </a:bodyPr>
            <a:lstStyle/>
            <a:p>
              <a:pPr marL="182880" indent="-182880" defTabSz="912276" fontAlgn="base">
                <a:spcAft>
                  <a:spcPts val="1000"/>
                </a:spcAft>
                <a:buClr>
                  <a:schemeClr val="bg1"/>
                </a:buClr>
                <a:buSzPct val="100000"/>
                <a:buFont typeface="Arial" panose="020B0604020202020204" pitchFamily="34" charset="0"/>
                <a:buChar char="•"/>
              </a:pPr>
              <a:r>
                <a:rPr lang="en-GB" dirty="0">
                  <a:solidFill>
                    <a:schemeClr val="bg1"/>
                  </a:solidFill>
                </a:rPr>
                <a:t>Double-duty keys distort revenue and touchpoint models.</a:t>
              </a:r>
            </a:p>
            <a:p>
              <a:pPr marL="182880" indent="-182880" defTabSz="912276" fontAlgn="base">
                <a:spcAft>
                  <a:spcPts val="1000"/>
                </a:spcAft>
                <a:buClr>
                  <a:schemeClr val="bg1"/>
                </a:buClr>
                <a:buSzPct val="100000"/>
                <a:buFont typeface="Arial" panose="020B0604020202020204" pitchFamily="34" charset="0"/>
                <a:buChar char="•"/>
              </a:pPr>
              <a:r>
                <a:rPr lang="en-GB" dirty="0">
                  <a:solidFill>
                    <a:schemeClr val="bg1"/>
                  </a:solidFill>
                </a:rPr>
                <a:t>Using one ID across disparate channels and campaign types skews engagement counts, inflates touchpoints, and distorts top-of-funnel campaign performance metrics. </a:t>
              </a:r>
              <a:endParaRPr lang="en-GB" sz="1600" kern="1200" dirty="0">
                <a:solidFill>
                  <a:schemeClr val="bg1"/>
                </a:solidFill>
                <a:latin typeface="+mn-lt"/>
                <a:ea typeface="ＭＳ Ｐゴシック" charset="0"/>
              </a:endParaRPr>
            </a:p>
          </p:txBody>
        </p:sp>
      </p:grpSp>
      <p:grpSp>
        <p:nvGrpSpPr>
          <p:cNvPr id="14" name="Group 13">
            <a:extLst>
              <a:ext uri="{FF2B5EF4-FFF2-40B4-BE49-F238E27FC236}">
                <a16:creationId xmlns:a16="http://schemas.microsoft.com/office/drawing/2014/main" id="{D73916AA-76AD-1AD1-C096-197A544D6025}"/>
              </a:ext>
            </a:extLst>
          </p:cNvPr>
          <p:cNvGrpSpPr/>
          <p:nvPr/>
        </p:nvGrpSpPr>
        <p:grpSpPr>
          <a:xfrm>
            <a:off x="8402100" y="2001570"/>
            <a:ext cx="3608130" cy="4691818"/>
            <a:chOff x="403728" y="1268598"/>
            <a:chExt cx="3608130" cy="4691818"/>
          </a:xfrm>
        </p:grpSpPr>
        <p:sp>
          <p:nvSpPr>
            <p:cNvPr id="15" name="Rectangle: Rounded Corners 14">
              <a:extLst>
                <a:ext uri="{FF2B5EF4-FFF2-40B4-BE49-F238E27FC236}">
                  <a16:creationId xmlns:a16="http://schemas.microsoft.com/office/drawing/2014/main" id="{4BA531EA-815D-CB8F-6EEA-A896D50FF685}"/>
                </a:ext>
              </a:extLst>
            </p:cNvPr>
            <p:cNvSpPr/>
            <p:nvPr/>
          </p:nvSpPr>
          <p:spPr>
            <a:xfrm>
              <a:off x="490892" y="1268598"/>
              <a:ext cx="3520966" cy="4691818"/>
            </a:xfrm>
            <a:prstGeom prst="roundRect">
              <a:avLst>
                <a:gd name="adj" fmla="val 6816"/>
              </a:avLst>
            </a:prstGeom>
            <a:noFill/>
            <a:ln w="15875">
              <a:solidFill>
                <a:schemeClr val="tx1">
                  <a:lumMod val="95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cxnSp>
          <p:nvCxnSpPr>
            <p:cNvPr id="16" name="Straight Connector 15">
              <a:extLst>
                <a:ext uri="{FF2B5EF4-FFF2-40B4-BE49-F238E27FC236}">
                  <a16:creationId xmlns:a16="http://schemas.microsoft.com/office/drawing/2014/main" id="{B32DB76D-B514-D268-0796-48EEEEF0682B}"/>
                </a:ext>
              </a:extLst>
            </p:cNvPr>
            <p:cNvCxnSpPr>
              <a:cxnSpLocks/>
            </p:cNvCxnSpPr>
            <p:nvPr/>
          </p:nvCxnSpPr>
          <p:spPr>
            <a:xfrm>
              <a:off x="403728" y="1942716"/>
              <a:ext cx="3520440" cy="0"/>
            </a:xfrm>
            <a:prstGeom prst="line">
              <a:avLst/>
            </a:prstGeom>
            <a:noFill/>
            <a:ln w="79375">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sp>
          <p:nvSpPr>
            <p:cNvPr id="17" name="TextBox 16">
              <a:extLst>
                <a:ext uri="{FF2B5EF4-FFF2-40B4-BE49-F238E27FC236}">
                  <a16:creationId xmlns:a16="http://schemas.microsoft.com/office/drawing/2014/main" id="{3D539966-C46A-27FA-7C73-0206E545CF21}"/>
                </a:ext>
              </a:extLst>
            </p:cNvPr>
            <p:cNvSpPr txBox="1"/>
            <p:nvPr/>
          </p:nvSpPr>
          <p:spPr>
            <a:xfrm>
              <a:off x="757138" y="1365741"/>
              <a:ext cx="2988474" cy="492444"/>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2000" kern="1200" dirty="0">
                  <a:solidFill>
                    <a:schemeClr val="bg1"/>
                  </a:solidFill>
                  <a:latin typeface="+mn-lt"/>
                  <a:ea typeface="ＭＳ Ｐゴシック" charset="0"/>
                </a:rPr>
                <a:t>Platform Incompatibility</a:t>
              </a:r>
              <a:endParaRPr lang="en-GB" sz="2000" kern="1200" dirty="0" err="1">
                <a:solidFill>
                  <a:schemeClr val="bg1"/>
                </a:solidFill>
                <a:latin typeface="+mn-lt"/>
                <a:ea typeface="ＭＳ Ｐゴシック" charset="0"/>
              </a:endParaRPr>
            </a:p>
          </p:txBody>
        </p:sp>
        <p:sp>
          <p:nvSpPr>
            <p:cNvPr id="18" name="TextBox 17">
              <a:extLst>
                <a:ext uri="{FF2B5EF4-FFF2-40B4-BE49-F238E27FC236}">
                  <a16:creationId xmlns:a16="http://schemas.microsoft.com/office/drawing/2014/main" id="{3CAB6E27-9BE8-074C-3F45-9B40C01E6F43}"/>
                </a:ext>
              </a:extLst>
            </p:cNvPr>
            <p:cNvSpPr txBox="1"/>
            <p:nvPr/>
          </p:nvSpPr>
          <p:spPr>
            <a:xfrm>
              <a:off x="577937" y="2336194"/>
              <a:ext cx="3172023" cy="2427889"/>
            </a:xfrm>
            <a:prstGeom prst="rect">
              <a:avLst/>
            </a:prstGeom>
            <a:noFill/>
          </p:spPr>
          <p:txBody>
            <a:bodyPr wrap="square" lIns="0" tIns="0" rIns="0" bIns="0" rtlCol="0">
              <a:noAutofit/>
            </a:bodyPr>
            <a:lstStyle/>
            <a:p>
              <a:pPr marL="182880" indent="-182880" defTabSz="912276" fontAlgn="base">
                <a:spcAft>
                  <a:spcPts val="1000"/>
                </a:spcAft>
                <a:buClr>
                  <a:schemeClr val="bg1"/>
                </a:buClr>
                <a:buSzPct val="100000"/>
                <a:buFont typeface="Arial" panose="020B0604020202020204" pitchFamily="34" charset="0"/>
                <a:buChar char="•"/>
              </a:pPr>
              <a:r>
                <a:rPr lang="en-US" dirty="0">
                  <a:solidFill>
                    <a:schemeClr val="bg1"/>
                  </a:solidFill>
                </a:rPr>
                <a:t> </a:t>
              </a:r>
              <a:r>
                <a:rPr lang="en-GB" dirty="0">
                  <a:solidFill>
                    <a:schemeClr val="bg1"/>
                  </a:solidFill>
                </a:rPr>
                <a:t>Legacy keys fail to connect natively with Adobe North Star platforms. </a:t>
              </a:r>
              <a:r>
                <a:rPr lang="en-US" dirty="0">
                  <a:solidFill>
                    <a:schemeClr val="bg1"/>
                  </a:solidFill>
                </a:rPr>
                <a:t> </a:t>
              </a:r>
            </a:p>
            <a:p>
              <a:pPr marL="182880" indent="-182880" defTabSz="912276" fontAlgn="base">
                <a:spcAft>
                  <a:spcPts val="1000"/>
                </a:spcAft>
                <a:buClr>
                  <a:schemeClr val="bg1"/>
                </a:buClr>
                <a:buSzPct val="100000"/>
                <a:buFont typeface="Arial" panose="020B0604020202020204" pitchFamily="34" charset="0"/>
                <a:buChar char="•"/>
              </a:pPr>
              <a:r>
                <a:rPr lang="en-GB" dirty="0">
                  <a:solidFill>
                    <a:schemeClr val="bg1"/>
                  </a:solidFill>
                </a:rPr>
                <a:t>External media partners and agencies must be specially trained on internal Cisco code rules rather than using industry-standard tracking protocols.</a:t>
              </a:r>
              <a:endParaRPr lang="en-GB" sz="1600" kern="1200" dirty="0">
                <a:solidFill>
                  <a:schemeClr val="bg1"/>
                </a:solidFill>
                <a:latin typeface="+mn-lt"/>
                <a:ea typeface="ＭＳ Ｐゴシック" charset="0"/>
              </a:endParaRPr>
            </a:p>
          </p:txBody>
        </p:sp>
      </p:grpSp>
    </p:spTree>
    <p:extLst>
      <p:ext uri="{BB962C8B-B14F-4D97-AF65-F5344CB8AC3E}">
        <p14:creationId xmlns:p14="http://schemas.microsoft.com/office/powerpoint/2010/main" val="13882886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17497E-1D5F-5CFF-BEA0-32BAC4A5C97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CE4E6ED-0564-ED2C-27DF-C599CE325C02}"/>
              </a:ext>
            </a:extLst>
          </p:cNvPr>
          <p:cNvSpPr>
            <a:spLocks noGrp="1"/>
          </p:cNvSpPr>
          <p:nvPr>
            <p:ph type="title"/>
          </p:nvPr>
        </p:nvSpPr>
        <p:spPr/>
        <p:txBody>
          <a:bodyPr/>
          <a:lstStyle/>
          <a:p>
            <a:r>
              <a:rPr lang="en-US" dirty="0"/>
              <a:t>Module 4: UTM Tagging</a:t>
            </a:r>
            <a:endParaRPr lang="en-GB" dirty="0"/>
          </a:p>
        </p:txBody>
      </p:sp>
    </p:spTree>
    <p:extLst>
      <p:ext uri="{BB962C8B-B14F-4D97-AF65-F5344CB8AC3E}">
        <p14:creationId xmlns:p14="http://schemas.microsoft.com/office/powerpoint/2010/main" val="39211444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789D6E-EF99-7896-E94E-66883EA60DED}"/>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8BDFEB29-7F99-4FA3-16E4-AE795C6F6DEF}"/>
              </a:ext>
            </a:extLst>
          </p:cNvPr>
          <p:cNvSpPr>
            <a:spLocks noGrp="1"/>
          </p:cNvSpPr>
          <p:nvPr>
            <p:ph type="title"/>
          </p:nvPr>
        </p:nvSpPr>
        <p:spPr/>
        <p:txBody>
          <a:bodyPr/>
          <a:lstStyle/>
          <a:p>
            <a:r>
              <a:rPr lang="en-US" dirty="0"/>
              <a:t>Strategic Value of UTM Tracking</a:t>
            </a:r>
            <a:endParaRPr lang="en-GB" dirty="0"/>
          </a:p>
        </p:txBody>
      </p:sp>
      <p:sp>
        <p:nvSpPr>
          <p:cNvPr id="4" name="TextBox 3">
            <a:extLst>
              <a:ext uri="{FF2B5EF4-FFF2-40B4-BE49-F238E27FC236}">
                <a16:creationId xmlns:a16="http://schemas.microsoft.com/office/drawing/2014/main" id="{EA1250BD-00A4-986D-9516-D1FCFF55F618}"/>
              </a:ext>
            </a:extLst>
          </p:cNvPr>
          <p:cNvSpPr txBox="1"/>
          <p:nvPr/>
        </p:nvSpPr>
        <p:spPr>
          <a:xfrm>
            <a:off x="438733" y="1023598"/>
            <a:ext cx="11098635" cy="984375"/>
          </a:xfrm>
          <a:prstGeom prst="rect">
            <a:avLst/>
          </a:prstGeom>
          <a:noFill/>
        </p:spPr>
        <p:txBody>
          <a:bodyPr wrap="square" lIns="0" tIns="0" rIns="0" bIns="0" rtlCol="0" anchor="ctr">
            <a:noAutofit/>
          </a:bodyPr>
          <a:lstStyle/>
          <a:p>
            <a:pPr algn="ctr" defTabSz="912276" fontAlgn="base">
              <a:spcAft>
                <a:spcPts val="1000"/>
              </a:spcAft>
              <a:buClr>
                <a:schemeClr val="bg1"/>
              </a:buClr>
              <a:buSzPct val="100000"/>
            </a:pPr>
            <a:r>
              <a:rPr lang="en-GB" b="1" dirty="0">
                <a:solidFill>
                  <a:schemeClr val="bg1"/>
                </a:solidFill>
              </a:rPr>
              <a:t>Why We Track:</a:t>
            </a:r>
            <a:r>
              <a:rPr lang="en-GB" dirty="0">
                <a:solidFill>
                  <a:schemeClr val="bg1"/>
                </a:solidFill>
              </a:rPr>
              <a:t> We want to modernise our digital marketing tracking through strict data standardization and automation of tracking parameters to be able to derive data-driven insights for performance understanding</a:t>
            </a:r>
            <a:endParaRPr lang="en-GB" sz="1600" kern="1200" dirty="0">
              <a:solidFill>
                <a:schemeClr val="bg1"/>
              </a:solidFill>
              <a:latin typeface="+mn-lt"/>
              <a:ea typeface="ＭＳ Ｐゴシック" charset="0"/>
            </a:endParaRPr>
          </a:p>
        </p:txBody>
      </p:sp>
      <p:sp>
        <p:nvSpPr>
          <p:cNvPr id="6" name="TextBox 5">
            <a:extLst>
              <a:ext uri="{FF2B5EF4-FFF2-40B4-BE49-F238E27FC236}">
                <a16:creationId xmlns:a16="http://schemas.microsoft.com/office/drawing/2014/main" id="{9B576B29-3539-CBA8-8898-7B9520FA3464}"/>
              </a:ext>
            </a:extLst>
          </p:cNvPr>
          <p:cNvSpPr txBox="1"/>
          <p:nvPr/>
        </p:nvSpPr>
        <p:spPr>
          <a:xfrm>
            <a:off x="4865532" y="3149964"/>
            <a:ext cx="2560320" cy="2743200"/>
          </a:xfrm>
          <a:prstGeom prst="rect">
            <a:avLst/>
          </a:prstGeom>
          <a:noFill/>
        </p:spPr>
        <p:txBody>
          <a:bodyPr wrap="square" lIns="0" tIns="0" rIns="0" bIns="0" rtlCol="0">
            <a:noAutofit/>
          </a:bodyPr>
          <a:lstStyle/>
          <a:p>
            <a:pPr algn="ctr"/>
            <a:endParaRPr lang="en-GB" sz="1600" kern="1200" dirty="0" err="1">
              <a:solidFill>
                <a:schemeClr val="bg1"/>
              </a:solidFill>
              <a:latin typeface="+mn-lt"/>
              <a:ea typeface="ＭＳ Ｐゴシック" charset="0"/>
            </a:endParaRPr>
          </a:p>
        </p:txBody>
      </p:sp>
      <p:sp>
        <p:nvSpPr>
          <p:cNvPr id="7" name="TextBox 6">
            <a:extLst>
              <a:ext uri="{FF2B5EF4-FFF2-40B4-BE49-F238E27FC236}">
                <a16:creationId xmlns:a16="http://schemas.microsoft.com/office/drawing/2014/main" id="{23CDFC26-7175-B138-1726-AC051997233D}"/>
              </a:ext>
            </a:extLst>
          </p:cNvPr>
          <p:cNvSpPr txBox="1"/>
          <p:nvPr/>
        </p:nvSpPr>
        <p:spPr>
          <a:xfrm>
            <a:off x="8486375" y="3159011"/>
            <a:ext cx="3310128" cy="18158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defPPr>
              <a:defRPr lang="en-US"/>
            </a:defPPr>
            <a:lvl1pPr marL="285750" indent="-285750" eaLnBrk="0" fontAlgn="base" hangingPunct="0">
              <a:spcBef>
                <a:spcPct val="0"/>
              </a:spcBef>
              <a:spcAft>
                <a:spcPct val="0"/>
              </a:spcAft>
              <a:buFont typeface="Arial" panose="020B0604020202020204" pitchFamily="34" charset="0"/>
              <a:buChar char="•"/>
              <a:defRPr sz="1400">
                <a:solidFill>
                  <a:schemeClr val="bg1"/>
                </a:solidFill>
              </a:defRPr>
            </a:lvl1pPr>
          </a:lstStyle>
          <a:p>
            <a:r>
              <a:rPr lang="en-GB" dirty="0"/>
              <a:t>Analysts can instantly build reports using standard dimensions like </a:t>
            </a:r>
            <a:r>
              <a:rPr lang="en-GB" dirty="0" err="1"/>
              <a:t>utm_source</a:t>
            </a:r>
            <a:r>
              <a:rPr lang="en-GB" dirty="0"/>
              <a:t> or </a:t>
            </a:r>
            <a:r>
              <a:rPr lang="en-GB" dirty="0" err="1"/>
              <a:t>utm_medium</a:t>
            </a:r>
            <a:r>
              <a:rPr lang="en-GB" dirty="0"/>
              <a:t> across web platforms, without needing complex SQL joins or specialized internal tools to look up what a custom ID means.</a:t>
            </a:r>
          </a:p>
        </p:txBody>
      </p:sp>
      <p:grpSp>
        <p:nvGrpSpPr>
          <p:cNvPr id="15" name="Group 14">
            <a:extLst>
              <a:ext uri="{FF2B5EF4-FFF2-40B4-BE49-F238E27FC236}">
                <a16:creationId xmlns:a16="http://schemas.microsoft.com/office/drawing/2014/main" id="{525B77D7-B7CC-89A8-A419-5E5CF963F1E6}"/>
              </a:ext>
            </a:extLst>
          </p:cNvPr>
          <p:cNvGrpSpPr/>
          <p:nvPr/>
        </p:nvGrpSpPr>
        <p:grpSpPr>
          <a:xfrm>
            <a:off x="8414729" y="2384567"/>
            <a:ext cx="3453421" cy="3749040"/>
            <a:chOff x="771331" y="2157451"/>
            <a:chExt cx="2929812" cy="3447138"/>
          </a:xfrm>
        </p:grpSpPr>
        <p:sp>
          <p:nvSpPr>
            <p:cNvPr id="16" name="Freeform: Shape 15">
              <a:extLst>
                <a:ext uri="{FF2B5EF4-FFF2-40B4-BE49-F238E27FC236}">
                  <a16:creationId xmlns:a16="http://schemas.microsoft.com/office/drawing/2014/main" id="{7ABB6B54-A570-6763-DBA9-ADAB7260F10F}"/>
                </a:ext>
              </a:extLst>
            </p:cNvPr>
            <p:cNvSpPr/>
            <p:nvPr/>
          </p:nvSpPr>
          <p:spPr>
            <a:xfrm>
              <a:off x="771331" y="2388637"/>
              <a:ext cx="2929812" cy="3215952"/>
            </a:xfrm>
            <a:custGeom>
              <a:avLst/>
              <a:gdLst>
                <a:gd name="csX0" fmla="*/ 227060 w 2929812"/>
                <a:gd name="csY0" fmla="*/ 0 h 3215952"/>
                <a:gd name="csX1" fmla="*/ 298579 w 2929812"/>
                <a:gd name="csY1" fmla="*/ 0 h 3215952"/>
                <a:gd name="csX2" fmla="*/ 298579 w 2929812"/>
                <a:gd name="csY2" fmla="*/ 160522 h 3215952"/>
                <a:gd name="csX3" fmla="*/ 380654 w 2929812"/>
                <a:gd name="csY3" fmla="*/ 242597 h 3215952"/>
                <a:gd name="csX4" fmla="*/ 2281679 w 2929812"/>
                <a:gd name="csY4" fmla="*/ 242597 h 3215952"/>
                <a:gd name="csX5" fmla="*/ 2363754 w 2929812"/>
                <a:gd name="csY5" fmla="*/ 160522 h 3215952"/>
                <a:gd name="csX6" fmla="*/ 2363754 w 2929812"/>
                <a:gd name="csY6" fmla="*/ 0 h 3215952"/>
                <a:gd name="csX7" fmla="*/ 2702752 w 2929812"/>
                <a:gd name="csY7" fmla="*/ 0 h 3215952"/>
                <a:gd name="csX8" fmla="*/ 2929812 w 2929812"/>
                <a:gd name="csY8" fmla="*/ 227060 h 3215952"/>
                <a:gd name="csX9" fmla="*/ 2929812 w 2929812"/>
                <a:gd name="csY9" fmla="*/ 2988892 h 3215952"/>
                <a:gd name="csX10" fmla="*/ 2702752 w 2929812"/>
                <a:gd name="csY10" fmla="*/ 3215952 h 3215952"/>
                <a:gd name="csX11" fmla="*/ 227060 w 2929812"/>
                <a:gd name="csY11" fmla="*/ 3215952 h 3215952"/>
                <a:gd name="csX12" fmla="*/ 0 w 2929812"/>
                <a:gd name="csY12" fmla="*/ 2988892 h 3215952"/>
                <a:gd name="csX13" fmla="*/ 0 w 2929812"/>
                <a:gd name="csY13" fmla="*/ 227060 h 3215952"/>
                <a:gd name="csX14" fmla="*/ 227060 w 2929812"/>
                <a:gd name="csY14" fmla="*/ 0 h 32159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929812" h="3215952">
                  <a:moveTo>
                    <a:pt x="227060" y="0"/>
                  </a:moveTo>
                  <a:lnTo>
                    <a:pt x="298579" y="0"/>
                  </a:lnTo>
                  <a:lnTo>
                    <a:pt x="298579" y="160522"/>
                  </a:lnTo>
                  <a:cubicBezTo>
                    <a:pt x="298579" y="205851"/>
                    <a:pt x="335325" y="242597"/>
                    <a:pt x="380654" y="242597"/>
                  </a:cubicBezTo>
                  <a:lnTo>
                    <a:pt x="2281679" y="242597"/>
                  </a:lnTo>
                  <a:cubicBezTo>
                    <a:pt x="2327008" y="242597"/>
                    <a:pt x="2363754" y="205851"/>
                    <a:pt x="2363754" y="160522"/>
                  </a:cubicBezTo>
                  <a:lnTo>
                    <a:pt x="2363754" y="0"/>
                  </a:lnTo>
                  <a:lnTo>
                    <a:pt x="2702752" y="0"/>
                  </a:lnTo>
                  <a:cubicBezTo>
                    <a:pt x="2828154" y="0"/>
                    <a:pt x="2929812" y="101658"/>
                    <a:pt x="2929812" y="227060"/>
                  </a:cubicBezTo>
                  <a:lnTo>
                    <a:pt x="2929812" y="2988892"/>
                  </a:lnTo>
                  <a:cubicBezTo>
                    <a:pt x="2929812" y="3114294"/>
                    <a:pt x="2828154" y="3215952"/>
                    <a:pt x="2702752" y="3215952"/>
                  </a:cubicBezTo>
                  <a:lnTo>
                    <a:pt x="227060" y="3215952"/>
                  </a:lnTo>
                  <a:cubicBezTo>
                    <a:pt x="101658" y="3215952"/>
                    <a:pt x="0" y="3114294"/>
                    <a:pt x="0" y="2988892"/>
                  </a:cubicBezTo>
                  <a:lnTo>
                    <a:pt x="0" y="227060"/>
                  </a:lnTo>
                  <a:cubicBezTo>
                    <a:pt x="0" y="101658"/>
                    <a:pt x="101658" y="0"/>
                    <a:pt x="227060" y="0"/>
                  </a:cubicBezTo>
                  <a:close/>
                </a:path>
              </a:pathLst>
            </a:cu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wrap="square"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7" name="Rectangle: Rounded Corners 16">
              <a:extLst>
                <a:ext uri="{FF2B5EF4-FFF2-40B4-BE49-F238E27FC236}">
                  <a16:creationId xmlns:a16="http://schemas.microsoft.com/office/drawing/2014/main" id="{C522A1FE-D543-7ECB-9F90-394D3FE2597C}"/>
                </a:ext>
              </a:extLst>
            </p:cNvPr>
            <p:cNvSpPr/>
            <p:nvPr/>
          </p:nvSpPr>
          <p:spPr>
            <a:xfrm>
              <a:off x="1069910" y="2157451"/>
              <a:ext cx="2065175" cy="492443"/>
            </a:xfrm>
            <a:prstGeom prst="roundRect">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sz="1600" b="1" dirty="0">
                  <a:solidFill>
                    <a:schemeClr val="bg1"/>
                  </a:solidFill>
                </a:rPr>
                <a:t>Self Service Query</a:t>
              </a:r>
              <a:endParaRPr lang="en-GB" sz="1600" b="1" dirty="0">
                <a:solidFill>
                  <a:schemeClr val="bg1"/>
                </a:solidFill>
              </a:endParaRPr>
            </a:p>
          </p:txBody>
        </p:sp>
      </p:grpSp>
      <p:grpSp>
        <p:nvGrpSpPr>
          <p:cNvPr id="18" name="Group 17">
            <a:extLst>
              <a:ext uri="{FF2B5EF4-FFF2-40B4-BE49-F238E27FC236}">
                <a16:creationId xmlns:a16="http://schemas.microsoft.com/office/drawing/2014/main" id="{998B331B-3D28-9074-AB0A-690970489F4E}"/>
              </a:ext>
            </a:extLst>
          </p:cNvPr>
          <p:cNvGrpSpPr/>
          <p:nvPr/>
        </p:nvGrpSpPr>
        <p:grpSpPr>
          <a:xfrm>
            <a:off x="423234" y="2384567"/>
            <a:ext cx="3453421" cy="3749040"/>
            <a:chOff x="771331" y="2157451"/>
            <a:chExt cx="2929812" cy="3447138"/>
          </a:xfrm>
        </p:grpSpPr>
        <p:sp>
          <p:nvSpPr>
            <p:cNvPr id="19" name="Freeform: Shape 18">
              <a:extLst>
                <a:ext uri="{FF2B5EF4-FFF2-40B4-BE49-F238E27FC236}">
                  <a16:creationId xmlns:a16="http://schemas.microsoft.com/office/drawing/2014/main" id="{464E1704-1569-7EB2-310E-F010F3590DDC}"/>
                </a:ext>
              </a:extLst>
            </p:cNvPr>
            <p:cNvSpPr/>
            <p:nvPr/>
          </p:nvSpPr>
          <p:spPr>
            <a:xfrm>
              <a:off x="771331" y="2388637"/>
              <a:ext cx="2929812" cy="3215952"/>
            </a:xfrm>
            <a:custGeom>
              <a:avLst/>
              <a:gdLst>
                <a:gd name="csX0" fmla="*/ 227060 w 2929812"/>
                <a:gd name="csY0" fmla="*/ 0 h 3215952"/>
                <a:gd name="csX1" fmla="*/ 298579 w 2929812"/>
                <a:gd name="csY1" fmla="*/ 0 h 3215952"/>
                <a:gd name="csX2" fmla="*/ 298579 w 2929812"/>
                <a:gd name="csY2" fmla="*/ 160522 h 3215952"/>
                <a:gd name="csX3" fmla="*/ 380654 w 2929812"/>
                <a:gd name="csY3" fmla="*/ 242597 h 3215952"/>
                <a:gd name="csX4" fmla="*/ 2281679 w 2929812"/>
                <a:gd name="csY4" fmla="*/ 242597 h 3215952"/>
                <a:gd name="csX5" fmla="*/ 2363754 w 2929812"/>
                <a:gd name="csY5" fmla="*/ 160522 h 3215952"/>
                <a:gd name="csX6" fmla="*/ 2363754 w 2929812"/>
                <a:gd name="csY6" fmla="*/ 0 h 3215952"/>
                <a:gd name="csX7" fmla="*/ 2702752 w 2929812"/>
                <a:gd name="csY7" fmla="*/ 0 h 3215952"/>
                <a:gd name="csX8" fmla="*/ 2929812 w 2929812"/>
                <a:gd name="csY8" fmla="*/ 227060 h 3215952"/>
                <a:gd name="csX9" fmla="*/ 2929812 w 2929812"/>
                <a:gd name="csY9" fmla="*/ 2988892 h 3215952"/>
                <a:gd name="csX10" fmla="*/ 2702752 w 2929812"/>
                <a:gd name="csY10" fmla="*/ 3215952 h 3215952"/>
                <a:gd name="csX11" fmla="*/ 227060 w 2929812"/>
                <a:gd name="csY11" fmla="*/ 3215952 h 3215952"/>
                <a:gd name="csX12" fmla="*/ 0 w 2929812"/>
                <a:gd name="csY12" fmla="*/ 2988892 h 3215952"/>
                <a:gd name="csX13" fmla="*/ 0 w 2929812"/>
                <a:gd name="csY13" fmla="*/ 227060 h 3215952"/>
                <a:gd name="csX14" fmla="*/ 227060 w 2929812"/>
                <a:gd name="csY14" fmla="*/ 0 h 32159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929812" h="3215952">
                  <a:moveTo>
                    <a:pt x="227060" y="0"/>
                  </a:moveTo>
                  <a:lnTo>
                    <a:pt x="298579" y="0"/>
                  </a:lnTo>
                  <a:lnTo>
                    <a:pt x="298579" y="160522"/>
                  </a:lnTo>
                  <a:cubicBezTo>
                    <a:pt x="298579" y="205851"/>
                    <a:pt x="335325" y="242597"/>
                    <a:pt x="380654" y="242597"/>
                  </a:cubicBezTo>
                  <a:lnTo>
                    <a:pt x="2281679" y="242597"/>
                  </a:lnTo>
                  <a:cubicBezTo>
                    <a:pt x="2327008" y="242597"/>
                    <a:pt x="2363754" y="205851"/>
                    <a:pt x="2363754" y="160522"/>
                  </a:cubicBezTo>
                  <a:lnTo>
                    <a:pt x="2363754" y="0"/>
                  </a:lnTo>
                  <a:lnTo>
                    <a:pt x="2702752" y="0"/>
                  </a:lnTo>
                  <a:cubicBezTo>
                    <a:pt x="2828154" y="0"/>
                    <a:pt x="2929812" y="101658"/>
                    <a:pt x="2929812" y="227060"/>
                  </a:cubicBezTo>
                  <a:lnTo>
                    <a:pt x="2929812" y="2988892"/>
                  </a:lnTo>
                  <a:cubicBezTo>
                    <a:pt x="2929812" y="3114294"/>
                    <a:pt x="2828154" y="3215952"/>
                    <a:pt x="2702752" y="3215952"/>
                  </a:cubicBezTo>
                  <a:lnTo>
                    <a:pt x="227060" y="3215952"/>
                  </a:lnTo>
                  <a:cubicBezTo>
                    <a:pt x="101658" y="3215952"/>
                    <a:pt x="0" y="3114294"/>
                    <a:pt x="0" y="2988892"/>
                  </a:cubicBezTo>
                  <a:lnTo>
                    <a:pt x="0" y="227060"/>
                  </a:lnTo>
                  <a:cubicBezTo>
                    <a:pt x="0" y="101658"/>
                    <a:pt x="101658" y="0"/>
                    <a:pt x="227060" y="0"/>
                  </a:cubicBezTo>
                  <a:close/>
                </a:path>
              </a:pathLst>
            </a:cu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wrap="square"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20" name="Rectangle: Rounded Corners 19">
              <a:extLst>
                <a:ext uri="{FF2B5EF4-FFF2-40B4-BE49-F238E27FC236}">
                  <a16:creationId xmlns:a16="http://schemas.microsoft.com/office/drawing/2014/main" id="{DDA9B520-854E-59FA-8805-AB4401473D39}"/>
                </a:ext>
              </a:extLst>
            </p:cNvPr>
            <p:cNvSpPr/>
            <p:nvPr/>
          </p:nvSpPr>
          <p:spPr>
            <a:xfrm>
              <a:off x="1069910" y="2157451"/>
              <a:ext cx="2065175" cy="492443"/>
            </a:xfrm>
            <a:prstGeom prst="roundRect">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sz="1600" b="1" dirty="0">
                  <a:solidFill>
                    <a:schemeClr val="bg1"/>
                  </a:solidFill>
                </a:rPr>
                <a:t>Tool Integration</a:t>
              </a:r>
              <a:endParaRPr lang="en-GB" sz="1600" b="1" dirty="0">
                <a:solidFill>
                  <a:schemeClr val="bg1"/>
                </a:solidFill>
              </a:endParaRPr>
            </a:p>
          </p:txBody>
        </p:sp>
      </p:grpSp>
      <p:grpSp>
        <p:nvGrpSpPr>
          <p:cNvPr id="21" name="Group 20">
            <a:extLst>
              <a:ext uri="{FF2B5EF4-FFF2-40B4-BE49-F238E27FC236}">
                <a16:creationId xmlns:a16="http://schemas.microsoft.com/office/drawing/2014/main" id="{6D64912A-EEC1-8A18-64D7-4C631DB203DA}"/>
              </a:ext>
            </a:extLst>
          </p:cNvPr>
          <p:cNvGrpSpPr/>
          <p:nvPr/>
        </p:nvGrpSpPr>
        <p:grpSpPr>
          <a:xfrm>
            <a:off x="4418982" y="2384566"/>
            <a:ext cx="3453421" cy="3751313"/>
            <a:chOff x="771331" y="2157451"/>
            <a:chExt cx="2929812" cy="3447138"/>
          </a:xfrm>
        </p:grpSpPr>
        <p:sp>
          <p:nvSpPr>
            <p:cNvPr id="22" name="Freeform: Shape 21">
              <a:extLst>
                <a:ext uri="{FF2B5EF4-FFF2-40B4-BE49-F238E27FC236}">
                  <a16:creationId xmlns:a16="http://schemas.microsoft.com/office/drawing/2014/main" id="{3ADAE549-5051-440E-9DAE-A47865BDA67A}"/>
                </a:ext>
              </a:extLst>
            </p:cNvPr>
            <p:cNvSpPr/>
            <p:nvPr/>
          </p:nvSpPr>
          <p:spPr>
            <a:xfrm>
              <a:off x="771331" y="2388637"/>
              <a:ext cx="2929812" cy="3215952"/>
            </a:xfrm>
            <a:custGeom>
              <a:avLst/>
              <a:gdLst>
                <a:gd name="csX0" fmla="*/ 227060 w 2929812"/>
                <a:gd name="csY0" fmla="*/ 0 h 3215952"/>
                <a:gd name="csX1" fmla="*/ 298579 w 2929812"/>
                <a:gd name="csY1" fmla="*/ 0 h 3215952"/>
                <a:gd name="csX2" fmla="*/ 298579 w 2929812"/>
                <a:gd name="csY2" fmla="*/ 160522 h 3215952"/>
                <a:gd name="csX3" fmla="*/ 380654 w 2929812"/>
                <a:gd name="csY3" fmla="*/ 242597 h 3215952"/>
                <a:gd name="csX4" fmla="*/ 2281679 w 2929812"/>
                <a:gd name="csY4" fmla="*/ 242597 h 3215952"/>
                <a:gd name="csX5" fmla="*/ 2363754 w 2929812"/>
                <a:gd name="csY5" fmla="*/ 160522 h 3215952"/>
                <a:gd name="csX6" fmla="*/ 2363754 w 2929812"/>
                <a:gd name="csY6" fmla="*/ 0 h 3215952"/>
                <a:gd name="csX7" fmla="*/ 2702752 w 2929812"/>
                <a:gd name="csY7" fmla="*/ 0 h 3215952"/>
                <a:gd name="csX8" fmla="*/ 2929812 w 2929812"/>
                <a:gd name="csY8" fmla="*/ 227060 h 3215952"/>
                <a:gd name="csX9" fmla="*/ 2929812 w 2929812"/>
                <a:gd name="csY9" fmla="*/ 2988892 h 3215952"/>
                <a:gd name="csX10" fmla="*/ 2702752 w 2929812"/>
                <a:gd name="csY10" fmla="*/ 3215952 h 3215952"/>
                <a:gd name="csX11" fmla="*/ 227060 w 2929812"/>
                <a:gd name="csY11" fmla="*/ 3215952 h 3215952"/>
                <a:gd name="csX12" fmla="*/ 0 w 2929812"/>
                <a:gd name="csY12" fmla="*/ 2988892 h 3215952"/>
                <a:gd name="csX13" fmla="*/ 0 w 2929812"/>
                <a:gd name="csY13" fmla="*/ 227060 h 3215952"/>
                <a:gd name="csX14" fmla="*/ 227060 w 2929812"/>
                <a:gd name="csY14" fmla="*/ 0 h 32159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929812" h="3215952">
                  <a:moveTo>
                    <a:pt x="227060" y="0"/>
                  </a:moveTo>
                  <a:lnTo>
                    <a:pt x="298579" y="0"/>
                  </a:lnTo>
                  <a:lnTo>
                    <a:pt x="298579" y="160522"/>
                  </a:lnTo>
                  <a:cubicBezTo>
                    <a:pt x="298579" y="205851"/>
                    <a:pt x="335325" y="242597"/>
                    <a:pt x="380654" y="242597"/>
                  </a:cubicBezTo>
                  <a:lnTo>
                    <a:pt x="2281679" y="242597"/>
                  </a:lnTo>
                  <a:cubicBezTo>
                    <a:pt x="2327008" y="242597"/>
                    <a:pt x="2363754" y="205851"/>
                    <a:pt x="2363754" y="160522"/>
                  </a:cubicBezTo>
                  <a:lnTo>
                    <a:pt x="2363754" y="0"/>
                  </a:lnTo>
                  <a:lnTo>
                    <a:pt x="2702752" y="0"/>
                  </a:lnTo>
                  <a:cubicBezTo>
                    <a:pt x="2828154" y="0"/>
                    <a:pt x="2929812" y="101658"/>
                    <a:pt x="2929812" y="227060"/>
                  </a:cubicBezTo>
                  <a:lnTo>
                    <a:pt x="2929812" y="2988892"/>
                  </a:lnTo>
                  <a:cubicBezTo>
                    <a:pt x="2929812" y="3114294"/>
                    <a:pt x="2828154" y="3215952"/>
                    <a:pt x="2702752" y="3215952"/>
                  </a:cubicBezTo>
                  <a:lnTo>
                    <a:pt x="227060" y="3215952"/>
                  </a:lnTo>
                  <a:cubicBezTo>
                    <a:pt x="101658" y="3215952"/>
                    <a:pt x="0" y="3114294"/>
                    <a:pt x="0" y="2988892"/>
                  </a:cubicBezTo>
                  <a:lnTo>
                    <a:pt x="0" y="227060"/>
                  </a:lnTo>
                  <a:cubicBezTo>
                    <a:pt x="0" y="101658"/>
                    <a:pt x="101658" y="0"/>
                    <a:pt x="227060" y="0"/>
                  </a:cubicBezTo>
                  <a:close/>
                </a:path>
              </a:pathLst>
            </a:cu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wrap="square"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23" name="Rectangle: Rounded Corners 22">
              <a:extLst>
                <a:ext uri="{FF2B5EF4-FFF2-40B4-BE49-F238E27FC236}">
                  <a16:creationId xmlns:a16="http://schemas.microsoft.com/office/drawing/2014/main" id="{D68EF670-86E2-A33B-F780-6E4D43110CFE}"/>
                </a:ext>
              </a:extLst>
            </p:cNvPr>
            <p:cNvSpPr/>
            <p:nvPr/>
          </p:nvSpPr>
          <p:spPr>
            <a:xfrm>
              <a:off x="1069910" y="2157451"/>
              <a:ext cx="2065175" cy="492443"/>
            </a:xfrm>
            <a:prstGeom prst="roundRect">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sz="1600" b="1" dirty="0">
                  <a:solidFill>
                    <a:schemeClr val="bg1"/>
                  </a:solidFill>
                </a:rPr>
                <a:t>Scalability</a:t>
              </a:r>
              <a:endParaRPr lang="en-GB" sz="1600" b="1" dirty="0">
                <a:solidFill>
                  <a:schemeClr val="bg1"/>
                </a:solidFill>
              </a:endParaRPr>
            </a:p>
          </p:txBody>
        </p:sp>
      </p:grpSp>
      <p:sp>
        <p:nvSpPr>
          <p:cNvPr id="2" name="Rectangle 1">
            <a:extLst>
              <a:ext uri="{FF2B5EF4-FFF2-40B4-BE49-F238E27FC236}">
                <a16:creationId xmlns:a16="http://schemas.microsoft.com/office/drawing/2014/main" id="{53287DB4-0481-8BEC-30C1-84B19E21FDC9}"/>
              </a:ext>
            </a:extLst>
          </p:cNvPr>
          <p:cNvSpPr>
            <a:spLocks noChangeArrowheads="1"/>
          </p:cNvSpPr>
          <p:nvPr/>
        </p:nvSpPr>
        <p:spPr bwMode="auto">
          <a:xfrm>
            <a:off x="4491218" y="3159011"/>
            <a:ext cx="3308949" cy="2893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285750" indent="-285750" eaLnBrk="0" fontAlgn="base" hangingPunct="0">
              <a:spcBef>
                <a:spcPct val="0"/>
              </a:spcBef>
              <a:spcAft>
                <a:spcPct val="0"/>
              </a:spcAft>
              <a:buFont typeface="Arial" panose="020B0604020202020204" pitchFamily="34" charset="0"/>
              <a:buChar char="•"/>
            </a:pPr>
            <a:r>
              <a:rPr lang="en-US" altLang="en-US" sz="1400" dirty="0">
                <a:solidFill>
                  <a:schemeClr val="bg1"/>
                </a:solidFill>
              </a:rPr>
              <a:t>UTMs are the universal language of web analytics, any future software we add to our marketing technology stack will instantly understand our historical traffic data.</a:t>
            </a:r>
          </a:p>
          <a:p>
            <a:pPr marL="285750" indent="-285750" eaLnBrk="0" fontAlgn="base" hangingPunct="0">
              <a:spcBef>
                <a:spcPct val="0"/>
              </a:spcBef>
              <a:spcAft>
                <a:spcPct val="0"/>
              </a:spcAft>
              <a:buFont typeface="Arial" panose="020B0604020202020204" pitchFamily="34" charset="0"/>
              <a:buChar char="•"/>
            </a:pPr>
            <a:endParaRPr lang="en-US" altLang="en-US" sz="1400" dirty="0">
              <a:solidFill>
                <a:schemeClr val="bg1"/>
              </a:solidFill>
            </a:endParaRPr>
          </a:p>
          <a:p>
            <a:pPr marL="285750" indent="-285750" eaLnBrk="0" fontAlgn="base" hangingPunct="0">
              <a:spcBef>
                <a:spcPct val="0"/>
              </a:spcBef>
              <a:spcAft>
                <a:spcPct val="0"/>
              </a:spcAft>
              <a:buFont typeface="Arial" panose="020B0604020202020204" pitchFamily="34" charset="0"/>
              <a:buChar char="•"/>
            </a:pPr>
            <a:r>
              <a:rPr lang="en-US" altLang="en-US" sz="1400" dirty="0">
                <a:solidFill>
                  <a:schemeClr val="bg1"/>
                </a:solidFill>
              </a:rPr>
              <a:t>Allows external media partners, agencies, and global teams to seamlessly deliver standardized tracking URLs without needing custom training on Cisco-exclusive code frameworks.</a:t>
            </a:r>
          </a:p>
        </p:txBody>
      </p:sp>
      <p:sp>
        <p:nvSpPr>
          <p:cNvPr id="8" name="Rectangle 2">
            <a:extLst>
              <a:ext uri="{FF2B5EF4-FFF2-40B4-BE49-F238E27FC236}">
                <a16:creationId xmlns:a16="http://schemas.microsoft.com/office/drawing/2014/main" id="{48AA3757-AC73-F0D0-E8AA-D6B2CEE06DA1}"/>
              </a:ext>
            </a:extLst>
          </p:cNvPr>
          <p:cNvSpPr>
            <a:spLocks noChangeArrowheads="1"/>
          </p:cNvSpPr>
          <p:nvPr/>
        </p:nvSpPr>
        <p:spPr bwMode="auto">
          <a:xfrm>
            <a:off x="495469" y="3159011"/>
            <a:ext cx="3308950" cy="2893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285750" indent="-285750" eaLnBrk="0" fontAlgn="base" hangingPunct="0">
              <a:spcBef>
                <a:spcPct val="0"/>
              </a:spcBef>
              <a:spcAft>
                <a:spcPct val="0"/>
              </a:spcAft>
              <a:buFont typeface="Arial" panose="020B0604020202020204" pitchFamily="34" charset="0"/>
              <a:buChar char="•"/>
            </a:pPr>
            <a:r>
              <a:rPr lang="en-US" altLang="en-US" sz="1400" dirty="0">
                <a:solidFill>
                  <a:schemeClr val="bg1"/>
                </a:solidFill>
              </a:rPr>
              <a:t>Major analytics platform engines (like Adobe Analytics and Google Analytics) natively recognize UTM parameters without custom backend programming or data mapping scripts.</a:t>
            </a:r>
          </a:p>
          <a:p>
            <a:pPr marL="285750" indent="-285750" eaLnBrk="0" fontAlgn="base" hangingPunct="0">
              <a:spcBef>
                <a:spcPct val="0"/>
              </a:spcBef>
              <a:spcAft>
                <a:spcPct val="0"/>
              </a:spcAft>
              <a:buFont typeface="Arial" panose="020B0604020202020204" pitchFamily="34" charset="0"/>
              <a:buChar char="•"/>
            </a:pPr>
            <a:endParaRPr lang="en-US" altLang="en-US" sz="1400" dirty="0">
              <a:solidFill>
                <a:schemeClr val="bg1"/>
              </a:solidFill>
            </a:endParaRPr>
          </a:p>
          <a:p>
            <a:pPr marL="285750" indent="-285750" eaLnBrk="0" fontAlgn="base" hangingPunct="0">
              <a:spcBef>
                <a:spcPct val="0"/>
              </a:spcBef>
              <a:spcAft>
                <a:spcPct val="0"/>
              </a:spcAft>
              <a:buFont typeface="Arial" panose="020B0604020202020204" pitchFamily="34" charset="0"/>
              <a:buChar char="•"/>
            </a:pPr>
            <a:r>
              <a:rPr lang="en-US" altLang="en-US" sz="1400" dirty="0">
                <a:solidFill>
                  <a:schemeClr val="bg1"/>
                </a:solidFill>
              </a:rPr>
              <a:t>External ad networks, marketing automation platforms, and programmatic software easily pass and digest UTM strings natively, eliminating data drop-offs between our platforms.</a:t>
            </a:r>
          </a:p>
        </p:txBody>
      </p:sp>
    </p:spTree>
    <p:extLst>
      <p:ext uri="{BB962C8B-B14F-4D97-AF65-F5344CB8AC3E}">
        <p14:creationId xmlns:p14="http://schemas.microsoft.com/office/powerpoint/2010/main" val="31007705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EF1269-44DF-12CC-65B7-156E8037E71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D626D28-5D27-27FB-FF8A-393B189CC61F}"/>
              </a:ext>
            </a:extLst>
          </p:cNvPr>
          <p:cNvSpPr>
            <a:spLocks noGrp="1"/>
          </p:cNvSpPr>
          <p:nvPr>
            <p:ph type="title"/>
          </p:nvPr>
        </p:nvSpPr>
        <p:spPr/>
        <p:txBody>
          <a:bodyPr/>
          <a:lstStyle/>
          <a:p>
            <a:r>
              <a:rPr lang="en-US" dirty="0"/>
              <a:t>UTM Tracking ID Types</a:t>
            </a:r>
            <a:endParaRPr lang="en-GB" dirty="0"/>
          </a:p>
        </p:txBody>
      </p:sp>
      <p:cxnSp>
        <p:nvCxnSpPr>
          <p:cNvPr id="3" name="Straight Connector 2">
            <a:extLst>
              <a:ext uri="{FF2B5EF4-FFF2-40B4-BE49-F238E27FC236}">
                <a16:creationId xmlns:a16="http://schemas.microsoft.com/office/drawing/2014/main" id="{05CE855F-BE36-E424-2B31-E30F20BF446F}"/>
              </a:ext>
            </a:extLst>
          </p:cNvPr>
          <p:cNvCxnSpPr>
            <a:cxnSpLocks/>
          </p:cNvCxnSpPr>
          <p:nvPr/>
        </p:nvCxnSpPr>
        <p:spPr>
          <a:xfrm>
            <a:off x="12608" y="1694919"/>
            <a:ext cx="12192000" cy="0"/>
          </a:xfrm>
          <a:prstGeom prst="line">
            <a:avLst/>
          </a:prstGeom>
          <a:noFill/>
          <a:ln>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cxnSp>
        <p:nvCxnSpPr>
          <p:cNvPr id="28" name="Straight Connector 27">
            <a:extLst>
              <a:ext uri="{FF2B5EF4-FFF2-40B4-BE49-F238E27FC236}">
                <a16:creationId xmlns:a16="http://schemas.microsoft.com/office/drawing/2014/main" id="{B11A783E-D3EA-AF19-E41F-9D4FC9228614}"/>
              </a:ext>
            </a:extLst>
          </p:cNvPr>
          <p:cNvCxnSpPr>
            <a:cxnSpLocks/>
          </p:cNvCxnSpPr>
          <p:nvPr/>
        </p:nvCxnSpPr>
        <p:spPr>
          <a:xfrm>
            <a:off x="1652924" y="3141394"/>
            <a:ext cx="9692640" cy="0"/>
          </a:xfrm>
          <a:prstGeom prst="line">
            <a:avLst/>
          </a:prstGeom>
          <a:noFill/>
          <a:ln>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cxnSp>
        <p:nvCxnSpPr>
          <p:cNvPr id="29" name="Straight Connector 28">
            <a:extLst>
              <a:ext uri="{FF2B5EF4-FFF2-40B4-BE49-F238E27FC236}">
                <a16:creationId xmlns:a16="http://schemas.microsoft.com/office/drawing/2014/main" id="{BB6EFF29-6742-1498-1253-A439D76E30CB}"/>
              </a:ext>
            </a:extLst>
          </p:cNvPr>
          <p:cNvCxnSpPr>
            <a:cxnSpLocks/>
          </p:cNvCxnSpPr>
          <p:nvPr/>
        </p:nvCxnSpPr>
        <p:spPr>
          <a:xfrm>
            <a:off x="1652924" y="3974480"/>
            <a:ext cx="9692640" cy="0"/>
          </a:xfrm>
          <a:prstGeom prst="line">
            <a:avLst/>
          </a:prstGeom>
          <a:noFill/>
          <a:ln>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sp>
        <p:nvSpPr>
          <p:cNvPr id="30" name="TextBox 29">
            <a:extLst>
              <a:ext uri="{FF2B5EF4-FFF2-40B4-BE49-F238E27FC236}">
                <a16:creationId xmlns:a16="http://schemas.microsoft.com/office/drawing/2014/main" id="{7E5E03CC-5196-75F8-E956-50C2EC1E130A}"/>
              </a:ext>
            </a:extLst>
          </p:cNvPr>
          <p:cNvSpPr txBox="1"/>
          <p:nvPr/>
        </p:nvSpPr>
        <p:spPr>
          <a:xfrm>
            <a:off x="317539" y="3406658"/>
            <a:ext cx="1280160" cy="302558"/>
          </a:xfrm>
          <a:prstGeom prst="rect">
            <a:avLst/>
          </a:prstGeom>
          <a:noFill/>
        </p:spPr>
        <p:txBody>
          <a:bodyPr wrap="square" lIns="0" tIns="0" rIns="0" bIns="0" rtlCol="0">
            <a:noAutofit/>
          </a:bodyPr>
          <a:lstStyle/>
          <a:p>
            <a:pPr algn="l"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What it Does</a:t>
            </a:r>
            <a:endParaRPr lang="en-GB" sz="1600" kern="1200" dirty="0" err="1">
              <a:solidFill>
                <a:schemeClr val="bg1"/>
              </a:solidFill>
              <a:latin typeface="+mn-lt"/>
              <a:ea typeface="ＭＳ Ｐゴシック" charset="0"/>
            </a:endParaRPr>
          </a:p>
        </p:txBody>
      </p:sp>
      <p:sp>
        <p:nvSpPr>
          <p:cNvPr id="31" name="TextBox 30">
            <a:extLst>
              <a:ext uri="{FF2B5EF4-FFF2-40B4-BE49-F238E27FC236}">
                <a16:creationId xmlns:a16="http://schemas.microsoft.com/office/drawing/2014/main" id="{CF3A756C-EB5A-2819-441C-4AD66E9317A2}"/>
              </a:ext>
            </a:extLst>
          </p:cNvPr>
          <p:cNvSpPr txBox="1"/>
          <p:nvPr/>
        </p:nvSpPr>
        <p:spPr>
          <a:xfrm>
            <a:off x="317539" y="4754620"/>
            <a:ext cx="1280160" cy="301752"/>
          </a:xfrm>
          <a:prstGeom prst="rect">
            <a:avLst/>
          </a:prstGeom>
          <a:noFill/>
        </p:spPr>
        <p:txBody>
          <a:bodyPr wrap="square" lIns="0" tIns="0" rIns="0" bIns="0" rtlCol="0">
            <a:noAutofit/>
          </a:bodyPr>
          <a:lstStyle/>
          <a:p>
            <a:pPr algn="l"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Key Rules</a:t>
            </a:r>
            <a:endParaRPr lang="en-GB" sz="1600" kern="1200" dirty="0" err="1">
              <a:solidFill>
                <a:schemeClr val="bg1"/>
              </a:solidFill>
              <a:latin typeface="+mn-lt"/>
              <a:ea typeface="ＭＳ Ｐゴシック" charset="0"/>
            </a:endParaRPr>
          </a:p>
        </p:txBody>
      </p:sp>
      <p:sp>
        <p:nvSpPr>
          <p:cNvPr id="32" name="TextBox 31">
            <a:extLst>
              <a:ext uri="{FF2B5EF4-FFF2-40B4-BE49-F238E27FC236}">
                <a16:creationId xmlns:a16="http://schemas.microsoft.com/office/drawing/2014/main" id="{B704B4F7-C95A-8EAD-33AB-4F1E5D3FD8E8}"/>
              </a:ext>
            </a:extLst>
          </p:cNvPr>
          <p:cNvSpPr txBox="1"/>
          <p:nvPr/>
        </p:nvSpPr>
        <p:spPr>
          <a:xfrm>
            <a:off x="317539" y="5918709"/>
            <a:ext cx="1280160" cy="301752"/>
          </a:xfrm>
          <a:prstGeom prst="rect">
            <a:avLst/>
          </a:prstGeom>
          <a:noFill/>
        </p:spPr>
        <p:txBody>
          <a:bodyPr wrap="square" lIns="0" tIns="0" rIns="0" bIns="0" rtlCol="0">
            <a:noAutofit/>
          </a:bodyPr>
          <a:lstStyle/>
          <a:p>
            <a:pPr algn="l"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Example</a:t>
            </a:r>
            <a:endParaRPr lang="en-GB" sz="1600" kern="1200" dirty="0" err="1">
              <a:solidFill>
                <a:schemeClr val="bg1"/>
              </a:solidFill>
              <a:latin typeface="+mn-lt"/>
              <a:ea typeface="ＭＳ Ｐゴシック" charset="0"/>
            </a:endParaRPr>
          </a:p>
        </p:txBody>
      </p:sp>
      <p:cxnSp>
        <p:nvCxnSpPr>
          <p:cNvPr id="34" name="Straight Connector 33">
            <a:extLst>
              <a:ext uri="{FF2B5EF4-FFF2-40B4-BE49-F238E27FC236}">
                <a16:creationId xmlns:a16="http://schemas.microsoft.com/office/drawing/2014/main" id="{8A880D09-A89E-588B-EE28-F9A24DDD0793}"/>
              </a:ext>
            </a:extLst>
          </p:cNvPr>
          <p:cNvCxnSpPr>
            <a:cxnSpLocks/>
          </p:cNvCxnSpPr>
          <p:nvPr/>
        </p:nvCxnSpPr>
        <p:spPr>
          <a:xfrm>
            <a:off x="1652924" y="5793006"/>
            <a:ext cx="9692640" cy="0"/>
          </a:xfrm>
          <a:prstGeom prst="line">
            <a:avLst/>
          </a:prstGeom>
          <a:noFill/>
          <a:ln>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grpSp>
        <p:nvGrpSpPr>
          <p:cNvPr id="58" name="Group 57">
            <a:extLst>
              <a:ext uri="{FF2B5EF4-FFF2-40B4-BE49-F238E27FC236}">
                <a16:creationId xmlns:a16="http://schemas.microsoft.com/office/drawing/2014/main" id="{68A63F69-A6B6-DC92-726C-6DC704F6FF50}"/>
              </a:ext>
            </a:extLst>
          </p:cNvPr>
          <p:cNvGrpSpPr/>
          <p:nvPr/>
        </p:nvGrpSpPr>
        <p:grpSpPr>
          <a:xfrm>
            <a:off x="1797200" y="859000"/>
            <a:ext cx="2539848" cy="5333696"/>
            <a:chOff x="1797200" y="859000"/>
            <a:chExt cx="2539848" cy="5333696"/>
          </a:xfrm>
        </p:grpSpPr>
        <p:sp>
          <p:nvSpPr>
            <p:cNvPr id="6" name="TextBox 5">
              <a:extLst>
                <a:ext uri="{FF2B5EF4-FFF2-40B4-BE49-F238E27FC236}">
                  <a16:creationId xmlns:a16="http://schemas.microsoft.com/office/drawing/2014/main" id="{26084EF1-6AFB-5923-9E32-C751EB484835}"/>
                </a:ext>
              </a:extLst>
            </p:cNvPr>
            <p:cNvSpPr txBox="1"/>
            <p:nvPr>
              <p:custDataLst>
                <p:tags r:id="rId16"/>
              </p:custDataLst>
            </p:nvPr>
          </p:nvSpPr>
          <p:spPr>
            <a:xfrm>
              <a:off x="1797200" y="859000"/>
              <a:ext cx="2539848" cy="494379"/>
            </a:xfrm>
            <a:prstGeom prst="rect">
              <a:avLst/>
            </a:prstGeom>
            <a:noFill/>
          </p:spPr>
          <p:txBody>
            <a:bodyPr vert="horz" wrap="square" lIns="18288" tIns="18288" rIns="18288" bIns="18288" rtlCol="0" anchor="ctr">
              <a:normAutofit/>
            </a:bodyPr>
            <a:lstStyle>
              <a:defPPr>
                <a:defRPr lang="en-US"/>
              </a:defPPr>
              <a:lvl1pPr algn="l" defTabSz="609559" rtl="0" fontAlgn="base">
                <a:spcBef>
                  <a:spcPct val="0"/>
                </a:spcBef>
                <a:spcAft>
                  <a:spcPct val="0"/>
                </a:spcAft>
                <a:defRPr kern="1200">
                  <a:solidFill>
                    <a:schemeClr val="tx1"/>
                  </a:solidFill>
                  <a:latin typeface="Arial"/>
                  <a:ea typeface="ＭＳ Ｐゴシック" charset="0"/>
                  <a:cs typeface="ＭＳ Ｐゴシック" charset="0"/>
                </a:defRPr>
              </a:lvl1pPr>
              <a:lvl2pPr marL="609559" algn="l" defTabSz="609559" rtl="0" fontAlgn="base">
                <a:spcBef>
                  <a:spcPct val="0"/>
                </a:spcBef>
                <a:spcAft>
                  <a:spcPct val="0"/>
                </a:spcAft>
                <a:defRPr kern="1200">
                  <a:solidFill>
                    <a:schemeClr val="tx1"/>
                  </a:solidFill>
                  <a:latin typeface="Arial"/>
                  <a:ea typeface="ＭＳ Ｐゴシック" charset="0"/>
                  <a:cs typeface="ＭＳ Ｐゴシック" charset="0"/>
                </a:defRPr>
              </a:lvl2pPr>
              <a:lvl3pPr marL="1219119" algn="l" defTabSz="609559" rtl="0" fontAlgn="base">
                <a:spcBef>
                  <a:spcPct val="0"/>
                </a:spcBef>
                <a:spcAft>
                  <a:spcPct val="0"/>
                </a:spcAft>
                <a:defRPr kern="1200">
                  <a:solidFill>
                    <a:schemeClr val="tx1"/>
                  </a:solidFill>
                  <a:latin typeface="Arial"/>
                  <a:ea typeface="ＭＳ Ｐゴシック" charset="0"/>
                  <a:cs typeface="ＭＳ Ｐゴシック" charset="0"/>
                </a:defRPr>
              </a:lvl3pPr>
              <a:lvl4pPr marL="1828678" algn="l" defTabSz="609559" rtl="0" fontAlgn="base">
                <a:spcBef>
                  <a:spcPct val="0"/>
                </a:spcBef>
                <a:spcAft>
                  <a:spcPct val="0"/>
                </a:spcAft>
                <a:defRPr kern="1200">
                  <a:solidFill>
                    <a:schemeClr val="tx1"/>
                  </a:solidFill>
                  <a:latin typeface="Arial"/>
                  <a:ea typeface="ＭＳ Ｐゴシック" charset="0"/>
                  <a:cs typeface="ＭＳ Ｐゴシック" charset="0"/>
                </a:defRPr>
              </a:lvl4pPr>
              <a:lvl5pPr marL="2438238" algn="l" defTabSz="609559" rtl="0" fontAlgn="base">
                <a:spcBef>
                  <a:spcPct val="0"/>
                </a:spcBef>
                <a:spcAft>
                  <a:spcPct val="0"/>
                </a:spcAft>
                <a:defRPr kern="1200">
                  <a:solidFill>
                    <a:schemeClr val="tx1"/>
                  </a:solidFill>
                  <a:latin typeface="Arial"/>
                  <a:ea typeface="ＭＳ Ｐゴシック" charset="0"/>
                  <a:cs typeface="ＭＳ Ｐゴシック" charset="0"/>
                </a:defRPr>
              </a:lvl5pPr>
              <a:lvl6pPr marL="3047797" algn="l" defTabSz="609559" rtl="0" eaLnBrk="1" latinLnBrk="0" hangingPunct="1">
                <a:defRPr kern="1200">
                  <a:solidFill>
                    <a:schemeClr val="tx1"/>
                  </a:solidFill>
                  <a:latin typeface="Arial"/>
                  <a:ea typeface="ＭＳ Ｐゴシック" charset="0"/>
                  <a:cs typeface="ＭＳ Ｐゴシック" charset="0"/>
                </a:defRPr>
              </a:lvl6pPr>
              <a:lvl7pPr marL="3657357" algn="l" defTabSz="609559" rtl="0" eaLnBrk="1" latinLnBrk="0" hangingPunct="1">
                <a:defRPr kern="1200">
                  <a:solidFill>
                    <a:schemeClr val="tx1"/>
                  </a:solidFill>
                  <a:latin typeface="Arial"/>
                  <a:ea typeface="ＭＳ Ｐゴシック" charset="0"/>
                  <a:cs typeface="ＭＳ Ｐゴシック" charset="0"/>
                </a:defRPr>
              </a:lvl7pPr>
              <a:lvl8pPr marL="4266915" algn="l" defTabSz="609559" rtl="0" eaLnBrk="1" latinLnBrk="0" hangingPunct="1">
                <a:defRPr kern="1200">
                  <a:solidFill>
                    <a:schemeClr val="tx1"/>
                  </a:solidFill>
                  <a:latin typeface="Arial"/>
                  <a:ea typeface="ＭＳ Ｐゴシック" charset="0"/>
                  <a:cs typeface="ＭＳ Ｐゴシック" charset="0"/>
                </a:defRPr>
              </a:lvl8pPr>
              <a:lvl9pPr marL="4876475" algn="l" defTabSz="609559" rtl="0" eaLnBrk="1" latinLnBrk="0" hangingPunct="1">
                <a:defRPr kern="1200">
                  <a:solidFill>
                    <a:schemeClr val="tx1"/>
                  </a:solidFill>
                  <a:latin typeface="Arial"/>
                  <a:ea typeface="ＭＳ Ｐゴシック" charset="0"/>
                  <a:cs typeface="ＭＳ Ｐゴシック" charset="0"/>
                </a:defRPr>
              </a:lvl9pPr>
            </a:lstStyle>
            <a:p>
              <a:pPr marL="0" marR="0" lvl="0" indent="0" algn="ctr" defTabSz="609559" fontAlgn="base">
                <a:lnSpc>
                  <a:spcPct val="100000"/>
                </a:lnSpc>
                <a:spcBef>
                  <a:spcPct val="0"/>
                </a:spcBef>
                <a:spcAft>
                  <a:spcPct val="0"/>
                </a:spcAft>
                <a:buSzTx/>
                <a:buNone/>
              </a:pPr>
              <a:r>
                <a:rPr kumimoji="0" lang="en-IN" sz="1800" b="1" i="0" u="none" strike="noStrike" kern="1200" cap="none" spc="0" normalizeH="0" baseline="0" noProof="0" dirty="0">
                  <a:solidFill>
                    <a:srgbClr val="07182D"/>
                  </a:solidFill>
                  <a:uLnTx/>
                  <a:uFillTx/>
                  <a:latin typeface="CiscoSansTT" panose="020B0503020201020303" pitchFamily="34" charset="0"/>
                  <a:ea typeface="ＭＳ Ｐゴシック" charset="0"/>
                  <a:cs typeface="CiscoSansTT" panose="020B0503020201020303" pitchFamily="34" charset="0"/>
                  <a:sym typeface="Wingdings"/>
                </a:rPr>
                <a:t>UTM ID</a:t>
              </a:r>
            </a:p>
          </p:txBody>
        </p:sp>
        <p:grpSp>
          <p:nvGrpSpPr>
            <p:cNvPr id="22" name="Group 21">
              <a:extLst>
                <a:ext uri="{FF2B5EF4-FFF2-40B4-BE49-F238E27FC236}">
                  <a16:creationId xmlns:a16="http://schemas.microsoft.com/office/drawing/2014/main" id="{1DAFD86F-3A38-7E01-D993-91ABC9D4787B}"/>
                </a:ext>
              </a:extLst>
            </p:cNvPr>
            <p:cNvGrpSpPr/>
            <p:nvPr/>
          </p:nvGrpSpPr>
          <p:grpSpPr>
            <a:xfrm>
              <a:off x="2673958" y="1301754"/>
              <a:ext cx="786332" cy="786331"/>
              <a:chOff x="2401016" y="1237421"/>
              <a:chExt cx="786332" cy="786331"/>
            </a:xfrm>
          </p:grpSpPr>
          <p:sp>
            <p:nvSpPr>
              <p:cNvPr id="5" name="Shape1_20250523_195849">
                <a:extLst>
                  <a:ext uri="{FF2B5EF4-FFF2-40B4-BE49-F238E27FC236}">
                    <a16:creationId xmlns:a16="http://schemas.microsoft.com/office/drawing/2014/main" id="{F80B2C56-02DD-C8FC-C7EB-67537E9D901D}"/>
                  </a:ext>
                </a:extLst>
              </p:cNvPr>
              <p:cNvSpPr txBox="1">
                <a:spLocks noChangeAspect="1"/>
              </p:cNvSpPr>
              <p:nvPr>
                <p:custDataLst>
                  <p:tags r:id="rId19"/>
                </p:custDataLst>
              </p:nvPr>
            </p:nvSpPr>
            <p:spPr>
              <a:xfrm>
                <a:off x="2401016" y="1237421"/>
                <a:ext cx="786332" cy="786331"/>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en-US"/>
                </a:defPPr>
                <a:lvl1pPr algn="ctr">
                  <a:defRPr>
                    <a:solidFill>
                      <a:schemeClr val="bg1"/>
                    </a:solidFill>
                  </a:defRPr>
                </a:lvl1pPr>
                <a:lvl2pPr>
                  <a:defRPr>
                    <a:solidFill>
                      <a:srgbClr val="414244"/>
                    </a:solidFill>
                    <a:latin typeface="CiscoSansTT Light"/>
                    <a:ea typeface="ＭＳ Ｐゴシック" charset="0"/>
                    <a:cs typeface="ＭＳ Ｐゴシック" charset="0"/>
                  </a:defRPr>
                </a:lvl2pPr>
                <a:lvl3pPr>
                  <a:defRPr>
                    <a:solidFill>
                      <a:srgbClr val="414244"/>
                    </a:solidFill>
                    <a:latin typeface="CiscoSansTT Light"/>
                    <a:ea typeface="ＭＳ Ｐゴシック" charset="0"/>
                    <a:cs typeface="ＭＳ Ｐゴシック" charset="0"/>
                  </a:defRPr>
                </a:lvl3pPr>
                <a:lvl4pPr>
                  <a:defRPr>
                    <a:solidFill>
                      <a:srgbClr val="414244"/>
                    </a:solidFill>
                    <a:latin typeface="CiscoSansTT Light"/>
                    <a:ea typeface="ＭＳ Ｐゴシック" charset="0"/>
                    <a:cs typeface="ＭＳ Ｐゴシック" charset="0"/>
                  </a:defRPr>
                </a:lvl4pPr>
                <a:lvl5pPr>
                  <a:defRPr>
                    <a:solidFill>
                      <a:srgbClr val="414244"/>
                    </a:solidFill>
                    <a:latin typeface="CiscoSansTT Light"/>
                    <a:ea typeface="ＭＳ Ｐゴシック" charset="0"/>
                    <a:cs typeface="ＭＳ Ｐゴシック" charset="0"/>
                  </a:defRPr>
                </a:lvl5pPr>
                <a:lvl6pPr>
                  <a:defRPr>
                    <a:solidFill>
                      <a:srgbClr val="414244"/>
                    </a:solidFill>
                    <a:latin typeface="CiscoSansTT Light"/>
                    <a:ea typeface="ＭＳ Ｐゴシック" charset="0"/>
                    <a:cs typeface="ＭＳ Ｐゴシック" charset="0"/>
                  </a:defRPr>
                </a:lvl6pPr>
                <a:lvl7pPr>
                  <a:defRPr>
                    <a:solidFill>
                      <a:srgbClr val="414244"/>
                    </a:solidFill>
                    <a:latin typeface="CiscoSansTT Light"/>
                    <a:ea typeface="ＭＳ Ｐゴシック" charset="0"/>
                    <a:cs typeface="ＭＳ Ｐゴシック" charset="0"/>
                  </a:defRPr>
                </a:lvl7pPr>
                <a:lvl8pPr>
                  <a:defRPr>
                    <a:solidFill>
                      <a:srgbClr val="414244"/>
                    </a:solidFill>
                    <a:latin typeface="CiscoSansTT Light"/>
                    <a:ea typeface="ＭＳ Ｐゴシック" charset="0"/>
                    <a:cs typeface="ＭＳ Ｐゴシック" charset="0"/>
                  </a:defRPr>
                </a:lvl8pPr>
                <a:lvl9pPr>
                  <a:defRPr>
                    <a:solidFill>
                      <a:srgbClr val="414244"/>
                    </a:solidFill>
                    <a:latin typeface="CiscoSansTT Light"/>
                    <a:ea typeface="ＭＳ Ｐゴシック" charset="0"/>
                    <a:cs typeface="ＭＳ Ｐゴシック" charset="0"/>
                  </a:defRPr>
                </a:lvl9pPr>
              </a:lstStyle>
              <a:p>
                <a:r>
                  <a:rPr lang="en-IN" dirty="0">
                    <a:sym typeface="Arial"/>
                  </a:rPr>
                  <a:t> </a:t>
                </a:r>
                <a:endParaRPr dirty="0">
                  <a:sym typeface="Arial"/>
                </a:endParaRPr>
              </a:p>
            </p:txBody>
          </p:sp>
          <p:pic>
            <p:nvPicPr>
              <p:cNvPr id="8" name="dark1" descr="New with solid fill">
                <a:extLst>
                  <a:ext uri="{FF2B5EF4-FFF2-40B4-BE49-F238E27FC236}">
                    <a16:creationId xmlns:a16="http://schemas.microsoft.com/office/drawing/2014/main" id="{F30E639A-423B-5BAA-10C9-FD6B8CEBFF5A}"/>
                  </a:ext>
                </a:extLst>
              </p:cNvPr>
              <p:cNvPicPr>
                <a:picLocks noChangeAspect="1"/>
              </p:cNvPicPr>
              <p:nvPr>
                <p:custDataLst>
                  <p:tags r:id="rId20"/>
                </p:custDataLst>
              </p:nvPr>
            </p:nvPicPr>
            <p:blipFill>
              <a:blip>
                <a:extLst>
                  <a:ext uri="{96DAC541-7B7A-43D3-8B79-37D633B846F1}">
                    <asvg:svgBlip xmlns:asvg="http://schemas.microsoft.com/office/drawing/2016/SVG/main" r:embed="rId23"/>
                  </a:ext>
                </a:extLst>
              </a:blip>
              <a:srcRect/>
              <a:stretch/>
            </p:blipFill>
            <p:spPr>
              <a:xfrm>
                <a:off x="2517484" y="1353888"/>
                <a:ext cx="553396" cy="553396"/>
              </a:xfrm>
              <a:prstGeom prst="rect">
                <a:avLst/>
              </a:prstGeom>
            </p:spPr>
          </p:pic>
        </p:grpSp>
        <p:sp>
          <p:nvSpPr>
            <p:cNvPr id="7" name="TextBox 6">
              <a:extLst>
                <a:ext uri="{FF2B5EF4-FFF2-40B4-BE49-F238E27FC236}">
                  <a16:creationId xmlns:a16="http://schemas.microsoft.com/office/drawing/2014/main" id="{D1AEC349-1BDC-9000-D77A-D0E138153BDB}"/>
                </a:ext>
              </a:extLst>
            </p:cNvPr>
            <p:cNvSpPr txBox="1"/>
            <p:nvPr>
              <p:custDataLst>
                <p:tags r:id="rId17"/>
              </p:custDataLst>
            </p:nvPr>
          </p:nvSpPr>
          <p:spPr>
            <a:xfrm>
              <a:off x="2007383" y="2164437"/>
              <a:ext cx="2119483" cy="698476"/>
            </a:xfrm>
            <a:prstGeom prst="rect">
              <a:avLst/>
            </a:prstGeom>
            <a:noFill/>
          </p:spPr>
          <p:txBody>
            <a:bodyPr vert="horz" wrap="square" lIns="18288" tIns="18288" rIns="18288" bIns="18288" rtlCol="0" anchor="t">
              <a:noAutofit/>
            </a:bodyPr>
            <a:lstStyle>
              <a:defPPr>
                <a:defRPr lang="en-US"/>
              </a:defPPr>
              <a:lvl1pPr lvl="0" algn="ctr" defTabSz="609559" fontAlgn="base">
                <a:spcBef>
                  <a:spcPct val="0"/>
                </a:spcBef>
                <a:spcAft>
                  <a:spcPct val="0"/>
                </a:spcAft>
                <a:defRPr sz="1200">
                  <a:solidFill>
                    <a:schemeClr val="bg1"/>
                  </a:solidFill>
                  <a:ea typeface="ＭＳ Ｐゴシック" charset="0"/>
                  <a:cs typeface="ＭＳ Ｐゴシック" charset="0"/>
                </a:defRPr>
              </a:lvl1pPr>
              <a:lvl2pPr marL="609559" defTabSz="609559" fontAlgn="base">
                <a:spcBef>
                  <a:spcPct val="0"/>
                </a:spcBef>
                <a:spcAft>
                  <a:spcPct val="0"/>
                </a:spcAft>
                <a:defRPr>
                  <a:latin typeface="Arial"/>
                  <a:ea typeface="ＭＳ Ｐゴシック" charset="0"/>
                  <a:cs typeface="ＭＳ Ｐゴシック" charset="0"/>
                </a:defRPr>
              </a:lvl2pPr>
              <a:lvl3pPr marL="1219119" defTabSz="609559" fontAlgn="base">
                <a:spcBef>
                  <a:spcPct val="0"/>
                </a:spcBef>
                <a:spcAft>
                  <a:spcPct val="0"/>
                </a:spcAft>
                <a:defRPr>
                  <a:latin typeface="Arial"/>
                  <a:ea typeface="ＭＳ Ｐゴシック" charset="0"/>
                  <a:cs typeface="ＭＳ Ｐゴシック" charset="0"/>
                </a:defRPr>
              </a:lvl3pPr>
              <a:lvl4pPr marL="1828678" defTabSz="609559" fontAlgn="base">
                <a:spcBef>
                  <a:spcPct val="0"/>
                </a:spcBef>
                <a:spcAft>
                  <a:spcPct val="0"/>
                </a:spcAft>
                <a:defRPr>
                  <a:latin typeface="Arial"/>
                  <a:ea typeface="ＭＳ Ｐゴシック" charset="0"/>
                  <a:cs typeface="ＭＳ Ｐゴシック" charset="0"/>
                </a:defRPr>
              </a:lvl4pPr>
              <a:lvl5pPr marL="2438238" defTabSz="609559" fontAlgn="base">
                <a:spcBef>
                  <a:spcPct val="0"/>
                </a:spcBef>
                <a:spcAft>
                  <a:spcPct val="0"/>
                </a:spcAft>
                <a:defRPr>
                  <a:latin typeface="Arial"/>
                  <a:ea typeface="ＭＳ Ｐゴシック" charset="0"/>
                  <a:cs typeface="ＭＳ Ｐゴシック" charset="0"/>
                </a:defRPr>
              </a:lvl5pPr>
              <a:lvl6pPr marL="3047797" defTabSz="609559">
                <a:defRPr>
                  <a:latin typeface="Arial"/>
                  <a:ea typeface="ＭＳ Ｐゴシック" charset="0"/>
                  <a:cs typeface="ＭＳ Ｐゴシック" charset="0"/>
                </a:defRPr>
              </a:lvl6pPr>
              <a:lvl7pPr marL="3657357" defTabSz="609559">
                <a:defRPr>
                  <a:latin typeface="Arial"/>
                  <a:ea typeface="ＭＳ Ｐゴシック" charset="0"/>
                  <a:cs typeface="ＭＳ Ｐゴシック" charset="0"/>
                </a:defRPr>
              </a:lvl7pPr>
              <a:lvl8pPr marL="4266915" defTabSz="609559">
                <a:defRPr>
                  <a:latin typeface="Arial"/>
                  <a:ea typeface="ＭＳ Ｐゴシック" charset="0"/>
                  <a:cs typeface="ＭＳ Ｐゴシック" charset="0"/>
                </a:defRPr>
              </a:lvl8pPr>
              <a:lvl9pPr marL="4876475" defTabSz="609559">
                <a:defRPr>
                  <a:latin typeface="Arial"/>
                  <a:ea typeface="ＭＳ Ｐゴシック" charset="0"/>
                  <a:cs typeface="ＭＳ Ｐゴシック" charset="0"/>
                </a:defRPr>
              </a:lvl9pPr>
            </a:lstStyle>
            <a:p>
              <a:r>
                <a:rPr lang="en-GB" dirty="0"/>
                <a:t>The </a:t>
              </a:r>
              <a:r>
                <a:rPr lang="en-GB" b="1" dirty="0" err="1"/>
                <a:t>utm_id</a:t>
              </a:r>
              <a:r>
                <a:rPr lang="en-GB" b="1" dirty="0"/>
                <a:t> </a:t>
              </a:r>
              <a:r>
                <a:rPr lang="en-GB" dirty="0"/>
                <a:t>captures a universal identification key that carries pertinent data attributes into reporting tools. </a:t>
              </a:r>
              <a:endParaRPr lang="en-IN" dirty="0">
                <a:sym typeface="Wingdings"/>
              </a:endParaRPr>
            </a:p>
          </p:txBody>
        </p:sp>
        <p:sp>
          <p:nvSpPr>
            <p:cNvPr id="19" name="TextBox 18">
              <a:extLst>
                <a:ext uri="{FF2B5EF4-FFF2-40B4-BE49-F238E27FC236}">
                  <a16:creationId xmlns:a16="http://schemas.microsoft.com/office/drawing/2014/main" id="{C172B410-3C42-4365-B331-E7A0AF89E9E2}"/>
                </a:ext>
              </a:extLst>
            </p:cNvPr>
            <p:cNvSpPr txBox="1"/>
            <p:nvPr>
              <p:custDataLst>
                <p:tags r:id="rId18"/>
              </p:custDataLst>
            </p:nvPr>
          </p:nvSpPr>
          <p:spPr>
            <a:xfrm>
              <a:off x="2006420" y="3192177"/>
              <a:ext cx="2121408" cy="731520"/>
            </a:xfrm>
            <a:prstGeom prst="rect">
              <a:avLst/>
            </a:prstGeom>
            <a:noFill/>
          </p:spPr>
          <p:txBody>
            <a:bodyPr vert="horz" wrap="square" lIns="18288" tIns="18288" rIns="18288" bIns="18288" rtlCol="0" anchor="ctr">
              <a:normAutofit/>
            </a:bodyPr>
            <a:lstStyle>
              <a:defPPr>
                <a:defRPr lang="en-US"/>
              </a:defPPr>
              <a:lvl1pPr lvl="0" algn="ctr" defTabSz="609559" fontAlgn="base">
                <a:spcBef>
                  <a:spcPct val="0"/>
                </a:spcBef>
                <a:spcAft>
                  <a:spcPct val="0"/>
                </a:spcAft>
                <a:defRPr sz="1200">
                  <a:solidFill>
                    <a:schemeClr val="bg1"/>
                  </a:solidFill>
                  <a:ea typeface="ＭＳ Ｐゴシック" charset="0"/>
                  <a:cs typeface="ＭＳ Ｐゴシック" charset="0"/>
                </a:defRPr>
              </a:lvl1pPr>
              <a:lvl2pPr marL="609559" defTabSz="609559" fontAlgn="base">
                <a:spcBef>
                  <a:spcPct val="0"/>
                </a:spcBef>
                <a:spcAft>
                  <a:spcPct val="0"/>
                </a:spcAft>
                <a:defRPr>
                  <a:latin typeface="Arial"/>
                  <a:ea typeface="ＭＳ Ｐゴシック" charset="0"/>
                  <a:cs typeface="ＭＳ Ｐゴシック" charset="0"/>
                </a:defRPr>
              </a:lvl2pPr>
              <a:lvl3pPr marL="1219119" defTabSz="609559" fontAlgn="base">
                <a:spcBef>
                  <a:spcPct val="0"/>
                </a:spcBef>
                <a:spcAft>
                  <a:spcPct val="0"/>
                </a:spcAft>
                <a:defRPr>
                  <a:latin typeface="Arial"/>
                  <a:ea typeface="ＭＳ Ｐゴシック" charset="0"/>
                  <a:cs typeface="ＭＳ Ｐゴシック" charset="0"/>
                </a:defRPr>
              </a:lvl3pPr>
              <a:lvl4pPr marL="1828678" defTabSz="609559" fontAlgn="base">
                <a:spcBef>
                  <a:spcPct val="0"/>
                </a:spcBef>
                <a:spcAft>
                  <a:spcPct val="0"/>
                </a:spcAft>
                <a:defRPr>
                  <a:latin typeface="Arial"/>
                  <a:ea typeface="ＭＳ Ｐゴシック" charset="0"/>
                  <a:cs typeface="ＭＳ Ｐゴシック" charset="0"/>
                </a:defRPr>
              </a:lvl4pPr>
              <a:lvl5pPr marL="2438238" defTabSz="609559" fontAlgn="base">
                <a:spcBef>
                  <a:spcPct val="0"/>
                </a:spcBef>
                <a:spcAft>
                  <a:spcPct val="0"/>
                </a:spcAft>
                <a:defRPr>
                  <a:latin typeface="Arial"/>
                  <a:ea typeface="ＭＳ Ｐゴシック" charset="0"/>
                  <a:cs typeface="ＭＳ Ｐゴシック" charset="0"/>
                </a:defRPr>
              </a:lvl5pPr>
              <a:lvl6pPr marL="3047797" defTabSz="609559">
                <a:defRPr>
                  <a:latin typeface="Arial"/>
                  <a:ea typeface="ＭＳ Ｐゴシック" charset="0"/>
                  <a:cs typeface="ＭＳ Ｐゴシック" charset="0"/>
                </a:defRPr>
              </a:lvl6pPr>
              <a:lvl7pPr marL="3657357" defTabSz="609559">
                <a:defRPr>
                  <a:latin typeface="Arial"/>
                  <a:ea typeface="ＭＳ Ｐゴシック" charset="0"/>
                  <a:cs typeface="ＭＳ Ｐゴシック" charset="0"/>
                </a:defRPr>
              </a:lvl7pPr>
              <a:lvl8pPr marL="4266915" defTabSz="609559">
                <a:defRPr>
                  <a:latin typeface="Arial"/>
                  <a:ea typeface="ＭＳ Ｐゴシック" charset="0"/>
                  <a:cs typeface="ＭＳ Ｐゴシック" charset="0"/>
                </a:defRPr>
              </a:lvl8pPr>
              <a:lvl9pPr marL="4876475" defTabSz="609559">
                <a:defRPr>
                  <a:latin typeface="Arial"/>
                  <a:ea typeface="ＭＳ Ｐゴシック" charset="0"/>
                  <a:cs typeface="ＭＳ Ｐゴシック" charset="0"/>
                </a:defRPr>
              </a:lvl9pPr>
            </a:lstStyle>
            <a:p>
              <a:r>
                <a:rPr lang="en-GB" sz="1000" dirty="0"/>
                <a:t>Passes the unique tracking string into the analytics platform to bridge digital traffic data with campaign attribution systems. </a:t>
              </a:r>
              <a:endParaRPr lang="en-IN" sz="1000" dirty="0">
                <a:sym typeface="Wingdings"/>
              </a:endParaRPr>
            </a:p>
          </p:txBody>
        </p:sp>
        <p:sp>
          <p:nvSpPr>
            <p:cNvPr id="39" name="Rectangle 3">
              <a:extLst>
                <a:ext uri="{FF2B5EF4-FFF2-40B4-BE49-F238E27FC236}">
                  <a16:creationId xmlns:a16="http://schemas.microsoft.com/office/drawing/2014/main" id="{2C5BF3AB-CC21-BB40-EAD4-A97A166B4C56}"/>
                </a:ext>
              </a:extLst>
            </p:cNvPr>
            <p:cNvSpPr>
              <a:spLocks noChangeArrowheads="1"/>
            </p:cNvSpPr>
            <p:nvPr/>
          </p:nvSpPr>
          <p:spPr bwMode="auto">
            <a:xfrm>
              <a:off x="2006420" y="4002087"/>
              <a:ext cx="2121408" cy="1479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eaLnBrk="0" fontAlgn="base" hangingPunct="0">
                <a:spcBef>
                  <a:spcPct val="0"/>
                </a:spcBef>
                <a:spcAft>
                  <a:spcPct val="0"/>
                </a:spcAft>
              </a:pPr>
              <a:r>
                <a:rPr lang="en-GB" sz="1000" b="1" dirty="0">
                  <a:solidFill>
                    <a:schemeClr val="bg1"/>
                  </a:solidFill>
                </a:rPr>
                <a:t>System Alignment: </a:t>
              </a:r>
              <a:r>
                <a:rPr lang="en-GB" sz="1000" dirty="0">
                  <a:solidFill>
                    <a:schemeClr val="bg1"/>
                  </a:solidFill>
                </a:rPr>
                <a:t>Must equal the </a:t>
              </a:r>
              <a:r>
                <a:rPr lang="en-GB" sz="1000" dirty="0" err="1">
                  <a:solidFill>
                    <a:schemeClr val="bg1"/>
                  </a:solidFill>
                </a:rPr>
                <a:t>ccid</a:t>
              </a:r>
              <a:r>
                <a:rPr lang="en-GB" sz="1000" dirty="0">
                  <a:solidFill>
                    <a:schemeClr val="bg1"/>
                  </a:solidFill>
                </a:rPr>
                <a:t> value exactly—they are the same underlying identifier passed in two separate ways on the URL string.</a:t>
              </a:r>
            </a:p>
            <a:p>
              <a:pPr eaLnBrk="0" fontAlgn="base" hangingPunct="0">
                <a:spcBef>
                  <a:spcPct val="0"/>
                </a:spcBef>
                <a:spcAft>
                  <a:spcPct val="0"/>
                </a:spcAft>
              </a:pPr>
              <a:r>
                <a:rPr lang="en-GB" sz="1000" b="1" dirty="0">
                  <a:solidFill>
                    <a:schemeClr val="bg1"/>
                  </a:solidFill>
                </a:rPr>
                <a:t>Global Formatting: </a:t>
              </a:r>
              <a:r>
                <a:rPr lang="en-GB" sz="1000" dirty="0">
                  <a:solidFill>
                    <a:schemeClr val="bg1"/>
                  </a:solidFill>
                </a:rPr>
                <a:t>Must always be lowercase and use hyphens instead of spaces if any text elements are ever included.</a:t>
              </a:r>
              <a:endParaRPr lang="en-US" altLang="en-US" sz="1000" dirty="0">
                <a:solidFill>
                  <a:schemeClr val="bg1"/>
                </a:solidFill>
              </a:endParaRPr>
            </a:p>
          </p:txBody>
        </p:sp>
        <p:sp>
          <p:nvSpPr>
            <p:cNvPr id="44" name="TextBox 43">
              <a:extLst>
                <a:ext uri="{FF2B5EF4-FFF2-40B4-BE49-F238E27FC236}">
                  <a16:creationId xmlns:a16="http://schemas.microsoft.com/office/drawing/2014/main" id="{6CFD4144-029C-9CC1-37F1-286537EEB263}"/>
                </a:ext>
              </a:extLst>
            </p:cNvPr>
            <p:cNvSpPr txBox="1"/>
            <p:nvPr/>
          </p:nvSpPr>
          <p:spPr>
            <a:xfrm>
              <a:off x="2006420" y="5946475"/>
              <a:ext cx="2121408"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defPPr>
                <a:defRPr lang="en-US"/>
              </a:defPPr>
              <a:lvl1pPr eaLnBrk="0" fontAlgn="base" hangingPunct="0">
                <a:spcBef>
                  <a:spcPct val="0"/>
                </a:spcBef>
                <a:spcAft>
                  <a:spcPct val="0"/>
                </a:spcAft>
                <a:defRPr sz="1000" b="1">
                  <a:solidFill>
                    <a:schemeClr val="accent2"/>
                  </a:solidFill>
                </a:defRPr>
              </a:lvl1pPr>
            </a:lstStyle>
            <a:p>
              <a:r>
                <a:rPr lang="en-GB" dirty="0" err="1"/>
                <a:t>utm_id</a:t>
              </a:r>
              <a:r>
                <a:rPr lang="en-GB" dirty="0"/>
                <a:t>=cc008317 (where </a:t>
              </a:r>
              <a:r>
                <a:rPr lang="en-GB" dirty="0" err="1"/>
                <a:t>ccid</a:t>
              </a:r>
              <a:r>
                <a:rPr lang="en-GB" dirty="0"/>
                <a:t>=cc008317)</a:t>
              </a:r>
            </a:p>
          </p:txBody>
        </p:sp>
      </p:grpSp>
      <p:grpSp>
        <p:nvGrpSpPr>
          <p:cNvPr id="57" name="Group 56">
            <a:extLst>
              <a:ext uri="{FF2B5EF4-FFF2-40B4-BE49-F238E27FC236}">
                <a16:creationId xmlns:a16="http://schemas.microsoft.com/office/drawing/2014/main" id="{C636A43D-CB57-3369-10CB-274608AA662F}"/>
              </a:ext>
            </a:extLst>
          </p:cNvPr>
          <p:cNvGrpSpPr/>
          <p:nvPr/>
        </p:nvGrpSpPr>
        <p:grpSpPr>
          <a:xfrm>
            <a:off x="4273331" y="859000"/>
            <a:ext cx="2539848" cy="5333696"/>
            <a:chOff x="4273332" y="859000"/>
            <a:chExt cx="2539848" cy="5333696"/>
          </a:xfrm>
        </p:grpSpPr>
        <p:sp>
          <p:nvSpPr>
            <p:cNvPr id="11" name="TextBox 10">
              <a:extLst>
                <a:ext uri="{FF2B5EF4-FFF2-40B4-BE49-F238E27FC236}">
                  <a16:creationId xmlns:a16="http://schemas.microsoft.com/office/drawing/2014/main" id="{2A7B1D9F-FADC-9EDD-1DAB-3FBBE1E570AF}"/>
                </a:ext>
              </a:extLst>
            </p:cNvPr>
            <p:cNvSpPr txBox="1"/>
            <p:nvPr>
              <p:custDataLst>
                <p:tags r:id="rId11"/>
              </p:custDataLst>
            </p:nvPr>
          </p:nvSpPr>
          <p:spPr>
            <a:xfrm>
              <a:off x="4273332" y="859000"/>
              <a:ext cx="2539848" cy="494379"/>
            </a:xfrm>
            <a:prstGeom prst="rect">
              <a:avLst/>
            </a:prstGeom>
            <a:noFill/>
          </p:spPr>
          <p:txBody>
            <a:bodyPr vert="horz" wrap="square" lIns="18288" tIns="18288" rIns="18288" bIns="18288" rtlCol="0" anchor="ctr">
              <a:normAutofit/>
            </a:bodyPr>
            <a:lstStyle>
              <a:defPPr>
                <a:defRPr lang="en-US"/>
              </a:defPPr>
              <a:lvl1pPr algn="l" defTabSz="609559" rtl="0" fontAlgn="base">
                <a:spcBef>
                  <a:spcPct val="0"/>
                </a:spcBef>
                <a:spcAft>
                  <a:spcPct val="0"/>
                </a:spcAft>
                <a:defRPr kern="1200">
                  <a:solidFill>
                    <a:schemeClr val="tx1"/>
                  </a:solidFill>
                  <a:latin typeface="Arial"/>
                  <a:ea typeface="ＭＳ Ｐゴシック" charset="0"/>
                  <a:cs typeface="ＭＳ Ｐゴシック" charset="0"/>
                </a:defRPr>
              </a:lvl1pPr>
              <a:lvl2pPr marL="609559" algn="l" defTabSz="609559" rtl="0" fontAlgn="base">
                <a:spcBef>
                  <a:spcPct val="0"/>
                </a:spcBef>
                <a:spcAft>
                  <a:spcPct val="0"/>
                </a:spcAft>
                <a:defRPr kern="1200">
                  <a:solidFill>
                    <a:schemeClr val="tx1"/>
                  </a:solidFill>
                  <a:latin typeface="Arial"/>
                  <a:ea typeface="ＭＳ Ｐゴシック" charset="0"/>
                  <a:cs typeface="ＭＳ Ｐゴシック" charset="0"/>
                </a:defRPr>
              </a:lvl2pPr>
              <a:lvl3pPr marL="1219119" algn="l" defTabSz="609559" rtl="0" fontAlgn="base">
                <a:spcBef>
                  <a:spcPct val="0"/>
                </a:spcBef>
                <a:spcAft>
                  <a:spcPct val="0"/>
                </a:spcAft>
                <a:defRPr kern="1200">
                  <a:solidFill>
                    <a:schemeClr val="tx1"/>
                  </a:solidFill>
                  <a:latin typeface="Arial"/>
                  <a:ea typeface="ＭＳ Ｐゴシック" charset="0"/>
                  <a:cs typeface="ＭＳ Ｐゴシック" charset="0"/>
                </a:defRPr>
              </a:lvl3pPr>
              <a:lvl4pPr marL="1828678" algn="l" defTabSz="609559" rtl="0" fontAlgn="base">
                <a:spcBef>
                  <a:spcPct val="0"/>
                </a:spcBef>
                <a:spcAft>
                  <a:spcPct val="0"/>
                </a:spcAft>
                <a:defRPr kern="1200">
                  <a:solidFill>
                    <a:schemeClr val="tx1"/>
                  </a:solidFill>
                  <a:latin typeface="Arial"/>
                  <a:ea typeface="ＭＳ Ｐゴシック" charset="0"/>
                  <a:cs typeface="ＭＳ Ｐゴシック" charset="0"/>
                </a:defRPr>
              </a:lvl4pPr>
              <a:lvl5pPr marL="2438238" algn="l" defTabSz="609559" rtl="0" fontAlgn="base">
                <a:spcBef>
                  <a:spcPct val="0"/>
                </a:spcBef>
                <a:spcAft>
                  <a:spcPct val="0"/>
                </a:spcAft>
                <a:defRPr kern="1200">
                  <a:solidFill>
                    <a:schemeClr val="tx1"/>
                  </a:solidFill>
                  <a:latin typeface="Arial"/>
                  <a:ea typeface="ＭＳ Ｐゴシック" charset="0"/>
                  <a:cs typeface="ＭＳ Ｐゴシック" charset="0"/>
                </a:defRPr>
              </a:lvl5pPr>
              <a:lvl6pPr marL="3047797" algn="l" defTabSz="609559" rtl="0" eaLnBrk="1" latinLnBrk="0" hangingPunct="1">
                <a:defRPr kern="1200">
                  <a:solidFill>
                    <a:schemeClr val="tx1"/>
                  </a:solidFill>
                  <a:latin typeface="Arial"/>
                  <a:ea typeface="ＭＳ Ｐゴシック" charset="0"/>
                  <a:cs typeface="ＭＳ Ｐゴシック" charset="0"/>
                </a:defRPr>
              </a:lvl6pPr>
              <a:lvl7pPr marL="3657357" algn="l" defTabSz="609559" rtl="0" eaLnBrk="1" latinLnBrk="0" hangingPunct="1">
                <a:defRPr kern="1200">
                  <a:solidFill>
                    <a:schemeClr val="tx1"/>
                  </a:solidFill>
                  <a:latin typeface="Arial"/>
                  <a:ea typeface="ＭＳ Ｐゴシック" charset="0"/>
                  <a:cs typeface="ＭＳ Ｐゴシック" charset="0"/>
                </a:defRPr>
              </a:lvl7pPr>
              <a:lvl8pPr marL="4266915" algn="l" defTabSz="609559" rtl="0" eaLnBrk="1" latinLnBrk="0" hangingPunct="1">
                <a:defRPr kern="1200">
                  <a:solidFill>
                    <a:schemeClr val="tx1"/>
                  </a:solidFill>
                  <a:latin typeface="Arial"/>
                  <a:ea typeface="ＭＳ Ｐゴシック" charset="0"/>
                  <a:cs typeface="ＭＳ Ｐゴシック" charset="0"/>
                </a:defRPr>
              </a:lvl8pPr>
              <a:lvl9pPr marL="4876475" algn="l" defTabSz="609559" rtl="0" eaLnBrk="1" latinLnBrk="0" hangingPunct="1">
                <a:defRPr kern="1200">
                  <a:solidFill>
                    <a:schemeClr val="tx1"/>
                  </a:solidFill>
                  <a:latin typeface="Arial"/>
                  <a:ea typeface="ＭＳ Ｐゴシック" charset="0"/>
                  <a:cs typeface="ＭＳ Ｐゴシック" charset="0"/>
                </a:defRPr>
              </a:lvl9pPr>
            </a:lstStyle>
            <a:p>
              <a:pPr marL="0" marR="0" lvl="0" indent="0" algn="ctr" defTabSz="609559" fontAlgn="base">
                <a:lnSpc>
                  <a:spcPct val="100000"/>
                </a:lnSpc>
                <a:spcBef>
                  <a:spcPct val="0"/>
                </a:spcBef>
                <a:spcAft>
                  <a:spcPct val="0"/>
                </a:spcAft>
                <a:buSzTx/>
                <a:buNone/>
              </a:pPr>
              <a:r>
                <a:rPr kumimoji="0" lang="en-IN" sz="1800" b="1" i="0" u="none" strike="noStrike" kern="1200" cap="none" spc="0" normalizeH="0" baseline="0" noProof="0" dirty="0">
                  <a:solidFill>
                    <a:srgbClr val="07182D"/>
                  </a:solidFill>
                  <a:uLnTx/>
                  <a:uFillTx/>
                  <a:latin typeface="CiscoSansTT" panose="020B0503020201020303" pitchFamily="34" charset="0"/>
                  <a:ea typeface="ＭＳ Ｐゴシック" charset="0"/>
                  <a:cs typeface="CiscoSansTT" panose="020B0503020201020303" pitchFamily="34" charset="0"/>
                  <a:sym typeface="Wingdings"/>
                </a:rPr>
                <a:t>UTM_MEDIUM</a:t>
              </a:r>
            </a:p>
          </p:txBody>
        </p:sp>
        <p:grpSp>
          <p:nvGrpSpPr>
            <p:cNvPr id="23" name="Group 22">
              <a:extLst>
                <a:ext uri="{FF2B5EF4-FFF2-40B4-BE49-F238E27FC236}">
                  <a16:creationId xmlns:a16="http://schemas.microsoft.com/office/drawing/2014/main" id="{0A6EBAEB-D096-1B43-86D5-C25F8D78ED21}"/>
                </a:ext>
              </a:extLst>
            </p:cNvPr>
            <p:cNvGrpSpPr/>
            <p:nvPr/>
          </p:nvGrpSpPr>
          <p:grpSpPr>
            <a:xfrm>
              <a:off x="5150090" y="1301754"/>
              <a:ext cx="786332" cy="786331"/>
              <a:chOff x="4981422" y="1366087"/>
              <a:chExt cx="786332" cy="786331"/>
            </a:xfrm>
          </p:grpSpPr>
          <p:sp>
            <p:nvSpPr>
              <p:cNvPr id="10" name="Shape2_20250523_195849">
                <a:extLst>
                  <a:ext uri="{FF2B5EF4-FFF2-40B4-BE49-F238E27FC236}">
                    <a16:creationId xmlns:a16="http://schemas.microsoft.com/office/drawing/2014/main" id="{98298C46-93AF-8B9C-9DC0-D3D2EDC6621F}"/>
                  </a:ext>
                </a:extLst>
              </p:cNvPr>
              <p:cNvSpPr txBox="1">
                <a:spLocks noChangeAspect="1"/>
              </p:cNvSpPr>
              <p:nvPr>
                <p:custDataLst>
                  <p:tags r:id="rId14"/>
                </p:custDataLst>
              </p:nvPr>
            </p:nvSpPr>
            <p:spPr>
              <a:xfrm>
                <a:off x="4981422" y="1366087"/>
                <a:ext cx="786332" cy="786331"/>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en-US"/>
                </a:defPPr>
                <a:lvl1pPr algn="ctr">
                  <a:defRPr>
                    <a:solidFill>
                      <a:schemeClr val="bg1"/>
                    </a:solidFill>
                  </a:defRPr>
                </a:lvl1pPr>
                <a:lvl2pPr>
                  <a:defRPr>
                    <a:solidFill>
                      <a:srgbClr val="414244"/>
                    </a:solidFill>
                    <a:latin typeface="CiscoSansTT Light"/>
                    <a:ea typeface="ＭＳ Ｐゴシック" charset="0"/>
                    <a:cs typeface="ＭＳ Ｐゴシック" charset="0"/>
                  </a:defRPr>
                </a:lvl2pPr>
                <a:lvl3pPr>
                  <a:defRPr>
                    <a:solidFill>
                      <a:srgbClr val="414244"/>
                    </a:solidFill>
                    <a:latin typeface="CiscoSansTT Light"/>
                    <a:ea typeface="ＭＳ Ｐゴシック" charset="0"/>
                    <a:cs typeface="ＭＳ Ｐゴシック" charset="0"/>
                  </a:defRPr>
                </a:lvl3pPr>
                <a:lvl4pPr>
                  <a:defRPr>
                    <a:solidFill>
                      <a:srgbClr val="414244"/>
                    </a:solidFill>
                    <a:latin typeface="CiscoSansTT Light"/>
                    <a:ea typeface="ＭＳ Ｐゴシック" charset="0"/>
                    <a:cs typeface="ＭＳ Ｐゴシック" charset="0"/>
                  </a:defRPr>
                </a:lvl4pPr>
                <a:lvl5pPr>
                  <a:defRPr>
                    <a:solidFill>
                      <a:srgbClr val="414244"/>
                    </a:solidFill>
                    <a:latin typeface="CiscoSansTT Light"/>
                    <a:ea typeface="ＭＳ Ｐゴシック" charset="0"/>
                    <a:cs typeface="ＭＳ Ｐゴシック" charset="0"/>
                  </a:defRPr>
                </a:lvl5pPr>
                <a:lvl6pPr>
                  <a:defRPr>
                    <a:solidFill>
                      <a:srgbClr val="414244"/>
                    </a:solidFill>
                    <a:latin typeface="CiscoSansTT Light"/>
                    <a:ea typeface="ＭＳ Ｐゴシック" charset="0"/>
                    <a:cs typeface="ＭＳ Ｐゴシック" charset="0"/>
                  </a:defRPr>
                </a:lvl6pPr>
                <a:lvl7pPr>
                  <a:defRPr>
                    <a:solidFill>
                      <a:srgbClr val="414244"/>
                    </a:solidFill>
                    <a:latin typeface="CiscoSansTT Light"/>
                    <a:ea typeface="ＭＳ Ｐゴシック" charset="0"/>
                    <a:cs typeface="ＭＳ Ｐゴシック" charset="0"/>
                  </a:defRPr>
                </a:lvl7pPr>
                <a:lvl8pPr>
                  <a:defRPr>
                    <a:solidFill>
                      <a:srgbClr val="414244"/>
                    </a:solidFill>
                    <a:latin typeface="CiscoSansTT Light"/>
                    <a:ea typeface="ＭＳ Ｐゴシック" charset="0"/>
                    <a:cs typeface="ＭＳ Ｐゴシック" charset="0"/>
                  </a:defRPr>
                </a:lvl8pPr>
                <a:lvl9pPr>
                  <a:defRPr>
                    <a:solidFill>
                      <a:srgbClr val="414244"/>
                    </a:solidFill>
                    <a:latin typeface="CiscoSansTT Light"/>
                    <a:ea typeface="ＭＳ Ｐゴシック" charset="0"/>
                    <a:cs typeface="ＭＳ Ｐゴシック" charset="0"/>
                  </a:defRPr>
                </a:lvl9pPr>
              </a:lstStyle>
              <a:p>
                <a:r>
                  <a:rPr lang="en-IN">
                    <a:sym typeface="Arial"/>
                  </a:rPr>
                  <a:t> </a:t>
                </a:r>
                <a:endParaRPr>
                  <a:sym typeface="Arial"/>
                </a:endParaRPr>
              </a:p>
            </p:txBody>
          </p:sp>
          <p:pic>
            <p:nvPicPr>
              <p:cNvPr id="13" name="dark2" descr="Blockchain with solid fill">
                <a:extLst>
                  <a:ext uri="{FF2B5EF4-FFF2-40B4-BE49-F238E27FC236}">
                    <a16:creationId xmlns:a16="http://schemas.microsoft.com/office/drawing/2014/main" id="{2E65C67F-75B7-D4A9-AAB4-934746D1C7C7}"/>
                  </a:ext>
                </a:extLst>
              </p:cNvPr>
              <p:cNvPicPr>
                <a:picLocks noChangeAspect="1"/>
              </p:cNvPicPr>
              <p:nvPr>
                <p:custDataLst>
                  <p:tags r:id="rId15"/>
                </p:custDataLst>
              </p:nvPr>
            </p:nvPicPr>
            <p:blipFill>
              <a:blip>
                <a:extLst>
                  <a:ext uri="{96DAC541-7B7A-43D3-8B79-37D633B846F1}">
                    <asvg:svgBlip xmlns:asvg="http://schemas.microsoft.com/office/drawing/2016/SVG/main" r:embed="rId24"/>
                  </a:ext>
                </a:extLst>
              </a:blip>
              <a:srcRect/>
              <a:stretch/>
            </p:blipFill>
            <p:spPr>
              <a:xfrm>
                <a:off x="5102911" y="1487575"/>
                <a:ext cx="543355" cy="543355"/>
              </a:xfrm>
              <a:prstGeom prst="rect">
                <a:avLst/>
              </a:prstGeom>
            </p:spPr>
          </p:pic>
        </p:grpSp>
        <p:sp>
          <p:nvSpPr>
            <p:cNvPr id="12" name="TextBox 11">
              <a:extLst>
                <a:ext uri="{FF2B5EF4-FFF2-40B4-BE49-F238E27FC236}">
                  <a16:creationId xmlns:a16="http://schemas.microsoft.com/office/drawing/2014/main" id="{9EB0F2B9-0D2E-D4A9-1221-ABE93BC5D379}"/>
                </a:ext>
              </a:extLst>
            </p:cNvPr>
            <p:cNvSpPr txBox="1"/>
            <p:nvPr>
              <p:custDataLst>
                <p:tags r:id="rId12"/>
              </p:custDataLst>
            </p:nvPr>
          </p:nvSpPr>
          <p:spPr>
            <a:xfrm>
              <a:off x="4483515" y="2164437"/>
              <a:ext cx="2119483" cy="698476"/>
            </a:xfrm>
            <a:prstGeom prst="rect">
              <a:avLst/>
            </a:prstGeom>
            <a:noFill/>
          </p:spPr>
          <p:txBody>
            <a:bodyPr vert="horz" wrap="square" lIns="18288" tIns="18288" rIns="18288" bIns="18288" rtlCol="0" anchor="t">
              <a:noAutofit/>
            </a:bodyPr>
            <a:lstStyle>
              <a:defPPr>
                <a:defRPr lang="en-US"/>
              </a:defPPr>
              <a:lvl1pPr lvl="0" algn="ctr" defTabSz="609559" fontAlgn="base">
                <a:spcBef>
                  <a:spcPct val="0"/>
                </a:spcBef>
                <a:spcAft>
                  <a:spcPct val="0"/>
                </a:spcAft>
                <a:defRPr sz="1200">
                  <a:solidFill>
                    <a:schemeClr val="bg1"/>
                  </a:solidFill>
                  <a:ea typeface="ＭＳ Ｐゴシック" charset="0"/>
                  <a:cs typeface="ＭＳ Ｐゴシック" charset="0"/>
                </a:defRPr>
              </a:lvl1pPr>
              <a:lvl2pPr marL="609559" defTabSz="609559" fontAlgn="base">
                <a:spcBef>
                  <a:spcPct val="0"/>
                </a:spcBef>
                <a:spcAft>
                  <a:spcPct val="0"/>
                </a:spcAft>
                <a:defRPr>
                  <a:latin typeface="Arial"/>
                  <a:ea typeface="ＭＳ Ｐゴシック" charset="0"/>
                  <a:cs typeface="ＭＳ Ｐゴシック" charset="0"/>
                </a:defRPr>
              </a:lvl2pPr>
              <a:lvl3pPr marL="1219119" defTabSz="609559" fontAlgn="base">
                <a:spcBef>
                  <a:spcPct val="0"/>
                </a:spcBef>
                <a:spcAft>
                  <a:spcPct val="0"/>
                </a:spcAft>
                <a:defRPr>
                  <a:latin typeface="Arial"/>
                  <a:ea typeface="ＭＳ Ｐゴシック" charset="0"/>
                  <a:cs typeface="ＭＳ Ｐゴシック" charset="0"/>
                </a:defRPr>
              </a:lvl3pPr>
              <a:lvl4pPr marL="1828678" defTabSz="609559" fontAlgn="base">
                <a:spcBef>
                  <a:spcPct val="0"/>
                </a:spcBef>
                <a:spcAft>
                  <a:spcPct val="0"/>
                </a:spcAft>
                <a:defRPr>
                  <a:latin typeface="Arial"/>
                  <a:ea typeface="ＭＳ Ｐゴシック" charset="0"/>
                  <a:cs typeface="ＭＳ Ｐゴシック" charset="0"/>
                </a:defRPr>
              </a:lvl4pPr>
              <a:lvl5pPr marL="2438238" defTabSz="609559" fontAlgn="base">
                <a:spcBef>
                  <a:spcPct val="0"/>
                </a:spcBef>
                <a:spcAft>
                  <a:spcPct val="0"/>
                </a:spcAft>
                <a:defRPr>
                  <a:latin typeface="Arial"/>
                  <a:ea typeface="ＭＳ Ｐゴシック" charset="0"/>
                  <a:cs typeface="ＭＳ Ｐゴシック" charset="0"/>
                </a:defRPr>
              </a:lvl5pPr>
              <a:lvl6pPr marL="3047797" defTabSz="609559">
                <a:defRPr>
                  <a:latin typeface="Arial"/>
                  <a:ea typeface="ＭＳ Ｐゴシック" charset="0"/>
                  <a:cs typeface="ＭＳ Ｐゴシック" charset="0"/>
                </a:defRPr>
              </a:lvl6pPr>
              <a:lvl7pPr marL="3657357" defTabSz="609559">
                <a:defRPr>
                  <a:latin typeface="Arial"/>
                  <a:ea typeface="ＭＳ Ｐゴシック" charset="0"/>
                  <a:cs typeface="ＭＳ Ｐゴシック" charset="0"/>
                </a:defRPr>
              </a:lvl7pPr>
              <a:lvl8pPr marL="4266915" defTabSz="609559">
                <a:defRPr>
                  <a:latin typeface="Arial"/>
                  <a:ea typeface="ＭＳ Ｐゴシック" charset="0"/>
                  <a:cs typeface="ＭＳ Ｐゴシック" charset="0"/>
                </a:defRPr>
              </a:lvl8pPr>
              <a:lvl9pPr marL="4876475" defTabSz="609559">
                <a:defRPr>
                  <a:latin typeface="Arial"/>
                  <a:ea typeface="ＭＳ Ｐゴシック" charset="0"/>
                  <a:cs typeface="ＭＳ Ｐゴシック" charset="0"/>
                </a:defRPr>
              </a:lvl9pPr>
            </a:lstStyle>
            <a:p>
              <a:r>
                <a:rPr lang="en-GB" dirty="0"/>
                <a:t>the </a:t>
              </a:r>
              <a:r>
                <a:rPr lang="en-GB" b="1" dirty="0" err="1"/>
                <a:t>utm_medium</a:t>
              </a:r>
              <a:r>
                <a:rPr lang="en-GB" dirty="0"/>
                <a:t> denotes the overarching high-level marketing vehicle or channel method used to distribute the message.</a:t>
              </a:r>
              <a:endParaRPr lang="en-IN" dirty="0">
                <a:sym typeface="Wingdings"/>
              </a:endParaRPr>
            </a:p>
          </p:txBody>
        </p:sp>
        <p:sp>
          <p:nvSpPr>
            <p:cNvPr id="20" name="TextBox 19">
              <a:extLst>
                <a:ext uri="{FF2B5EF4-FFF2-40B4-BE49-F238E27FC236}">
                  <a16:creationId xmlns:a16="http://schemas.microsoft.com/office/drawing/2014/main" id="{C9646896-ADA9-94E9-306B-8DC41CADD9E1}"/>
                </a:ext>
              </a:extLst>
            </p:cNvPr>
            <p:cNvSpPr txBox="1"/>
            <p:nvPr>
              <p:custDataLst>
                <p:tags r:id="rId13"/>
              </p:custDataLst>
            </p:nvPr>
          </p:nvSpPr>
          <p:spPr>
            <a:xfrm>
              <a:off x="4482552" y="3192177"/>
              <a:ext cx="2121408" cy="731520"/>
            </a:xfrm>
            <a:prstGeom prst="rect">
              <a:avLst/>
            </a:prstGeom>
            <a:noFill/>
          </p:spPr>
          <p:txBody>
            <a:bodyPr vert="horz" wrap="square" lIns="18288" tIns="18288" rIns="18288" bIns="18288" rtlCol="0" anchor="ctr">
              <a:normAutofit lnSpcReduction="10000"/>
            </a:bodyPr>
            <a:lstStyle>
              <a:defPPr>
                <a:defRPr lang="en-US"/>
              </a:defPPr>
              <a:lvl1pPr lvl="0" algn="ctr" defTabSz="609559" fontAlgn="base">
                <a:spcBef>
                  <a:spcPct val="0"/>
                </a:spcBef>
                <a:spcAft>
                  <a:spcPct val="0"/>
                </a:spcAft>
                <a:defRPr sz="1200">
                  <a:solidFill>
                    <a:schemeClr val="bg1"/>
                  </a:solidFill>
                  <a:ea typeface="ＭＳ Ｐゴシック" charset="0"/>
                  <a:cs typeface="ＭＳ Ｐゴシック" charset="0"/>
                </a:defRPr>
              </a:lvl1pPr>
              <a:lvl2pPr marL="609559" defTabSz="609559" fontAlgn="base">
                <a:spcBef>
                  <a:spcPct val="0"/>
                </a:spcBef>
                <a:spcAft>
                  <a:spcPct val="0"/>
                </a:spcAft>
                <a:defRPr>
                  <a:latin typeface="Arial"/>
                  <a:ea typeface="ＭＳ Ｐゴシック" charset="0"/>
                  <a:cs typeface="ＭＳ Ｐゴシック" charset="0"/>
                </a:defRPr>
              </a:lvl2pPr>
              <a:lvl3pPr marL="1219119" defTabSz="609559" fontAlgn="base">
                <a:spcBef>
                  <a:spcPct val="0"/>
                </a:spcBef>
                <a:spcAft>
                  <a:spcPct val="0"/>
                </a:spcAft>
                <a:defRPr>
                  <a:latin typeface="Arial"/>
                  <a:ea typeface="ＭＳ Ｐゴシック" charset="0"/>
                  <a:cs typeface="ＭＳ Ｐゴシック" charset="0"/>
                </a:defRPr>
              </a:lvl3pPr>
              <a:lvl4pPr marL="1828678" defTabSz="609559" fontAlgn="base">
                <a:spcBef>
                  <a:spcPct val="0"/>
                </a:spcBef>
                <a:spcAft>
                  <a:spcPct val="0"/>
                </a:spcAft>
                <a:defRPr>
                  <a:latin typeface="Arial"/>
                  <a:ea typeface="ＭＳ Ｐゴシック" charset="0"/>
                  <a:cs typeface="ＭＳ Ｐゴシック" charset="0"/>
                </a:defRPr>
              </a:lvl4pPr>
              <a:lvl5pPr marL="2438238" defTabSz="609559" fontAlgn="base">
                <a:spcBef>
                  <a:spcPct val="0"/>
                </a:spcBef>
                <a:spcAft>
                  <a:spcPct val="0"/>
                </a:spcAft>
                <a:defRPr>
                  <a:latin typeface="Arial"/>
                  <a:ea typeface="ＭＳ Ｐゴシック" charset="0"/>
                  <a:cs typeface="ＭＳ Ｐゴシック" charset="0"/>
                </a:defRPr>
              </a:lvl5pPr>
              <a:lvl6pPr marL="3047797" defTabSz="609559">
                <a:defRPr>
                  <a:latin typeface="Arial"/>
                  <a:ea typeface="ＭＳ Ｐゴシック" charset="0"/>
                  <a:cs typeface="ＭＳ Ｐゴシック" charset="0"/>
                </a:defRPr>
              </a:lvl6pPr>
              <a:lvl7pPr marL="3657357" defTabSz="609559">
                <a:defRPr>
                  <a:latin typeface="Arial"/>
                  <a:ea typeface="ＭＳ Ｐゴシック" charset="0"/>
                  <a:cs typeface="ＭＳ Ｐゴシック" charset="0"/>
                </a:defRPr>
              </a:lvl7pPr>
              <a:lvl8pPr marL="4266915" defTabSz="609559">
                <a:defRPr>
                  <a:latin typeface="Arial"/>
                  <a:ea typeface="ＭＳ Ｐゴシック" charset="0"/>
                  <a:cs typeface="ＭＳ Ｐゴシック" charset="0"/>
                </a:defRPr>
              </a:lvl8pPr>
              <a:lvl9pPr marL="4876475" defTabSz="609559">
                <a:defRPr>
                  <a:latin typeface="Arial"/>
                  <a:ea typeface="ＭＳ Ｐゴシック" charset="0"/>
                  <a:cs typeface="ＭＳ Ｐゴシック" charset="0"/>
                </a:defRPr>
              </a:lvl9pPr>
            </a:lstStyle>
            <a:p>
              <a:r>
                <a:rPr lang="en-GB" sz="1000" dirty="0"/>
                <a:t>Drives the core channel classification layer in reporting, allowing marketers to evaluate the comparative performance of broad deployment methods. </a:t>
              </a:r>
              <a:endParaRPr lang="en-IN" sz="1000" dirty="0">
                <a:sym typeface="Wingdings"/>
              </a:endParaRPr>
            </a:p>
          </p:txBody>
        </p:sp>
        <p:sp>
          <p:nvSpPr>
            <p:cNvPr id="41" name="Rectangle 4">
              <a:extLst>
                <a:ext uri="{FF2B5EF4-FFF2-40B4-BE49-F238E27FC236}">
                  <a16:creationId xmlns:a16="http://schemas.microsoft.com/office/drawing/2014/main" id="{AF81D9B5-B6E3-D62C-12FC-2620C77DC139}"/>
                </a:ext>
              </a:extLst>
            </p:cNvPr>
            <p:cNvSpPr>
              <a:spLocks noChangeArrowheads="1"/>
            </p:cNvSpPr>
            <p:nvPr/>
          </p:nvSpPr>
          <p:spPr bwMode="auto">
            <a:xfrm>
              <a:off x="4482552" y="4002087"/>
              <a:ext cx="2121408" cy="16312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eaLnBrk="0" fontAlgn="base" hangingPunct="0">
                <a:spcBef>
                  <a:spcPct val="0"/>
                </a:spcBef>
                <a:spcAft>
                  <a:spcPct val="0"/>
                </a:spcAft>
              </a:pPr>
              <a:r>
                <a:rPr lang="en-GB" sz="1000" b="1" dirty="0">
                  <a:solidFill>
                    <a:schemeClr val="bg1"/>
                  </a:solidFill>
                </a:rPr>
                <a:t>Highest-Priority Field: </a:t>
              </a:r>
              <a:r>
                <a:rPr lang="en-GB" sz="1000" dirty="0">
                  <a:solidFill>
                    <a:schemeClr val="bg1"/>
                  </a:solidFill>
                </a:rPr>
                <a:t>This is the highest-priority taxonomy input for macro channel classification across reporting dashboards.</a:t>
              </a:r>
            </a:p>
            <a:p>
              <a:pPr eaLnBrk="0" fontAlgn="base" hangingPunct="0">
                <a:spcBef>
                  <a:spcPct val="0"/>
                </a:spcBef>
                <a:spcAft>
                  <a:spcPct val="0"/>
                </a:spcAft>
              </a:pPr>
              <a:r>
                <a:rPr lang="en-GB" sz="1000" b="1" dirty="0">
                  <a:solidFill>
                    <a:schemeClr val="bg1"/>
                  </a:solidFill>
                </a:rPr>
                <a:t>Standardized Values Only: </a:t>
              </a:r>
              <a:r>
                <a:rPr lang="en-GB" sz="1000" dirty="0">
                  <a:solidFill>
                    <a:schemeClr val="bg1"/>
                  </a:solidFill>
                </a:rPr>
                <a:t>Users must strictly select from the pre-approved list of lowercase, hyphenated values (e.g., paid-social, </a:t>
              </a:r>
              <a:r>
                <a:rPr lang="en-GB" sz="1000" dirty="0" err="1">
                  <a:solidFill>
                    <a:schemeClr val="bg1"/>
                  </a:solidFill>
                </a:rPr>
                <a:t>cpc</a:t>
              </a:r>
              <a:r>
                <a:rPr lang="en-GB" sz="1000" dirty="0">
                  <a:solidFill>
                    <a:schemeClr val="bg1"/>
                  </a:solidFill>
                </a:rPr>
                <a:t>, email).</a:t>
              </a:r>
              <a:endParaRPr lang="en-US" altLang="en-US" sz="1000" dirty="0">
                <a:solidFill>
                  <a:schemeClr val="bg1"/>
                </a:solidFill>
              </a:endParaRPr>
            </a:p>
          </p:txBody>
        </p:sp>
        <p:sp>
          <p:nvSpPr>
            <p:cNvPr id="45" name="TextBox 44">
              <a:extLst>
                <a:ext uri="{FF2B5EF4-FFF2-40B4-BE49-F238E27FC236}">
                  <a16:creationId xmlns:a16="http://schemas.microsoft.com/office/drawing/2014/main" id="{687D0EE8-6554-0C89-5409-55D2188C3D80}"/>
                </a:ext>
              </a:extLst>
            </p:cNvPr>
            <p:cNvSpPr txBox="1"/>
            <p:nvPr/>
          </p:nvSpPr>
          <p:spPr>
            <a:xfrm>
              <a:off x="4482552" y="5946475"/>
              <a:ext cx="2121408"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defPPr>
                <a:defRPr lang="en-US"/>
              </a:defPPr>
              <a:lvl1pPr eaLnBrk="0" fontAlgn="base" hangingPunct="0">
                <a:spcBef>
                  <a:spcPct val="0"/>
                </a:spcBef>
                <a:spcAft>
                  <a:spcPct val="0"/>
                </a:spcAft>
                <a:defRPr sz="800" b="1">
                  <a:solidFill>
                    <a:schemeClr val="accent2"/>
                  </a:solidFill>
                </a:defRPr>
              </a:lvl1pPr>
            </a:lstStyle>
            <a:p>
              <a:r>
                <a:rPr lang="en-GB" sz="1000" dirty="0" err="1"/>
                <a:t>utm_medium</a:t>
              </a:r>
              <a:r>
                <a:rPr lang="en-GB" sz="1000" dirty="0"/>
                <a:t>=paid-social</a:t>
              </a:r>
              <a:endParaRPr lang="en-GB" dirty="0"/>
            </a:p>
          </p:txBody>
        </p:sp>
      </p:grpSp>
      <p:grpSp>
        <p:nvGrpSpPr>
          <p:cNvPr id="56" name="Group 55">
            <a:extLst>
              <a:ext uri="{FF2B5EF4-FFF2-40B4-BE49-F238E27FC236}">
                <a16:creationId xmlns:a16="http://schemas.microsoft.com/office/drawing/2014/main" id="{A472A9E8-735E-8019-DB16-518F96A838F2}"/>
              </a:ext>
            </a:extLst>
          </p:cNvPr>
          <p:cNvGrpSpPr/>
          <p:nvPr/>
        </p:nvGrpSpPr>
        <p:grpSpPr>
          <a:xfrm>
            <a:off x="6749462" y="859000"/>
            <a:ext cx="2539848" cy="5333696"/>
            <a:chOff x="6749462" y="859000"/>
            <a:chExt cx="2539848" cy="5333696"/>
          </a:xfrm>
        </p:grpSpPr>
        <p:sp>
          <p:nvSpPr>
            <p:cNvPr id="16" name="TextBox 15">
              <a:extLst>
                <a:ext uri="{FF2B5EF4-FFF2-40B4-BE49-F238E27FC236}">
                  <a16:creationId xmlns:a16="http://schemas.microsoft.com/office/drawing/2014/main" id="{F3FCBB11-88EF-30BD-29B4-E557F27F1B6D}"/>
                </a:ext>
              </a:extLst>
            </p:cNvPr>
            <p:cNvSpPr txBox="1"/>
            <p:nvPr>
              <p:custDataLst>
                <p:tags r:id="rId6"/>
              </p:custDataLst>
            </p:nvPr>
          </p:nvSpPr>
          <p:spPr>
            <a:xfrm>
              <a:off x="6749462" y="859000"/>
              <a:ext cx="2539848" cy="494379"/>
            </a:xfrm>
            <a:prstGeom prst="rect">
              <a:avLst/>
            </a:prstGeom>
            <a:noFill/>
          </p:spPr>
          <p:txBody>
            <a:bodyPr vert="horz" wrap="square" lIns="18288" tIns="18288" rIns="18288" bIns="18288" rtlCol="0" anchor="ctr">
              <a:normAutofit/>
            </a:bodyPr>
            <a:lstStyle>
              <a:defPPr>
                <a:defRPr lang="en-US"/>
              </a:defPPr>
              <a:lvl1pPr algn="l" defTabSz="609559" rtl="0" fontAlgn="base">
                <a:spcBef>
                  <a:spcPct val="0"/>
                </a:spcBef>
                <a:spcAft>
                  <a:spcPct val="0"/>
                </a:spcAft>
                <a:defRPr kern="1200">
                  <a:solidFill>
                    <a:schemeClr val="tx1"/>
                  </a:solidFill>
                  <a:latin typeface="Arial"/>
                  <a:ea typeface="ＭＳ Ｐゴシック" charset="0"/>
                  <a:cs typeface="ＭＳ Ｐゴシック" charset="0"/>
                </a:defRPr>
              </a:lvl1pPr>
              <a:lvl2pPr marL="609559" algn="l" defTabSz="609559" rtl="0" fontAlgn="base">
                <a:spcBef>
                  <a:spcPct val="0"/>
                </a:spcBef>
                <a:spcAft>
                  <a:spcPct val="0"/>
                </a:spcAft>
                <a:defRPr kern="1200">
                  <a:solidFill>
                    <a:schemeClr val="tx1"/>
                  </a:solidFill>
                  <a:latin typeface="Arial"/>
                  <a:ea typeface="ＭＳ Ｐゴシック" charset="0"/>
                  <a:cs typeface="ＭＳ Ｐゴシック" charset="0"/>
                </a:defRPr>
              </a:lvl2pPr>
              <a:lvl3pPr marL="1219119" algn="l" defTabSz="609559" rtl="0" fontAlgn="base">
                <a:spcBef>
                  <a:spcPct val="0"/>
                </a:spcBef>
                <a:spcAft>
                  <a:spcPct val="0"/>
                </a:spcAft>
                <a:defRPr kern="1200">
                  <a:solidFill>
                    <a:schemeClr val="tx1"/>
                  </a:solidFill>
                  <a:latin typeface="Arial"/>
                  <a:ea typeface="ＭＳ Ｐゴシック" charset="0"/>
                  <a:cs typeface="ＭＳ Ｐゴシック" charset="0"/>
                </a:defRPr>
              </a:lvl3pPr>
              <a:lvl4pPr marL="1828678" algn="l" defTabSz="609559" rtl="0" fontAlgn="base">
                <a:spcBef>
                  <a:spcPct val="0"/>
                </a:spcBef>
                <a:spcAft>
                  <a:spcPct val="0"/>
                </a:spcAft>
                <a:defRPr kern="1200">
                  <a:solidFill>
                    <a:schemeClr val="tx1"/>
                  </a:solidFill>
                  <a:latin typeface="Arial"/>
                  <a:ea typeface="ＭＳ Ｐゴシック" charset="0"/>
                  <a:cs typeface="ＭＳ Ｐゴシック" charset="0"/>
                </a:defRPr>
              </a:lvl4pPr>
              <a:lvl5pPr marL="2438238" algn="l" defTabSz="609559" rtl="0" fontAlgn="base">
                <a:spcBef>
                  <a:spcPct val="0"/>
                </a:spcBef>
                <a:spcAft>
                  <a:spcPct val="0"/>
                </a:spcAft>
                <a:defRPr kern="1200">
                  <a:solidFill>
                    <a:schemeClr val="tx1"/>
                  </a:solidFill>
                  <a:latin typeface="Arial"/>
                  <a:ea typeface="ＭＳ Ｐゴシック" charset="0"/>
                  <a:cs typeface="ＭＳ Ｐゴシック" charset="0"/>
                </a:defRPr>
              </a:lvl5pPr>
              <a:lvl6pPr marL="3047797" algn="l" defTabSz="609559" rtl="0" eaLnBrk="1" latinLnBrk="0" hangingPunct="1">
                <a:defRPr kern="1200">
                  <a:solidFill>
                    <a:schemeClr val="tx1"/>
                  </a:solidFill>
                  <a:latin typeface="Arial"/>
                  <a:ea typeface="ＭＳ Ｐゴシック" charset="0"/>
                  <a:cs typeface="ＭＳ Ｐゴシック" charset="0"/>
                </a:defRPr>
              </a:lvl6pPr>
              <a:lvl7pPr marL="3657357" algn="l" defTabSz="609559" rtl="0" eaLnBrk="1" latinLnBrk="0" hangingPunct="1">
                <a:defRPr kern="1200">
                  <a:solidFill>
                    <a:schemeClr val="tx1"/>
                  </a:solidFill>
                  <a:latin typeface="Arial"/>
                  <a:ea typeface="ＭＳ Ｐゴシック" charset="0"/>
                  <a:cs typeface="ＭＳ Ｐゴシック" charset="0"/>
                </a:defRPr>
              </a:lvl7pPr>
              <a:lvl8pPr marL="4266915" algn="l" defTabSz="609559" rtl="0" eaLnBrk="1" latinLnBrk="0" hangingPunct="1">
                <a:defRPr kern="1200">
                  <a:solidFill>
                    <a:schemeClr val="tx1"/>
                  </a:solidFill>
                  <a:latin typeface="Arial"/>
                  <a:ea typeface="ＭＳ Ｐゴシック" charset="0"/>
                  <a:cs typeface="ＭＳ Ｐゴシック" charset="0"/>
                </a:defRPr>
              </a:lvl8pPr>
              <a:lvl9pPr marL="4876475" algn="l" defTabSz="609559" rtl="0" eaLnBrk="1" latinLnBrk="0" hangingPunct="1">
                <a:defRPr kern="1200">
                  <a:solidFill>
                    <a:schemeClr val="tx1"/>
                  </a:solidFill>
                  <a:latin typeface="Arial"/>
                  <a:ea typeface="ＭＳ Ｐゴシック" charset="0"/>
                  <a:cs typeface="ＭＳ Ｐゴシック" charset="0"/>
                </a:defRPr>
              </a:lvl9pPr>
            </a:lstStyle>
            <a:p>
              <a:pPr marL="0" marR="0" lvl="0" indent="0" algn="ctr" defTabSz="609559" fontAlgn="base">
                <a:lnSpc>
                  <a:spcPct val="100000"/>
                </a:lnSpc>
                <a:spcBef>
                  <a:spcPct val="0"/>
                </a:spcBef>
                <a:spcAft>
                  <a:spcPct val="0"/>
                </a:spcAft>
                <a:buSzTx/>
                <a:buNone/>
              </a:pPr>
              <a:r>
                <a:rPr lang="en-IN" b="1" dirty="0">
                  <a:solidFill>
                    <a:srgbClr val="07182D"/>
                  </a:solidFill>
                  <a:latin typeface="CiscoSansTT" panose="020B0503020201020303" pitchFamily="34" charset="0"/>
                  <a:cs typeface="CiscoSansTT" panose="020B0503020201020303" pitchFamily="34" charset="0"/>
                  <a:sym typeface="Wingdings"/>
                </a:rPr>
                <a:t>UTM_SOURCE</a:t>
              </a:r>
              <a:endParaRPr kumimoji="0" lang="en-IN" sz="1800" b="1" i="0" u="none" strike="noStrike" kern="1200" cap="none" spc="0" normalizeH="0" baseline="0" noProof="0" dirty="0">
                <a:solidFill>
                  <a:srgbClr val="07182D"/>
                </a:solidFill>
                <a:uLnTx/>
                <a:uFillTx/>
                <a:latin typeface="CiscoSansTT" panose="020B0503020201020303" pitchFamily="34" charset="0"/>
                <a:ea typeface="ＭＳ Ｐゴシック" charset="0"/>
                <a:cs typeface="CiscoSansTT" panose="020B0503020201020303" pitchFamily="34" charset="0"/>
                <a:sym typeface="Wingdings"/>
              </a:endParaRPr>
            </a:p>
          </p:txBody>
        </p:sp>
        <p:sp>
          <p:nvSpPr>
            <p:cNvPr id="17" name="TextBox 16">
              <a:extLst>
                <a:ext uri="{FF2B5EF4-FFF2-40B4-BE49-F238E27FC236}">
                  <a16:creationId xmlns:a16="http://schemas.microsoft.com/office/drawing/2014/main" id="{9BDC964D-4637-D6E4-0AEA-CBC5D4B9E902}"/>
                </a:ext>
              </a:extLst>
            </p:cNvPr>
            <p:cNvSpPr txBox="1"/>
            <p:nvPr>
              <p:custDataLst>
                <p:tags r:id="rId7"/>
              </p:custDataLst>
            </p:nvPr>
          </p:nvSpPr>
          <p:spPr>
            <a:xfrm>
              <a:off x="6959645" y="2164436"/>
              <a:ext cx="2119483" cy="970313"/>
            </a:xfrm>
            <a:prstGeom prst="rect">
              <a:avLst/>
            </a:prstGeom>
            <a:noFill/>
          </p:spPr>
          <p:txBody>
            <a:bodyPr vert="horz" wrap="square" lIns="18288" tIns="18288" rIns="18288" bIns="18288" rtlCol="0" anchor="t">
              <a:noAutofit/>
            </a:bodyPr>
            <a:lstStyle>
              <a:defPPr>
                <a:defRPr lang="en-US"/>
              </a:defPPr>
              <a:lvl1pPr lvl="0" algn="ctr" defTabSz="609559" fontAlgn="base">
                <a:spcBef>
                  <a:spcPct val="0"/>
                </a:spcBef>
                <a:spcAft>
                  <a:spcPct val="0"/>
                </a:spcAft>
                <a:defRPr sz="1200">
                  <a:solidFill>
                    <a:schemeClr val="bg1"/>
                  </a:solidFill>
                  <a:ea typeface="ＭＳ Ｐゴシック" charset="0"/>
                  <a:cs typeface="ＭＳ Ｐゴシック" charset="0"/>
                </a:defRPr>
              </a:lvl1pPr>
              <a:lvl2pPr marL="609559" defTabSz="609559" fontAlgn="base">
                <a:spcBef>
                  <a:spcPct val="0"/>
                </a:spcBef>
                <a:spcAft>
                  <a:spcPct val="0"/>
                </a:spcAft>
                <a:defRPr>
                  <a:latin typeface="Arial"/>
                  <a:ea typeface="ＭＳ Ｐゴシック" charset="0"/>
                  <a:cs typeface="ＭＳ Ｐゴシック" charset="0"/>
                </a:defRPr>
              </a:lvl2pPr>
              <a:lvl3pPr marL="1219119" defTabSz="609559" fontAlgn="base">
                <a:spcBef>
                  <a:spcPct val="0"/>
                </a:spcBef>
                <a:spcAft>
                  <a:spcPct val="0"/>
                </a:spcAft>
                <a:defRPr>
                  <a:latin typeface="Arial"/>
                  <a:ea typeface="ＭＳ Ｐゴシック" charset="0"/>
                  <a:cs typeface="ＭＳ Ｐゴシック" charset="0"/>
                </a:defRPr>
              </a:lvl3pPr>
              <a:lvl4pPr marL="1828678" defTabSz="609559" fontAlgn="base">
                <a:spcBef>
                  <a:spcPct val="0"/>
                </a:spcBef>
                <a:spcAft>
                  <a:spcPct val="0"/>
                </a:spcAft>
                <a:defRPr>
                  <a:latin typeface="Arial"/>
                  <a:ea typeface="ＭＳ Ｐゴシック" charset="0"/>
                  <a:cs typeface="ＭＳ Ｐゴシック" charset="0"/>
                </a:defRPr>
              </a:lvl4pPr>
              <a:lvl5pPr marL="2438238" defTabSz="609559" fontAlgn="base">
                <a:spcBef>
                  <a:spcPct val="0"/>
                </a:spcBef>
                <a:spcAft>
                  <a:spcPct val="0"/>
                </a:spcAft>
                <a:defRPr>
                  <a:latin typeface="Arial"/>
                  <a:ea typeface="ＭＳ Ｐゴシック" charset="0"/>
                  <a:cs typeface="ＭＳ Ｐゴシック" charset="0"/>
                </a:defRPr>
              </a:lvl5pPr>
              <a:lvl6pPr marL="3047797" defTabSz="609559">
                <a:defRPr>
                  <a:latin typeface="Arial"/>
                  <a:ea typeface="ＭＳ Ｐゴシック" charset="0"/>
                  <a:cs typeface="ＭＳ Ｐゴシック" charset="0"/>
                </a:defRPr>
              </a:lvl6pPr>
              <a:lvl7pPr marL="3657357" defTabSz="609559">
                <a:defRPr>
                  <a:latin typeface="Arial"/>
                  <a:ea typeface="ＭＳ Ｐゴシック" charset="0"/>
                  <a:cs typeface="ＭＳ Ｐゴシック" charset="0"/>
                </a:defRPr>
              </a:lvl7pPr>
              <a:lvl8pPr marL="4266915" defTabSz="609559">
                <a:defRPr>
                  <a:latin typeface="Arial"/>
                  <a:ea typeface="ＭＳ Ｐゴシック" charset="0"/>
                  <a:cs typeface="ＭＳ Ｐゴシック" charset="0"/>
                </a:defRPr>
              </a:lvl8pPr>
              <a:lvl9pPr marL="4876475" defTabSz="609559">
                <a:defRPr>
                  <a:latin typeface="Arial"/>
                  <a:ea typeface="ＭＳ Ｐゴシック" charset="0"/>
                  <a:cs typeface="ＭＳ Ｐゴシック" charset="0"/>
                </a:defRPr>
              </a:lvl9pPr>
            </a:lstStyle>
            <a:p>
              <a:r>
                <a:rPr lang="en-GB" dirty="0"/>
                <a:t>The </a:t>
              </a:r>
              <a:r>
                <a:rPr lang="en-GB" b="1" dirty="0" err="1"/>
                <a:t>utm_source</a:t>
              </a:r>
              <a:r>
                <a:rPr lang="en-GB" dirty="0"/>
                <a:t> identifies the specific tactical platform, sub-vehicle, web property, or vendor that sent traffic to the campaign destination.</a:t>
              </a:r>
              <a:endParaRPr lang="en-IN" dirty="0">
                <a:sym typeface="Wingdings"/>
              </a:endParaRPr>
            </a:p>
          </p:txBody>
        </p:sp>
        <p:grpSp>
          <p:nvGrpSpPr>
            <p:cNvPr id="24" name="Group 23">
              <a:extLst>
                <a:ext uri="{FF2B5EF4-FFF2-40B4-BE49-F238E27FC236}">
                  <a16:creationId xmlns:a16="http://schemas.microsoft.com/office/drawing/2014/main" id="{031565A2-FAE4-95C0-A322-BB70933174A5}"/>
                </a:ext>
              </a:extLst>
            </p:cNvPr>
            <p:cNvGrpSpPr/>
            <p:nvPr/>
          </p:nvGrpSpPr>
          <p:grpSpPr>
            <a:xfrm>
              <a:off x="7626220" y="1301754"/>
              <a:ext cx="786332" cy="786331"/>
              <a:chOff x="9431957" y="1247111"/>
              <a:chExt cx="786332" cy="786331"/>
            </a:xfrm>
          </p:grpSpPr>
          <p:sp>
            <p:nvSpPr>
              <p:cNvPr id="15" name="Shape3_20250523_195849">
                <a:extLst>
                  <a:ext uri="{FF2B5EF4-FFF2-40B4-BE49-F238E27FC236}">
                    <a16:creationId xmlns:a16="http://schemas.microsoft.com/office/drawing/2014/main" id="{B756C344-706D-7A32-1576-2BA7D11EF05D}"/>
                  </a:ext>
                </a:extLst>
              </p:cNvPr>
              <p:cNvSpPr txBox="1">
                <a:spLocks noChangeAspect="1"/>
              </p:cNvSpPr>
              <p:nvPr>
                <p:custDataLst>
                  <p:tags r:id="rId9"/>
                </p:custDataLst>
              </p:nvPr>
            </p:nvSpPr>
            <p:spPr>
              <a:xfrm>
                <a:off x="9431957" y="1247111"/>
                <a:ext cx="786332" cy="786331"/>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en-US"/>
                </a:defPPr>
                <a:lvl1pPr algn="ctr">
                  <a:defRPr>
                    <a:solidFill>
                      <a:schemeClr val="bg1"/>
                    </a:solidFill>
                  </a:defRPr>
                </a:lvl1pPr>
                <a:lvl2pPr>
                  <a:defRPr>
                    <a:solidFill>
                      <a:srgbClr val="414244"/>
                    </a:solidFill>
                    <a:latin typeface="CiscoSansTT Light"/>
                    <a:ea typeface="ＭＳ Ｐゴシック" charset="0"/>
                    <a:cs typeface="ＭＳ Ｐゴシック" charset="0"/>
                  </a:defRPr>
                </a:lvl2pPr>
                <a:lvl3pPr>
                  <a:defRPr>
                    <a:solidFill>
                      <a:srgbClr val="414244"/>
                    </a:solidFill>
                    <a:latin typeface="CiscoSansTT Light"/>
                    <a:ea typeface="ＭＳ Ｐゴシック" charset="0"/>
                    <a:cs typeface="ＭＳ Ｐゴシック" charset="0"/>
                  </a:defRPr>
                </a:lvl3pPr>
                <a:lvl4pPr>
                  <a:defRPr>
                    <a:solidFill>
                      <a:srgbClr val="414244"/>
                    </a:solidFill>
                    <a:latin typeface="CiscoSansTT Light"/>
                    <a:ea typeface="ＭＳ Ｐゴシック" charset="0"/>
                    <a:cs typeface="ＭＳ Ｐゴシック" charset="0"/>
                  </a:defRPr>
                </a:lvl4pPr>
                <a:lvl5pPr>
                  <a:defRPr>
                    <a:solidFill>
                      <a:srgbClr val="414244"/>
                    </a:solidFill>
                    <a:latin typeface="CiscoSansTT Light"/>
                    <a:ea typeface="ＭＳ Ｐゴシック" charset="0"/>
                    <a:cs typeface="ＭＳ Ｐゴシック" charset="0"/>
                  </a:defRPr>
                </a:lvl5pPr>
                <a:lvl6pPr>
                  <a:defRPr>
                    <a:solidFill>
                      <a:srgbClr val="414244"/>
                    </a:solidFill>
                    <a:latin typeface="CiscoSansTT Light"/>
                    <a:ea typeface="ＭＳ Ｐゴシック" charset="0"/>
                    <a:cs typeface="ＭＳ Ｐゴシック" charset="0"/>
                  </a:defRPr>
                </a:lvl6pPr>
                <a:lvl7pPr>
                  <a:defRPr>
                    <a:solidFill>
                      <a:srgbClr val="414244"/>
                    </a:solidFill>
                    <a:latin typeface="CiscoSansTT Light"/>
                    <a:ea typeface="ＭＳ Ｐゴシック" charset="0"/>
                    <a:cs typeface="ＭＳ Ｐゴシック" charset="0"/>
                  </a:defRPr>
                </a:lvl7pPr>
                <a:lvl8pPr>
                  <a:defRPr>
                    <a:solidFill>
                      <a:srgbClr val="414244"/>
                    </a:solidFill>
                    <a:latin typeface="CiscoSansTT Light"/>
                    <a:ea typeface="ＭＳ Ｐゴシック" charset="0"/>
                    <a:cs typeface="ＭＳ Ｐゴシック" charset="0"/>
                  </a:defRPr>
                </a:lvl8pPr>
                <a:lvl9pPr>
                  <a:defRPr>
                    <a:solidFill>
                      <a:srgbClr val="414244"/>
                    </a:solidFill>
                    <a:latin typeface="CiscoSansTT Light"/>
                    <a:ea typeface="ＭＳ Ｐゴシック" charset="0"/>
                    <a:cs typeface="ＭＳ Ｐゴシック" charset="0"/>
                  </a:defRPr>
                </a:lvl9pPr>
              </a:lstStyle>
              <a:p>
                <a:r>
                  <a:rPr lang="en-IN" dirty="0">
                    <a:sym typeface="Arial"/>
                  </a:rPr>
                  <a:t> </a:t>
                </a:r>
                <a:endParaRPr dirty="0">
                  <a:sym typeface="Arial"/>
                </a:endParaRPr>
              </a:p>
            </p:txBody>
          </p:sp>
          <p:pic>
            <p:nvPicPr>
              <p:cNvPr id="18" name="dark3" descr="Meeting with solid fill">
                <a:extLst>
                  <a:ext uri="{FF2B5EF4-FFF2-40B4-BE49-F238E27FC236}">
                    <a16:creationId xmlns:a16="http://schemas.microsoft.com/office/drawing/2014/main" id="{3B02805E-FA6D-830A-E783-BB50B03DF6A2}"/>
                  </a:ext>
                </a:extLst>
              </p:cNvPr>
              <p:cNvPicPr>
                <a:picLocks noChangeAspect="1"/>
              </p:cNvPicPr>
              <p:nvPr>
                <p:custDataLst>
                  <p:tags r:id="rId10"/>
                </p:custDataLst>
              </p:nvPr>
            </p:nvPicPr>
            <p:blipFill>
              <a:blip>
                <a:extLst>
                  <a:ext uri="{96DAC541-7B7A-43D3-8B79-37D633B846F1}">
                    <asvg:svgBlip xmlns:asvg="http://schemas.microsoft.com/office/drawing/2016/SVG/main" r:embed="rId25"/>
                  </a:ext>
                </a:extLst>
              </a:blip>
              <a:srcRect/>
              <a:stretch/>
            </p:blipFill>
            <p:spPr>
              <a:xfrm>
                <a:off x="9548425" y="1363578"/>
                <a:ext cx="553396" cy="553396"/>
              </a:xfrm>
              <a:prstGeom prst="rect">
                <a:avLst/>
              </a:prstGeom>
            </p:spPr>
          </p:pic>
        </p:grpSp>
        <p:sp>
          <p:nvSpPr>
            <p:cNvPr id="21" name="TextBox 20">
              <a:extLst>
                <a:ext uri="{FF2B5EF4-FFF2-40B4-BE49-F238E27FC236}">
                  <a16:creationId xmlns:a16="http://schemas.microsoft.com/office/drawing/2014/main" id="{9EBA905B-D3BA-5DD2-076C-C182BA2EDA76}"/>
                </a:ext>
              </a:extLst>
            </p:cNvPr>
            <p:cNvSpPr txBox="1"/>
            <p:nvPr>
              <p:custDataLst>
                <p:tags r:id="rId8"/>
              </p:custDataLst>
            </p:nvPr>
          </p:nvSpPr>
          <p:spPr>
            <a:xfrm>
              <a:off x="6958682" y="3192177"/>
              <a:ext cx="2121408" cy="731520"/>
            </a:xfrm>
            <a:prstGeom prst="rect">
              <a:avLst/>
            </a:prstGeom>
            <a:noFill/>
          </p:spPr>
          <p:txBody>
            <a:bodyPr vert="horz" wrap="square" lIns="18288" tIns="18288" rIns="18288" bIns="18288" rtlCol="0" anchor="ctr">
              <a:normAutofit/>
            </a:bodyPr>
            <a:lstStyle>
              <a:defPPr>
                <a:defRPr lang="en-US"/>
              </a:defPPr>
              <a:lvl1pPr lvl="0" algn="ctr" defTabSz="609559" fontAlgn="base">
                <a:spcBef>
                  <a:spcPct val="0"/>
                </a:spcBef>
                <a:spcAft>
                  <a:spcPct val="0"/>
                </a:spcAft>
                <a:defRPr sz="1200">
                  <a:solidFill>
                    <a:schemeClr val="bg1"/>
                  </a:solidFill>
                  <a:ea typeface="ＭＳ Ｐゴシック" charset="0"/>
                  <a:cs typeface="ＭＳ Ｐゴシック" charset="0"/>
                </a:defRPr>
              </a:lvl1pPr>
              <a:lvl2pPr marL="609559" defTabSz="609559" fontAlgn="base">
                <a:spcBef>
                  <a:spcPct val="0"/>
                </a:spcBef>
                <a:spcAft>
                  <a:spcPct val="0"/>
                </a:spcAft>
                <a:defRPr>
                  <a:latin typeface="Arial"/>
                  <a:ea typeface="ＭＳ Ｐゴシック" charset="0"/>
                  <a:cs typeface="ＭＳ Ｐゴシック" charset="0"/>
                </a:defRPr>
              </a:lvl2pPr>
              <a:lvl3pPr marL="1219119" defTabSz="609559" fontAlgn="base">
                <a:spcBef>
                  <a:spcPct val="0"/>
                </a:spcBef>
                <a:spcAft>
                  <a:spcPct val="0"/>
                </a:spcAft>
                <a:defRPr>
                  <a:latin typeface="Arial"/>
                  <a:ea typeface="ＭＳ Ｐゴシック" charset="0"/>
                  <a:cs typeface="ＭＳ Ｐゴシック" charset="0"/>
                </a:defRPr>
              </a:lvl3pPr>
              <a:lvl4pPr marL="1828678" defTabSz="609559" fontAlgn="base">
                <a:spcBef>
                  <a:spcPct val="0"/>
                </a:spcBef>
                <a:spcAft>
                  <a:spcPct val="0"/>
                </a:spcAft>
                <a:defRPr>
                  <a:latin typeface="Arial"/>
                  <a:ea typeface="ＭＳ Ｐゴシック" charset="0"/>
                  <a:cs typeface="ＭＳ Ｐゴシック" charset="0"/>
                </a:defRPr>
              </a:lvl4pPr>
              <a:lvl5pPr marL="2438238" defTabSz="609559" fontAlgn="base">
                <a:spcBef>
                  <a:spcPct val="0"/>
                </a:spcBef>
                <a:spcAft>
                  <a:spcPct val="0"/>
                </a:spcAft>
                <a:defRPr>
                  <a:latin typeface="Arial"/>
                  <a:ea typeface="ＭＳ Ｐゴシック" charset="0"/>
                  <a:cs typeface="ＭＳ Ｐゴシック" charset="0"/>
                </a:defRPr>
              </a:lvl5pPr>
              <a:lvl6pPr marL="3047797" defTabSz="609559">
                <a:defRPr>
                  <a:latin typeface="Arial"/>
                  <a:ea typeface="ＭＳ Ｐゴシック" charset="0"/>
                  <a:cs typeface="ＭＳ Ｐゴシック" charset="0"/>
                </a:defRPr>
              </a:lvl6pPr>
              <a:lvl7pPr marL="3657357" defTabSz="609559">
                <a:defRPr>
                  <a:latin typeface="Arial"/>
                  <a:ea typeface="ＭＳ Ｐゴシック" charset="0"/>
                  <a:cs typeface="ＭＳ Ｐゴシック" charset="0"/>
                </a:defRPr>
              </a:lvl7pPr>
              <a:lvl8pPr marL="4266915" defTabSz="609559">
                <a:defRPr>
                  <a:latin typeface="Arial"/>
                  <a:ea typeface="ＭＳ Ｐゴシック" charset="0"/>
                  <a:cs typeface="ＭＳ Ｐゴシック" charset="0"/>
                </a:defRPr>
              </a:lvl8pPr>
              <a:lvl9pPr marL="4876475" defTabSz="609559">
                <a:defRPr>
                  <a:latin typeface="Arial"/>
                  <a:ea typeface="ＭＳ Ｐゴシック" charset="0"/>
                  <a:cs typeface="ＭＳ Ｐゴシック" charset="0"/>
                </a:defRPr>
              </a:lvl9pPr>
            </a:lstStyle>
            <a:p>
              <a:r>
                <a:rPr lang="en-GB" sz="1000" dirty="0"/>
                <a:t>Breaks down channel data into granular vendor-level performance metrics, clarifying which platforms drive visitors effectively. </a:t>
              </a:r>
              <a:endParaRPr lang="en-IN" sz="1000" dirty="0">
                <a:sym typeface="Wingdings"/>
              </a:endParaRPr>
            </a:p>
          </p:txBody>
        </p:sp>
        <p:sp>
          <p:nvSpPr>
            <p:cNvPr id="43" name="Rectangle 5">
              <a:extLst>
                <a:ext uri="{FF2B5EF4-FFF2-40B4-BE49-F238E27FC236}">
                  <a16:creationId xmlns:a16="http://schemas.microsoft.com/office/drawing/2014/main" id="{F1C95FCF-5B3D-3C09-CBA5-26B8AC545C8D}"/>
                </a:ext>
              </a:extLst>
            </p:cNvPr>
            <p:cNvSpPr>
              <a:spLocks noChangeArrowheads="1"/>
            </p:cNvSpPr>
            <p:nvPr/>
          </p:nvSpPr>
          <p:spPr bwMode="auto">
            <a:xfrm>
              <a:off x="6958682" y="4002087"/>
              <a:ext cx="2121408" cy="16312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eaLnBrk="0" fontAlgn="base" hangingPunct="0">
                <a:spcBef>
                  <a:spcPct val="0"/>
                </a:spcBef>
                <a:spcAft>
                  <a:spcPct val="0"/>
                </a:spcAft>
              </a:pPr>
              <a:r>
                <a:rPr lang="en-GB" sz="1000" b="1" dirty="0">
                  <a:solidFill>
                    <a:schemeClr val="bg1"/>
                  </a:solidFill>
                </a:rPr>
                <a:t>Channel Dependency: </a:t>
              </a:r>
              <a:r>
                <a:rPr lang="en-GB" sz="1000" dirty="0">
                  <a:solidFill>
                    <a:schemeClr val="bg1"/>
                  </a:solidFill>
                </a:rPr>
                <a:t>The available dropdown values in Workfront dynamically render based on the parent Channel Type selected by the user.</a:t>
              </a:r>
            </a:p>
            <a:p>
              <a:pPr eaLnBrk="0" fontAlgn="base" hangingPunct="0">
                <a:spcBef>
                  <a:spcPct val="0"/>
                </a:spcBef>
                <a:spcAft>
                  <a:spcPct val="0"/>
                </a:spcAft>
              </a:pPr>
              <a:r>
                <a:rPr lang="en-GB" sz="1000" b="1" dirty="0">
                  <a:solidFill>
                    <a:schemeClr val="bg1"/>
                  </a:solidFill>
                </a:rPr>
                <a:t>Taxonomy Formatting: </a:t>
              </a:r>
              <a:r>
                <a:rPr lang="en-GB" sz="1000" dirty="0">
                  <a:solidFill>
                    <a:schemeClr val="bg1"/>
                  </a:solidFill>
                </a:rPr>
                <a:t>Maps the user-selected friendly label to a lowercase, hyphenated string for consistent reporting rows. </a:t>
              </a:r>
              <a:endParaRPr lang="en-US" altLang="en-US" sz="1000" dirty="0">
                <a:solidFill>
                  <a:schemeClr val="bg1"/>
                </a:solidFill>
              </a:endParaRPr>
            </a:p>
          </p:txBody>
        </p:sp>
        <p:sp>
          <p:nvSpPr>
            <p:cNvPr id="46" name="TextBox 45">
              <a:extLst>
                <a:ext uri="{FF2B5EF4-FFF2-40B4-BE49-F238E27FC236}">
                  <a16:creationId xmlns:a16="http://schemas.microsoft.com/office/drawing/2014/main" id="{A65BFB5E-B478-699E-E429-593D8ADBDABC}"/>
                </a:ext>
              </a:extLst>
            </p:cNvPr>
            <p:cNvSpPr txBox="1"/>
            <p:nvPr/>
          </p:nvSpPr>
          <p:spPr>
            <a:xfrm>
              <a:off x="6958682" y="5946475"/>
              <a:ext cx="2121408"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defPPr>
                <a:defRPr lang="en-US"/>
              </a:defPPr>
              <a:lvl1pPr eaLnBrk="0" fontAlgn="base" hangingPunct="0">
                <a:spcBef>
                  <a:spcPct val="0"/>
                </a:spcBef>
                <a:spcAft>
                  <a:spcPct val="0"/>
                </a:spcAft>
                <a:defRPr sz="1000" b="1">
                  <a:solidFill>
                    <a:schemeClr val="accent2"/>
                  </a:solidFill>
                </a:defRPr>
              </a:lvl1pPr>
            </a:lstStyle>
            <a:p>
              <a:r>
                <a:rPr lang="en-GB"/>
                <a:t>utm_source=linkedin</a:t>
              </a:r>
              <a:endParaRPr lang="en-GB" b="0" dirty="0"/>
            </a:p>
          </p:txBody>
        </p:sp>
      </p:grpSp>
      <p:sp>
        <p:nvSpPr>
          <p:cNvPr id="25" name="TextBox 24">
            <a:extLst>
              <a:ext uri="{FF2B5EF4-FFF2-40B4-BE49-F238E27FC236}">
                <a16:creationId xmlns:a16="http://schemas.microsoft.com/office/drawing/2014/main" id="{7B72C7C4-5106-57BE-F08F-6333D75C93D2}"/>
              </a:ext>
            </a:extLst>
          </p:cNvPr>
          <p:cNvSpPr txBox="1"/>
          <p:nvPr/>
        </p:nvSpPr>
        <p:spPr>
          <a:xfrm>
            <a:off x="3642888" y="6285935"/>
            <a:ext cx="6644524"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defPPr>
              <a:defRPr lang="en-US"/>
            </a:defPPr>
            <a:lvl1pPr eaLnBrk="0" fontAlgn="base" hangingPunct="0">
              <a:spcBef>
                <a:spcPct val="0"/>
              </a:spcBef>
              <a:spcAft>
                <a:spcPct val="0"/>
              </a:spcAft>
              <a:defRPr sz="1000" b="1">
                <a:solidFill>
                  <a:schemeClr val="bg1"/>
                </a:solidFill>
              </a:defRPr>
            </a:lvl1pPr>
          </a:lstStyle>
          <a:p>
            <a:r>
              <a:rPr lang="en-US" sz="800" dirty="0"/>
              <a:t>NB:. </a:t>
            </a:r>
            <a:r>
              <a:rPr lang="en-GB" sz="800" dirty="0"/>
              <a:t>Workfront Integration Roadmap: </a:t>
            </a:r>
            <a:r>
              <a:rPr lang="en-GB" sz="800" b="0" dirty="0"/>
              <a:t>When Workfront releases the capability to capture Workfront Channel IDs, the UTM_ID will adopt that value to replace the CCID. The release date is currently to be confirmed, and training documentation will be updated accordingly.</a:t>
            </a:r>
          </a:p>
        </p:txBody>
      </p:sp>
      <p:grpSp>
        <p:nvGrpSpPr>
          <p:cNvPr id="55" name="Group 54">
            <a:extLst>
              <a:ext uri="{FF2B5EF4-FFF2-40B4-BE49-F238E27FC236}">
                <a16:creationId xmlns:a16="http://schemas.microsoft.com/office/drawing/2014/main" id="{A1285CC9-4846-51E7-7161-2EAB755F020A}"/>
              </a:ext>
            </a:extLst>
          </p:cNvPr>
          <p:cNvGrpSpPr/>
          <p:nvPr/>
        </p:nvGrpSpPr>
        <p:grpSpPr>
          <a:xfrm>
            <a:off x="9225593" y="859000"/>
            <a:ext cx="2539848" cy="5333696"/>
            <a:chOff x="9225593" y="859000"/>
            <a:chExt cx="2539848" cy="5333696"/>
          </a:xfrm>
        </p:grpSpPr>
        <p:sp>
          <p:nvSpPr>
            <p:cNvPr id="36" name="TextBox 35">
              <a:extLst>
                <a:ext uri="{FF2B5EF4-FFF2-40B4-BE49-F238E27FC236}">
                  <a16:creationId xmlns:a16="http://schemas.microsoft.com/office/drawing/2014/main" id="{EBEDF3A1-476F-713D-5A2C-434A15171048}"/>
                </a:ext>
              </a:extLst>
            </p:cNvPr>
            <p:cNvSpPr txBox="1"/>
            <p:nvPr>
              <p:custDataLst>
                <p:tags r:id="rId1"/>
              </p:custDataLst>
            </p:nvPr>
          </p:nvSpPr>
          <p:spPr>
            <a:xfrm>
              <a:off x="9225593" y="859000"/>
              <a:ext cx="2539848" cy="494379"/>
            </a:xfrm>
            <a:prstGeom prst="rect">
              <a:avLst/>
            </a:prstGeom>
            <a:noFill/>
          </p:spPr>
          <p:txBody>
            <a:bodyPr vert="horz" wrap="square" lIns="18288" tIns="18288" rIns="18288" bIns="18288" rtlCol="0" anchor="ctr">
              <a:normAutofit/>
            </a:bodyPr>
            <a:lstStyle>
              <a:defPPr>
                <a:defRPr lang="en-US"/>
              </a:defPPr>
              <a:lvl1pPr algn="l" defTabSz="609559" rtl="0" fontAlgn="base">
                <a:spcBef>
                  <a:spcPct val="0"/>
                </a:spcBef>
                <a:spcAft>
                  <a:spcPct val="0"/>
                </a:spcAft>
                <a:defRPr kern="1200">
                  <a:solidFill>
                    <a:schemeClr val="tx1"/>
                  </a:solidFill>
                  <a:latin typeface="Arial"/>
                  <a:ea typeface="ＭＳ Ｐゴシック" charset="0"/>
                  <a:cs typeface="ＭＳ Ｐゴシック" charset="0"/>
                </a:defRPr>
              </a:lvl1pPr>
              <a:lvl2pPr marL="609559" algn="l" defTabSz="609559" rtl="0" fontAlgn="base">
                <a:spcBef>
                  <a:spcPct val="0"/>
                </a:spcBef>
                <a:spcAft>
                  <a:spcPct val="0"/>
                </a:spcAft>
                <a:defRPr kern="1200">
                  <a:solidFill>
                    <a:schemeClr val="tx1"/>
                  </a:solidFill>
                  <a:latin typeface="Arial"/>
                  <a:ea typeface="ＭＳ Ｐゴシック" charset="0"/>
                  <a:cs typeface="ＭＳ Ｐゴシック" charset="0"/>
                </a:defRPr>
              </a:lvl2pPr>
              <a:lvl3pPr marL="1219119" algn="l" defTabSz="609559" rtl="0" fontAlgn="base">
                <a:spcBef>
                  <a:spcPct val="0"/>
                </a:spcBef>
                <a:spcAft>
                  <a:spcPct val="0"/>
                </a:spcAft>
                <a:defRPr kern="1200">
                  <a:solidFill>
                    <a:schemeClr val="tx1"/>
                  </a:solidFill>
                  <a:latin typeface="Arial"/>
                  <a:ea typeface="ＭＳ Ｐゴシック" charset="0"/>
                  <a:cs typeface="ＭＳ Ｐゴシック" charset="0"/>
                </a:defRPr>
              </a:lvl3pPr>
              <a:lvl4pPr marL="1828678" algn="l" defTabSz="609559" rtl="0" fontAlgn="base">
                <a:spcBef>
                  <a:spcPct val="0"/>
                </a:spcBef>
                <a:spcAft>
                  <a:spcPct val="0"/>
                </a:spcAft>
                <a:defRPr kern="1200">
                  <a:solidFill>
                    <a:schemeClr val="tx1"/>
                  </a:solidFill>
                  <a:latin typeface="Arial"/>
                  <a:ea typeface="ＭＳ Ｐゴシック" charset="0"/>
                  <a:cs typeface="ＭＳ Ｐゴシック" charset="0"/>
                </a:defRPr>
              </a:lvl4pPr>
              <a:lvl5pPr marL="2438238" algn="l" defTabSz="609559" rtl="0" fontAlgn="base">
                <a:spcBef>
                  <a:spcPct val="0"/>
                </a:spcBef>
                <a:spcAft>
                  <a:spcPct val="0"/>
                </a:spcAft>
                <a:defRPr kern="1200">
                  <a:solidFill>
                    <a:schemeClr val="tx1"/>
                  </a:solidFill>
                  <a:latin typeface="Arial"/>
                  <a:ea typeface="ＭＳ Ｐゴシック" charset="0"/>
                  <a:cs typeface="ＭＳ Ｐゴシック" charset="0"/>
                </a:defRPr>
              </a:lvl5pPr>
              <a:lvl6pPr marL="3047797" algn="l" defTabSz="609559" rtl="0" eaLnBrk="1" latinLnBrk="0" hangingPunct="1">
                <a:defRPr kern="1200">
                  <a:solidFill>
                    <a:schemeClr val="tx1"/>
                  </a:solidFill>
                  <a:latin typeface="Arial"/>
                  <a:ea typeface="ＭＳ Ｐゴシック" charset="0"/>
                  <a:cs typeface="ＭＳ Ｐゴシック" charset="0"/>
                </a:defRPr>
              </a:lvl6pPr>
              <a:lvl7pPr marL="3657357" algn="l" defTabSz="609559" rtl="0" eaLnBrk="1" latinLnBrk="0" hangingPunct="1">
                <a:defRPr kern="1200">
                  <a:solidFill>
                    <a:schemeClr val="tx1"/>
                  </a:solidFill>
                  <a:latin typeface="Arial"/>
                  <a:ea typeface="ＭＳ Ｐゴシック" charset="0"/>
                  <a:cs typeface="ＭＳ Ｐゴシック" charset="0"/>
                </a:defRPr>
              </a:lvl7pPr>
              <a:lvl8pPr marL="4266915" algn="l" defTabSz="609559" rtl="0" eaLnBrk="1" latinLnBrk="0" hangingPunct="1">
                <a:defRPr kern="1200">
                  <a:solidFill>
                    <a:schemeClr val="tx1"/>
                  </a:solidFill>
                  <a:latin typeface="Arial"/>
                  <a:ea typeface="ＭＳ Ｐゴシック" charset="0"/>
                  <a:cs typeface="ＭＳ Ｐゴシック" charset="0"/>
                </a:defRPr>
              </a:lvl8pPr>
              <a:lvl9pPr marL="4876475" algn="l" defTabSz="609559" rtl="0" eaLnBrk="1" latinLnBrk="0" hangingPunct="1">
                <a:defRPr kern="1200">
                  <a:solidFill>
                    <a:schemeClr val="tx1"/>
                  </a:solidFill>
                  <a:latin typeface="Arial"/>
                  <a:ea typeface="ＭＳ Ｐゴシック" charset="0"/>
                  <a:cs typeface="ＭＳ Ｐゴシック" charset="0"/>
                </a:defRPr>
              </a:lvl9pPr>
            </a:lstStyle>
            <a:p>
              <a:pPr marL="0" marR="0" lvl="0" indent="0" algn="ctr" defTabSz="609559" fontAlgn="base">
                <a:lnSpc>
                  <a:spcPct val="100000"/>
                </a:lnSpc>
                <a:spcBef>
                  <a:spcPct val="0"/>
                </a:spcBef>
                <a:spcAft>
                  <a:spcPct val="0"/>
                </a:spcAft>
                <a:buSzTx/>
                <a:buNone/>
              </a:pPr>
              <a:r>
                <a:rPr lang="en-IN" b="1" dirty="0">
                  <a:solidFill>
                    <a:srgbClr val="07182D"/>
                  </a:solidFill>
                  <a:latin typeface="CiscoSansTT" panose="020B0503020201020303" pitchFamily="34" charset="0"/>
                  <a:cs typeface="CiscoSansTT" panose="020B0503020201020303" pitchFamily="34" charset="0"/>
                  <a:sym typeface="Wingdings"/>
                </a:rPr>
                <a:t>UTM_CREATIVE</a:t>
              </a:r>
              <a:endParaRPr kumimoji="0" lang="en-IN" sz="1800" b="1" i="0" u="none" strike="noStrike" kern="1200" cap="none" spc="0" normalizeH="0" baseline="0" noProof="0" dirty="0">
                <a:solidFill>
                  <a:srgbClr val="07182D"/>
                </a:solidFill>
                <a:uLnTx/>
                <a:uFillTx/>
                <a:latin typeface="CiscoSansTT" panose="020B0503020201020303" pitchFamily="34" charset="0"/>
                <a:ea typeface="ＭＳ Ｐゴシック" charset="0"/>
                <a:cs typeface="CiscoSansTT" panose="020B0503020201020303" pitchFamily="34" charset="0"/>
                <a:sym typeface="Wingdings"/>
              </a:endParaRPr>
            </a:p>
          </p:txBody>
        </p:sp>
        <p:sp>
          <p:nvSpPr>
            <p:cNvPr id="37" name="TextBox 36">
              <a:extLst>
                <a:ext uri="{FF2B5EF4-FFF2-40B4-BE49-F238E27FC236}">
                  <a16:creationId xmlns:a16="http://schemas.microsoft.com/office/drawing/2014/main" id="{7285693B-516E-22BC-7DCA-082FB7FB7954}"/>
                </a:ext>
              </a:extLst>
            </p:cNvPr>
            <p:cNvSpPr txBox="1"/>
            <p:nvPr>
              <p:custDataLst>
                <p:tags r:id="rId2"/>
              </p:custDataLst>
            </p:nvPr>
          </p:nvSpPr>
          <p:spPr>
            <a:xfrm>
              <a:off x="9435776" y="2164436"/>
              <a:ext cx="2119483" cy="970313"/>
            </a:xfrm>
            <a:prstGeom prst="rect">
              <a:avLst/>
            </a:prstGeom>
            <a:noFill/>
          </p:spPr>
          <p:txBody>
            <a:bodyPr vert="horz" wrap="square" lIns="18288" tIns="18288" rIns="18288" bIns="18288" rtlCol="0" anchor="t">
              <a:noAutofit/>
            </a:bodyPr>
            <a:lstStyle>
              <a:defPPr>
                <a:defRPr lang="en-US"/>
              </a:defPPr>
              <a:lvl1pPr lvl="0" algn="ctr" defTabSz="609559" fontAlgn="base">
                <a:spcBef>
                  <a:spcPct val="0"/>
                </a:spcBef>
                <a:spcAft>
                  <a:spcPct val="0"/>
                </a:spcAft>
                <a:defRPr sz="1200">
                  <a:solidFill>
                    <a:schemeClr val="bg1"/>
                  </a:solidFill>
                  <a:ea typeface="ＭＳ Ｐゴシック" charset="0"/>
                  <a:cs typeface="ＭＳ Ｐゴシック" charset="0"/>
                </a:defRPr>
              </a:lvl1pPr>
              <a:lvl2pPr marL="609559" defTabSz="609559" fontAlgn="base">
                <a:spcBef>
                  <a:spcPct val="0"/>
                </a:spcBef>
                <a:spcAft>
                  <a:spcPct val="0"/>
                </a:spcAft>
                <a:defRPr>
                  <a:latin typeface="Arial"/>
                  <a:ea typeface="ＭＳ Ｐゴシック" charset="0"/>
                  <a:cs typeface="ＭＳ Ｐゴシック" charset="0"/>
                </a:defRPr>
              </a:lvl2pPr>
              <a:lvl3pPr marL="1219119" defTabSz="609559" fontAlgn="base">
                <a:spcBef>
                  <a:spcPct val="0"/>
                </a:spcBef>
                <a:spcAft>
                  <a:spcPct val="0"/>
                </a:spcAft>
                <a:defRPr>
                  <a:latin typeface="Arial"/>
                  <a:ea typeface="ＭＳ Ｐゴシック" charset="0"/>
                  <a:cs typeface="ＭＳ Ｐゴシック" charset="0"/>
                </a:defRPr>
              </a:lvl3pPr>
              <a:lvl4pPr marL="1828678" defTabSz="609559" fontAlgn="base">
                <a:spcBef>
                  <a:spcPct val="0"/>
                </a:spcBef>
                <a:spcAft>
                  <a:spcPct val="0"/>
                </a:spcAft>
                <a:defRPr>
                  <a:latin typeface="Arial"/>
                  <a:ea typeface="ＭＳ Ｐゴシック" charset="0"/>
                  <a:cs typeface="ＭＳ Ｐゴシック" charset="0"/>
                </a:defRPr>
              </a:lvl4pPr>
              <a:lvl5pPr marL="2438238" defTabSz="609559" fontAlgn="base">
                <a:spcBef>
                  <a:spcPct val="0"/>
                </a:spcBef>
                <a:spcAft>
                  <a:spcPct val="0"/>
                </a:spcAft>
                <a:defRPr>
                  <a:latin typeface="Arial"/>
                  <a:ea typeface="ＭＳ Ｐゴシック" charset="0"/>
                  <a:cs typeface="ＭＳ Ｐゴシック" charset="0"/>
                </a:defRPr>
              </a:lvl5pPr>
              <a:lvl6pPr marL="3047797" defTabSz="609559">
                <a:defRPr>
                  <a:latin typeface="Arial"/>
                  <a:ea typeface="ＭＳ Ｐゴシック" charset="0"/>
                  <a:cs typeface="ＭＳ Ｐゴシック" charset="0"/>
                </a:defRPr>
              </a:lvl6pPr>
              <a:lvl7pPr marL="3657357" defTabSz="609559">
                <a:defRPr>
                  <a:latin typeface="Arial"/>
                  <a:ea typeface="ＭＳ Ｐゴシック" charset="0"/>
                  <a:cs typeface="ＭＳ Ｐゴシック" charset="0"/>
                </a:defRPr>
              </a:lvl7pPr>
              <a:lvl8pPr marL="4266915" defTabSz="609559">
                <a:defRPr>
                  <a:latin typeface="Arial"/>
                  <a:ea typeface="ＭＳ Ｐゴシック" charset="0"/>
                  <a:cs typeface="ＭＳ Ｐゴシック" charset="0"/>
                </a:defRPr>
              </a:lvl8pPr>
              <a:lvl9pPr marL="4876475" defTabSz="609559">
                <a:defRPr>
                  <a:latin typeface="Arial"/>
                  <a:ea typeface="ＭＳ Ｐゴシック" charset="0"/>
                  <a:cs typeface="ＭＳ Ｐゴシック" charset="0"/>
                </a:defRPr>
              </a:lvl9pPr>
            </a:lstStyle>
            <a:p>
              <a:r>
                <a:rPr lang="en-GB" dirty="0"/>
                <a:t>The </a:t>
              </a:r>
              <a:r>
                <a:rPr lang="en-GB" b="1" dirty="0" err="1"/>
                <a:t>utm_creative</a:t>
              </a:r>
              <a:r>
                <a:rPr lang="en-GB" dirty="0"/>
                <a:t> parameter captures creative-level identifiers linked directly to ad-serving infrastructure</a:t>
              </a:r>
              <a:endParaRPr lang="en-IN" dirty="0">
                <a:sym typeface="Wingdings"/>
              </a:endParaRPr>
            </a:p>
          </p:txBody>
        </p:sp>
        <p:grpSp>
          <p:nvGrpSpPr>
            <p:cNvPr id="38" name="Group 37">
              <a:extLst>
                <a:ext uri="{FF2B5EF4-FFF2-40B4-BE49-F238E27FC236}">
                  <a16:creationId xmlns:a16="http://schemas.microsoft.com/office/drawing/2014/main" id="{C6886A8B-A93B-5303-D5D5-AD9DC13FEF50}"/>
                </a:ext>
              </a:extLst>
            </p:cNvPr>
            <p:cNvGrpSpPr/>
            <p:nvPr/>
          </p:nvGrpSpPr>
          <p:grpSpPr>
            <a:xfrm>
              <a:off x="10102351" y="1301754"/>
              <a:ext cx="786332" cy="786331"/>
              <a:chOff x="9431957" y="1247111"/>
              <a:chExt cx="786332" cy="786331"/>
            </a:xfrm>
          </p:grpSpPr>
          <p:sp>
            <p:nvSpPr>
              <p:cNvPr id="48" name="Shape3_20250523_195849">
                <a:extLst>
                  <a:ext uri="{FF2B5EF4-FFF2-40B4-BE49-F238E27FC236}">
                    <a16:creationId xmlns:a16="http://schemas.microsoft.com/office/drawing/2014/main" id="{8BB512AC-1516-64B3-3948-C4BB4B169519}"/>
                  </a:ext>
                </a:extLst>
              </p:cNvPr>
              <p:cNvSpPr txBox="1">
                <a:spLocks noChangeAspect="1"/>
              </p:cNvSpPr>
              <p:nvPr>
                <p:custDataLst>
                  <p:tags r:id="rId4"/>
                </p:custDataLst>
              </p:nvPr>
            </p:nvSpPr>
            <p:spPr>
              <a:xfrm>
                <a:off x="9431957" y="1247111"/>
                <a:ext cx="786332" cy="786331"/>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en-US"/>
                </a:defPPr>
                <a:lvl1pPr algn="ctr">
                  <a:defRPr>
                    <a:solidFill>
                      <a:schemeClr val="bg1"/>
                    </a:solidFill>
                  </a:defRPr>
                </a:lvl1pPr>
                <a:lvl2pPr>
                  <a:defRPr>
                    <a:solidFill>
                      <a:srgbClr val="414244"/>
                    </a:solidFill>
                    <a:latin typeface="CiscoSansTT Light"/>
                    <a:ea typeface="ＭＳ Ｐゴシック" charset="0"/>
                    <a:cs typeface="ＭＳ Ｐゴシック" charset="0"/>
                  </a:defRPr>
                </a:lvl2pPr>
                <a:lvl3pPr>
                  <a:defRPr>
                    <a:solidFill>
                      <a:srgbClr val="414244"/>
                    </a:solidFill>
                    <a:latin typeface="CiscoSansTT Light"/>
                    <a:ea typeface="ＭＳ Ｐゴシック" charset="0"/>
                    <a:cs typeface="ＭＳ Ｐゴシック" charset="0"/>
                  </a:defRPr>
                </a:lvl3pPr>
                <a:lvl4pPr>
                  <a:defRPr>
                    <a:solidFill>
                      <a:srgbClr val="414244"/>
                    </a:solidFill>
                    <a:latin typeface="CiscoSansTT Light"/>
                    <a:ea typeface="ＭＳ Ｐゴシック" charset="0"/>
                    <a:cs typeface="ＭＳ Ｐゴシック" charset="0"/>
                  </a:defRPr>
                </a:lvl4pPr>
                <a:lvl5pPr>
                  <a:defRPr>
                    <a:solidFill>
                      <a:srgbClr val="414244"/>
                    </a:solidFill>
                    <a:latin typeface="CiscoSansTT Light"/>
                    <a:ea typeface="ＭＳ Ｐゴシック" charset="0"/>
                    <a:cs typeface="ＭＳ Ｐゴシック" charset="0"/>
                  </a:defRPr>
                </a:lvl5pPr>
                <a:lvl6pPr>
                  <a:defRPr>
                    <a:solidFill>
                      <a:srgbClr val="414244"/>
                    </a:solidFill>
                    <a:latin typeface="CiscoSansTT Light"/>
                    <a:ea typeface="ＭＳ Ｐゴシック" charset="0"/>
                    <a:cs typeface="ＭＳ Ｐゴシック" charset="0"/>
                  </a:defRPr>
                </a:lvl6pPr>
                <a:lvl7pPr>
                  <a:defRPr>
                    <a:solidFill>
                      <a:srgbClr val="414244"/>
                    </a:solidFill>
                    <a:latin typeface="CiscoSansTT Light"/>
                    <a:ea typeface="ＭＳ Ｐゴシック" charset="0"/>
                    <a:cs typeface="ＭＳ Ｐゴシック" charset="0"/>
                  </a:defRPr>
                </a:lvl7pPr>
                <a:lvl8pPr>
                  <a:defRPr>
                    <a:solidFill>
                      <a:srgbClr val="414244"/>
                    </a:solidFill>
                    <a:latin typeface="CiscoSansTT Light"/>
                    <a:ea typeface="ＭＳ Ｐゴシック" charset="0"/>
                    <a:cs typeface="ＭＳ Ｐゴシック" charset="0"/>
                  </a:defRPr>
                </a:lvl8pPr>
                <a:lvl9pPr>
                  <a:defRPr>
                    <a:solidFill>
                      <a:srgbClr val="414244"/>
                    </a:solidFill>
                    <a:latin typeface="CiscoSansTT Light"/>
                    <a:ea typeface="ＭＳ Ｐゴシック" charset="0"/>
                    <a:cs typeface="ＭＳ Ｐゴシック" charset="0"/>
                  </a:defRPr>
                </a:lvl9pPr>
              </a:lstStyle>
              <a:p>
                <a:r>
                  <a:rPr lang="en-IN" dirty="0">
                    <a:sym typeface="Arial"/>
                  </a:rPr>
                  <a:t> </a:t>
                </a:r>
                <a:endParaRPr dirty="0">
                  <a:sym typeface="Arial"/>
                </a:endParaRPr>
              </a:p>
            </p:txBody>
          </p:sp>
          <p:pic>
            <p:nvPicPr>
              <p:cNvPr id="49" name="dark3" descr="Palette with solid fill">
                <a:extLst>
                  <a:ext uri="{FF2B5EF4-FFF2-40B4-BE49-F238E27FC236}">
                    <a16:creationId xmlns:a16="http://schemas.microsoft.com/office/drawing/2014/main" id="{792D9E90-79FF-F590-B224-BFA4BD2F0335}"/>
                  </a:ext>
                </a:extLst>
              </p:cNvPr>
              <p:cNvPicPr>
                <a:picLocks noChangeAspect="1"/>
              </p:cNvPicPr>
              <p:nvPr>
                <p:custDataLst>
                  <p:tags r:id="rId5"/>
                </p:custDataLst>
              </p:nvPr>
            </p:nvPicPr>
            <p:blipFill>
              <a:blip>
                <a:extLst>
                  <a:ext uri="{96DAC541-7B7A-43D3-8B79-37D633B846F1}">
                    <asvg:svgBlip xmlns:asvg="http://schemas.microsoft.com/office/drawing/2016/SVG/main" r:embed="rId26"/>
                  </a:ext>
                </a:extLst>
              </a:blip>
              <a:srcRect/>
              <a:stretch/>
            </p:blipFill>
            <p:spPr>
              <a:xfrm>
                <a:off x="9548425" y="1363578"/>
                <a:ext cx="553396" cy="553396"/>
              </a:xfrm>
              <a:prstGeom prst="rect">
                <a:avLst/>
              </a:prstGeom>
            </p:spPr>
          </p:pic>
        </p:grpSp>
        <p:sp>
          <p:nvSpPr>
            <p:cNvPr id="40" name="TextBox 39">
              <a:extLst>
                <a:ext uri="{FF2B5EF4-FFF2-40B4-BE49-F238E27FC236}">
                  <a16:creationId xmlns:a16="http://schemas.microsoft.com/office/drawing/2014/main" id="{18DB4E0F-F754-3295-7254-932448AFA003}"/>
                </a:ext>
              </a:extLst>
            </p:cNvPr>
            <p:cNvSpPr txBox="1"/>
            <p:nvPr>
              <p:custDataLst>
                <p:tags r:id="rId3"/>
              </p:custDataLst>
            </p:nvPr>
          </p:nvSpPr>
          <p:spPr>
            <a:xfrm>
              <a:off x="9434813" y="3192177"/>
              <a:ext cx="2121408" cy="731520"/>
            </a:xfrm>
            <a:prstGeom prst="rect">
              <a:avLst/>
            </a:prstGeom>
            <a:noFill/>
          </p:spPr>
          <p:txBody>
            <a:bodyPr vert="horz" wrap="square" lIns="18288" tIns="18288" rIns="18288" bIns="18288" rtlCol="0" anchor="ctr">
              <a:normAutofit lnSpcReduction="10000"/>
            </a:bodyPr>
            <a:lstStyle>
              <a:defPPr>
                <a:defRPr lang="en-US"/>
              </a:defPPr>
              <a:lvl1pPr lvl="0" algn="ctr" defTabSz="609559" fontAlgn="base">
                <a:spcBef>
                  <a:spcPct val="0"/>
                </a:spcBef>
                <a:spcAft>
                  <a:spcPct val="0"/>
                </a:spcAft>
                <a:defRPr sz="1200">
                  <a:solidFill>
                    <a:schemeClr val="bg1"/>
                  </a:solidFill>
                  <a:ea typeface="ＭＳ Ｐゴシック" charset="0"/>
                  <a:cs typeface="ＭＳ Ｐゴシック" charset="0"/>
                </a:defRPr>
              </a:lvl1pPr>
              <a:lvl2pPr marL="609559" defTabSz="609559" fontAlgn="base">
                <a:spcBef>
                  <a:spcPct val="0"/>
                </a:spcBef>
                <a:spcAft>
                  <a:spcPct val="0"/>
                </a:spcAft>
                <a:defRPr>
                  <a:latin typeface="Arial"/>
                  <a:ea typeface="ＭＳ Ｐゴシック" charset="0"/>
                  <a:cs typeface="ＭＳ Ｐゴシック" charset="0"/>
                </a:defRPr>
              </a:lvl2pPr>
              <a:lvl3pPr marL="1219119" defTabSz="609559" fontAlgn="base">
                <a:spcBef>
                  <a:spcPct val="0"/>
                </a:spcBef>
                <a:spcAft>
                  <a:spcPct val="0"/>
                </a:spcAft>
                <a:defRPr>
                  <a:latin typeface="Arial"/>
                  <a:ea typeface="ＭＳ Ｐゴシック" charset="0"/>
                  <a:cs typeface="ＭＳ Ｐゴシック" charset="0"/>
                </a:defRPr>
              </a:lvl3pPr>
              <a:lvl4pPr marL="1828678" defTabSz="609559" fontAlgn="base">
                <a:spcBef>
                  <a:spcPct val="0"/>
                </a:spcBef>
                <a:spcAft>
                  <a:spcPct val="0"/>
                </a:spcAft>
                <a:defRPr>
                  <a:latin typeface="Arial"/>
                  <a:ea typeface="ＭＳ Ｐゴシック" charset="0"/>
                  <a:cs typeface="ＭＳ Ｐゴシック" charset="0"/>
                </a:defRPr>
              </a:lvl4pPr>
              <a:lvl5pPr marL="2438238" defTabSz="609559" fontAlgn="base">
                <a:spcBef>
                  <a:spcPct val="0"/>
                </a:spcBef>
                <a:spcAft>
                  <a:spcPct val="0"/>
                </a:spcAft>
                <a:defRPr>
                  <a:latin typeface="Arial"/>
                  <a:ea typeface="ＭＳ Ｐゴシック" charset="0"/>
                  <a:cs typeface="ＭＳ Ｐゴシック" charset="0"/>
                </a:defRPr>
              </a:lvl5pPr>
              <a:lvl6pPr marL="3047797" defTabSz="609559">
                <a:defRPr>
                  <a:latin typeface="Arial"/>
                  <a:ea typeface="ＭＳ Ｐゴシック" charset="0"/>
                  <a:cs typeface="ＭＳ Ｐゴシック" charset="0"/>
                </a:defRPr>
              </a:lvl6pPr>
              <a:lvl7pPr marL="3657357" defTabSz="609559">
                <a:defRPr>
                  <a:latin typeface="Arial"/>
                  <a:ea typeface="ＭＳ Ｐゴシック" charset="0"/>
                  <a:cs typeface="ＭＳ Ｐゴシック" charset="0"/>
                </a:defRPr>
              </a:lvl7pPr>
              <a:lvl8pPr marL="4266915" defTabSz="609559">
                <a:defRPr>
                  <a:latin typeface="Arial"/>
                  <a:ea typeface="ＭＳ Ｐゴシック" charset="0"/>
                  <a:cs typeface="ＭＳ Ｐゴシック" charset="0"/>
                </a:defRPr>
              </a:lvl8pPr>
              <a:lvl9pPr marL="4876475" defTabSz="609559">
                <a:defRPr>
                  <a:latin typeface="Arial"/>
                  <a:ea typeface="ＭＳ Ｐゴシック" charset="0"/>
                  <a:cs typeface="ＭＳ Ｐゴシック" charset="0"/>
                </a:defRPr>
              </a:lvl9pPr>
            </a:lstStyle>
            <a:p>
              <a:r>
                <a:rPr lang="en-GB" sz="1000" dirty="0"/>
                <a:t>racks user clicks down to the exact ad variation, enabling creative-level optimization and performance diagnostics within downstream analytics. </a:t>
              </a:r>
              <a:endParaRPr lang="en-IN" sz="1000" dirty="0">
                <a:sym typeface="Wingdings"/>
              </a:endParaRPr>
            </a:p>
          </p:txBody>
        </p:sp>
        <p:sp>
          <p:nvSpPr>
            <p:cNvPr id="42" name="Rectangle 5">
              <a:extLst>
                <a:ext uri="{FF2B5EF4-FFF2-40B4-BE49-F238E27FC236}">
                  <a16:creationId xmlns:a16="http://schemas.microsoft.com/office/drawing/2014/main" id="{A6E9B0F5-D58A-ABEC-3E7A-0D7EE49CABDE}"/>
                </a:ext>
              </a:extLst>
            </p:cNvPr>
            <p:cNvSpPr>
              <a:spLocks noChangeArrowheads="1"/>
            </p:cNvSpPr>
            <p:nvPr/>
          </p:nvSpPr>
          <p:spPr bwMode="auto">
            <a:xfrm>
              <a:off x="9435776" y="4002087"/>
              <a:ext cx="2119483" cy="17851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eaLnBrk="0" fontAlgn="base" hangingPunct="0">
                <a:spcBef>
                  <a:spcPct val="0"/>
                </a:spcBef>
                <a:spcAft>
                  <a:spcPct val="0"/>
                </a:spcAft>
              </a:pPr>
              <a:r>
                <a:rPr lang="en-GB" sz="1000" b="1" dirty="0">
                  <a:solidFill>
                    <a:schemeClr val="bg1"/>
                  </a:solidFill>
                </a:rPr>
                <a:t>Channel Restrictions: </a:t>
              </a:r>
              <a:r>
                <a:rPr lang="en-GB" sz="1000" dirty="0">
                  <a:solidFill>
                    <a:schemeClr val="bg1"/>
                  </a:solidFill>
                </a:rPr>
                <a:t>Only required and populated for three specific project types: Direct Media, Programmatic Media, and Paid Social. Omit entirely for other channels. </a:t>
              </a:r>
            </a:p>
            <a:p>
              <a:pPr eaLnBrk="0" fontAlgn="base" hangingPunct="0">
                <a:spcBef>
                  <a:spcPct val="0"/>
                </a:spcBef>
                <a:spcAft>
                  <a:spcPct val="0"/>
                </a:spcAft>
              </a:pPr>
              <a:r>
                <a:rPr lang="en-GB" sz="1000" b="1" dirty="0">
                  <a:solidFill>
                    <a:schemeClr val="bg1"/>
                  </a:solidFill>
                </a:rPr>
                <a:t>Macro Token Automation: </a:t>
              </a:r>
              <a:r>
                <a:rPr lang="en-GB" sz="1000" dirty="0">
                  <a:solidFill>
                    <a:schemeClr val="bg1"/>
                  </a:solidFill>
                </a:rPr>
                <a:t>Automatically appends the static %</a:t>
              </a:r>
              <a:r>
                <a:rPr lang="en-GB" sz="1000" dirty="0" err="1">
                  <a:solidFill>
                    <a:schemeClr val="bg1"/>
                  </a:solidFill>
                </a:rPr>
                <a:t>ecid</a:t>
              </a:r>
              <a:r>
                <a:rPr lang="en-GB" sz="1000" dirty="0">
                  <a:solidFill>
                    <a:schemeClr val="bg1"/>
                  </a:solidFill>
                </a:rPr>
                <a:t>! macro token, which CM360 replaces with a 9-digit ad-server ID upon a live click. </a:t>
              </a:r>
              <a:endParaRPr lang="en-US" altLang="en-US" sz="1000" dirty="0">
                <a:solidFill>
                  <a:schemeClr val="bg1"/>
                </a:solidFill>
              </a:endParaRPr>
            </a:p>
          </p:txBody>
        </p:sp>
        <p:sp>
          <p:nvSpPr>
            <p:cNvPr id="47" name="TextBox 46">
              <a:extLst>
                <a:ext uri="{FF2B5EF4-FFF2-40B4-BE49-F238E27FC236}">
                  <a16:creationId xmlns:a16="http://schemas.microsoft.com/office/drawing/2014/main" id="{0238DDE6-23E4-7DE0-18FE-26563E32AEBB}"/>
                </a:ext>
              </a:extLst>
            </p:cNvPr>
            <p:cNvSpPr txBox="1"/>
            <p:nvPr/>
          </p:nvSpPr>
          <p:spPr>
            <a:xfrm>
              <a:off x="9434813" y="5946475"/>
              <a:ext cx="2121408"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defPPr>
                <a:defRPr lang="en-US"/>
              </a:defPPr>
              <a:lvl1pPr eaLnBrk="0" fontAlgn="base" hangingPunct="0">
                <a:spcBef>
                  <a:spcPct val="0"/>
                </a:spcBef>
                <a:spcAft>
                  <a:spcPct val="0"/>
                </a:spcAft>
                <a:defRPr sz="1000" b="1">
                  <a:solidFill>
                    <a:schemeClr val="accent2"/>
                  </a:solidFill>
                </a:defRPr>
              </a:lvl1pPr>
            </a:lstStyle>
            <a:p>
              <a:r>
                <a:rPr lang="en-GB"/>
                <a:t>utm_source=linkedin</a:t>
              </a:r>
              <a:endParaRPr lang="en-GB" b="0" dirty="0"/>
            </a:p>
          </p:txBody>
        </p:sp>
      </p:grpSp>
    </p:spTree>
    <p:extLst>
      <p:ext uri="{BB962C8B-B14F-4D97-AF65-F5344CB8AC3E}">
        <p14:creationId xmlns:p14="http://schemas.microsoft.com/office/powerpoint/2010/main" val="4528647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8AA2E1-A6C1-DB44-AA91-871B83496B8A}"/>
              </a:ext>
            </a:extLst>
          </p:cNvPr>
          <p:cNvSpPr>
            <a:spLocks noGrp="1"/>
          </p:cNvSpPr>
          <p:nvPr>
            <p:ph type="title"/>
          </p:nvPr>
        </p:nvSpPr>
        <p:spPr/>
        <p:txBody>
          <a:bodyPr/>
          <a:lstStyle/>
          <a:p>
            <a:r>
              <a:rPr lang="en-US" dirty="0"/>
              <a:t>Empowering the Automation Engine Via Workfront</a:t>
            </a:r>
            <a:endParaRPr lang="en-GB" dirty="0"/>
          </a:p>
        </p:txBody>
      </p:sp>
      <p:grpSp>
        <p:nvGrpSpPr>
          <p:cNvPr id="27" name="Group 26">
            <a:extLst>
              <a:ext uri="{FF2B5EF4-FFF2-40B4-BE49-F238E27FC236}">
                <a16:creationId xmlns:a16="http://schemas.microsoft.com/office/drawing/2014/main" id="{5D7D7A40-53C2-669C-EBAF-07E3424F0F86}"/>
              </a:ext>
            </a:extLst>
          </p:cNvPr>
          <p:cNvGrpSpPr/>
          <p:nvPr/>
        </p:nvGrpSpPr>
        <p:grpSpPr>
          <a:xfrm>
            <a:off x="4631416" y="1176336"/>
            <a:ext cx="3051153" cy="4776724"/>
            <a:chOff x="4631416" y="1176336"/>
            <a:chExt cx="3051153" cy="4776724"/>
          </a:xfrm>
        </p:grpSpPr>
        <p:sp>
          <p:nvSpPr>
            <p:cNvPr id="12" name="Rectangle: Rounded Corners 11">
              <a:extLst>
                <a:ext uri="{FF2B5EF4-FFF2-40B4-BE49-F238E27FC236}">
                  <a16:creationId xmlns:a16="http://schemas.microsoft.com/office/drawing/2014/main" id="{032C461D-3726-2E34-C670-0D95E8B92523}"/>
                </a:ext>
              </a:extLst>
            </p:cNvPr>
            <p:cNvSpPr/>
            <p:nvPr/>
          </p:nvSpPr>
          <p:spPr>
            <a:xfrm>
              <a:off x="4631416" y="1444122"/>
              <a:ext cx="3051153" cy="4508938"/>
            </a:xfrm>
            <a:prstGeom prst="roundRect">
              <a:avLst>
                <a:gd name="adj" fmla="val 9813"/>
              </a:avLst>
            </a:prstGeom>
            <a:noFill/>
            <a:ln w="15875">
              <a:solidFill>
                <a:schemeClr val="bg2"/>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3" name="Rectangle: Rounded Corners 12">
              <a:extLst>
                <a:ext uri="{FF2B5EF4-FFF2-40B4-BE49-F238E27FC236}">
                  <a16:creationId xmlns:a16="http://schemas.microsoft.com/office/drawing/2014/main" id="{1ACB4D82-EC92-C45D-6E9D-5F3203DD9739}"/>
                </a:ext>
              </a:extLst>
            </p:cNvPr>
            <p:cNvSpPr/>
            <p:nvPr/>
          </p:nvSpPr>
          <p:spPr>
            <a:xfrm>
              <a:off x="4939863" y="1176336"/>
              <a:ext cx="2434258" cy="535571"/>
            </a:xfrm>
            <a:prstGeom prst="roundRect">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sz="1600" b="1" dirty="0">
                  <a:solidFill>
                    <a:schemeClr val="bg1"/>
                  </a:solidFill>
                </a:rPr>
                <a:t>Eliminating Manual Error</a:t>
              </a:r>
              <a:endParaRPr lang="en-GB" sz="1600" b="1" dirty="0">
                <a:solidFill>
                  <a:schemeClr val="bg1"/>
                </a:solidFill>
              </a:endParaRPr>
            </a:p>
          </p:txBody>
        </p:sp>
        <p:sp>
          <p:nvSpPr>
            <p:cNvPr id="14" name="TextBox 13">
              <a:extLst>
                <a:ext uri="{FF2B5EF4-FFF2-40B4-BE49-F238E27FC236}">
                  <a16:creationId xmlns:a16="http://schemas.microsoft.com/office/drawing/2014/main" id="{D3ADF173-2C7F-D88F-C6E7-3CF35A4E4DA3}"/>
                </a:ext>
              </a:extLst>
            </p:cNvPr>
            <p:cNvSpPr txBox="1"/>
            <p:nvPr/>
          </p:nvSpPr>
          <p:spPr>
            <a:xfrm>
              <a:off x="4810617" y="4382814"/>
              <a:ext cx="2692751" cy="1116199"/>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Upon submission, Workfront reads intake form fields to auto-generate the complete Tracking URL</a:t>
              </a:r>
              <a:endParaRPr lang="en-GB" sz="1600" kern="1200" dirty="0" err="1">
                <a:solidFill>
                  <a:schemeClr val="bg1"/>
                </a:solidFill>
                <a:latin typeface="+mn-lt"/>
                <a:ea typeface="ＭＳ Ｐゴシック" charset="0"/>
              </a:endParaRPr>
            </a:p>
          </p:txBody>
        </p:sp>
        <p:pic>
          <p:nvPicPr>
            <p:cNvPr id="17" name="Picture 16">
              <a:extLst>
                <a:ext uri="{FF2B5EF4-FFF2-40B4-BE49-F238E27FC236}">
                  <a16:creationId xmlns:a16="http://schemas.microsoft.com/office/drawing/2014/main" id="{8C519797-2C5A-5EC3-C9F8-2BB05E241B4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724153" y="1979693"/>
              <a:ext cx="2865679" cy="2489120"/>
            </a:xfrm>
            <a:prstGeom prst="rect">
              <a:avLst/>
            </a:prstGeom>
          </p:spPr>
        </p:pic>
      </p:grpSp>
      <p:grpSp>
        <p:nvGrpSpPr>
          <p:cNvPr id="26" name="Group 25">
            <a:extLst>
              <a:ext uri="{FF2B5EF4-FFF2-40B4-BE49-F238E27FC236}">
                <a16:creationId xmlns:a16="http://schemas.microsoft.com/office/drawing/2014/main" id="{F7EA61C3-F2F7-8079-90DC-7B2F356ADD2F}"/>
              </a:ext>
            </a:extLst>
          </p:cNvPr>
          <p:cNvGrpSpPr/>
          <p:nvPr/>
        </p:nvGrpSpPr>
        <p:grpSpPr>
          <a:xfrm>
            <a:off x="1168258" y="1176336"/>
            <a:ext cx="3051153" cy="4776724"/>
            <a:chOff x="1168258" y="1176336"/>
            <a:chExt cx="3051153" cy="4776724"/>
          </a:xfrm>
        </p:grpSpPr>
        <p:grpSp>
          <p:nvGrpSpPr>
            <p:cNvPr id="24" name="Group 23">
              <a:extLst>
                <a:ext uri="{FF2B5EF4-FFF2-40B4-BE49-F238E27FC236}">
                  <a16:creationId xmlns:a16="http://schemas.microsoft.com/office/drawing/2014/main" id="{D7FB4F94-B613-473F-E0D6-1F03B42750D1}"/>
                </a:ext>
              </a:extLst>
            </p:cNvPr>
            <p:cNvGrpSpPr/>
            <p:nvPr/>
          </p:nvGrpSpPr>
          <p:grpSpPr>
            <a:xfrm>
              <a:off x="1168258" y="1176336"/>
              <a:ext cx="3051153" cy="4776724"/>
              <a:chOff x="1168258" y="1176336"/>
              <a:chExt cx="3051153" cy="4776724"/>
            </a:xfrm>
          </p:grpSpPr>
          <p:grpSp>
            <p:nvGrpSpPr>
              <p:cNvPr id="10" name="Group 9">
                <a:extLst>
                  <a:ext uri="{FF2B5EF4-FFF2-40B4-BE49-F238E27FC236}">
                    <a16:creationId xmlns:a16="http://schemas.microsoft.com/office/drawing/2014/main" id="{2B31DCAA-5856-82E1-183D-AF14BA1A54B7}"/>
                  </a:ext>
                </a:extLst>
              </p:cNvPr>
              <p:cNvGrpSpPr/>
              <p:nvPr/>
            </p:nvGrpSpPr>
            <p:grpSpPr>
              <a:xfrm>
                <a:off x="1168258" y="1176336"/>
                <a:ext cx="3051153" cy="4776724"/>
                <a:chOff x="1168258" y="1176336"/>
                <a:chExt cx="3051153" cy="4776724"/>
              </a:xfrm>
            </p:grpSpPr>
            <p:sp>
              <p:nvSpPr>
                <p:cNvPr id="3" name="Rectangle: Rounded Corners 2">
                  <a:extLst>
                    <a:ext uri="{FF2B5EF4-FFF2-40B4-BE49-F238E27FC236}">
                      <a16:creationId xmlns:a16="http://schemas.microsoft.com/office/drawing/2014/main" id="{A00F47DA-3D82-AAD7-E23D-F4E8BFC7B1E7}"/>
                    </a:ext>
                  </a:extLst>
                </p:cNvPr>
                <p:cNvSpPr/>
                <p:nvPr/>
              </p:nvSpPr>
              <p:spPr>
                <a:xfrm>
                  <a:off x="1168258" y="1444122"/>
                  <a:ext cx="3051153" cy="4508938"/>
                </a:xfrm>
                <a:prstGeom prst="roundRect">
                  <a:avLst>
                    <a:gd name="adj" fmla="val 9813"/>
                  </a:avLst>
                </a:prstGeom>
                <a:noFill/>
                <a:ln w="15875">
                  <a:solidFill>
                    <a:schemeClr val="bg2"/>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6" name="Rectangle: Rounded Corners 5">
                  <a:extLst>
                    <a:ext uri="{FF2B5EF4-FFF2-40B4-BE49-F238E27FC236}">
                      <a16:creationId xmlns:a16="http://schemas.microsoft.com/office/drawing/2014/main" id="{33F21511-D5FD-B46D-8E25-30B065CE76F6}"/>
                    </a:ext>
                  </a:extLst>
                </p:cNvPr>
                <p:cNvSpPr/>
                <p:nvPr/>
              </p:nvSpPr>
              <p:spPr>
                <a:xfrm>
                  <a:off x="1476705" y="1176336"/>
                  <a:ext cx="2434258" cy="535571"/>
                </a:xfrm>
                <a:prstGeom prst="roundRect">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sz="1600" b="1" dirty="0">
                      <a:solidFill>
                        <a:schemeClr val="bg1"/>
                      </a:solidFill>
                    </a:rPr>
                    <a:t>Centralized Intake</a:t>
                  </a:r>
                  <a:endParaRPr lang="en-GB" sz="1600" b="1" dirty="0">
                    <a:solidFill>
                      <a:schemeClr val="bg1"/>
                    </a:solidFill>
                  </a:endParaRPr>
                </a:p>
              </p:txBody>
            </p:sp>
            <p:sp>
              <p:nvSpPr>
                <p:cNvPr id="7" name="TextBox 6">
                  <a:extLst>
                    <a:ext uri="{FF2B5EF4-FFF2-40B4-BE49-F238E27FC236}">
                      <a16:creationId xmlns:a16="http://schemas.microsoft.com/office/drawing/2014/main" id="{3790E6A5-2217-A06D-89D8-B13E938A6965}"/>
                    </a:ext>
                  </a:extLst>
                </p:cNvPr>
                <p:cNvSpPr txBox="1"/>
                <p:nvPr/>
              </p:nvSpPr>
              <p:spPr>
                <a:xfrm>
                  <a:off x="1347459" y="4382814"/>
                  <a:ext cx="2692751" cy="1116199"/>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Workfront is the absolute source of truth for campaign intake</a:t>
                  </a:r>
                  <a:endParaRPr lang="en-GB" sz="1600" kern="1200" dirty="0" err="1">
                    <a:solidFill>
                      <a:schemeClr val="bg1"/>
                    </a:solidFill>
                    <a:latin typeface="+mn-lt"/>
                    <a:ea typeface="ＭＳ Ｐゴシック" charset="0"/>
                  </a:endParaRPr>
                </a:p>
              </p:txBody>
            </p:sp>
          </p:grpSp>
          <p:pic>
            <p:nvPicPr>
              <p:cNvPr id="19" name="Picture 18">
                <a:extLst>
                  <a:ext uri="{FF2B5EF4-FFF2-40B4-BE49-F238E27FC236}">
                    <a16:creationId xmlns:a16="http://schemas.microsoft.com/office/drawing/2014/main" id="{E66DDB4D-4B4A-989A-57BD-E3A0C6900A0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11435" y="2049069"/>
                <a:ext cx="2711959" cy="2419744"/>
              </a:xfrm>
              <a:prstGeom prst="rect">
                <a:avLst/>
              </a:prstGeom>
            </p:spPr>
          </p:pic>
        </p:grpSp>
        <p:sp>
          <p:nvSpPr>
            <p:cNvPr id="20" name="TextBox 19">
              <a:extLst>
                <a:ext uri="{FF2B5EF4-FFF2-40B4-BE49-F238E27FC236}">
                  <a16:creationId xmlns:a16="http://schemas.microsoft.com/office/drawing/2014/main" id="{E1C916AA-6D6E-C887-E65E-8549B5814932}"/>
                </a:ext>
              </a:extLst>
            </p:cNvPr>
            <p:cNvSpPr txBox="1"/>
            <p:nvPr/>
          </p:nvSpPr>
          <p:spPr>
            <a:xfrm>
              <a:off x="1377238" y="3042242"/>
              <a:ext cx="834893" cy="310372"/>
            </a:xfrm>
            <a:prstGeom prst="rect">
              <a:avLst/>
            </a:prstGeom>
            <a:noFill/>
          </p:spPr>
          <p:txBody>
            <a:bodyPr wrap="square" lIns="0" tIns="0" rIns="0" bIns="0" rtlCol="0">
              <a:noAutofit/>
            </a:bodyPr>
            <a:lstStyle/>
            <a:p>
              <a:pPr algn="ctr" defTabSz="912276" rtl="0" eaLnBrk="1" fontAlgn="base" hangingPunct="1">
                <a:lnSpc>
                  <a:spcPct val="100000"/>
                </a:lnSpc>
                <a:spcBef>
                  <a:spcPts val="0"/>
                </a:spcBef>
                <a:buClr>
                  <a:schemeClr val="bg1"/>
                </a:buClr>
                <a:buSzPct val="100000"/>
              </a:pPr>
              <a:r>
                <a:rPr lang="en-US" sz="900" b="1" kern="1200" dirty="0">
                  <a:solidFill>
                    <a:schemeClr val="bg1"/>
                  </a:solidFill>
                  <a:latin typeface="+mn-lt"/>
                  <a:ea typeface="ＭＳ Ｐゴシック" charset="0"/>
                </a:rPr>
                <a:t>TEAM A</a:t>
              </a:r>
            </a:p>
            <a:p>
              <a:pPr algn="ctr" defTabSz="912276" rtl="0" eaLnBrk="1" fontAlgn="base" hangingPunct="1">
                <a:lnSpc>
                  <a:spcPct val="100000"/>
                </a:lnSpc>
                <a:spcBef>
                  <a:spcPts val="0"/>
                </a:spcBef>
                <a:buClr>
                  <a:schemeClr val="bg1"/>
                </a:buClr>
                <a:buSzPct val="100000"/>
              </a:pPr>
              <a:r>
                <a:rPr lang="en-US" sz="900" dirty="0">
                  <a:solidFill>
                    <a:schemeClr val="bg1"/>
                  </a:solidFill>
                  <a:ea typeface="ＭＳ Ｐゴシック" charset="0"/>
                </a:rPr>
                <a:t>Global Media</a:t>
              </a:r>
              <a:endParaRPr lang="en-GB" sz="900" kern="1200" dirty="0" err="1">
                <a:solidFill>
                  <a:schemeClr val="bg1"/>
                </a:solidFill>
                <a:latin typeface="+mn-lt"/>
                <a:ea typeface="ＭＳ Ｐゴシック" charset="0"/>
              </a:endParaRPr>
            </a:p>
          </p:txBody>
        </p:sp>
        <p:sp>
          <p:nvSpPr>
            <p:cNvPr id="21" name="TextBox 20">
              <a:extLst>
                <a:ext uri="{FF2B5EF4-FFF2-40B4-BE49-F238E27FC236}">
                  <a16:creationId xmlns:a16="http://schemas.microsoft.com/office/drawing/2014/main" id="{F1440149-87DC-4138-346A-8004AD886B41}"/>
                </a:ext>
              </a:extLst>
            </p:cNvPr>
            <p:cNvSpPr txBox="1"/>
            <p:nvPr/>
          </p:nvSpPr>
          <p:spPr>
            <a:xfrm>
              <a:off x="3215374" y="3103755"/>
              <a:ext cx="951197" cy="310372"/>
            </a:xfrm>
            <a:prstGeom prst="rect">
              <a:avLst/>
            </a:prstGeom>
            <a:noFill/>
          </p:spPr>
          <p:txBody>
            <a:bodyPr wrap="square" lIns="0" tIns="0" rIns="0" bIns="0" rtlCol="0">
              <a:noAutofit/>
            </a:bodyPr>
            <a:lstStyle/>
            <a:p>
              <a:pPr algn="ctr" defTabSz="912276" rtl="0" eaLnBrk="1" fontAlgn="base" hangingPunct="1">
                <a:lnSpc>
                  <a:spcPct val="100000"/>
                </a:lnSpc>
                <a:spcBef>
                  <a:spcPts val="0"/>
                </a:spcBef>
                <a:buClr>
                  <a:schemeClr val="bg1"/>
                </a:buClr>
                <a:buSzPct val="100000"/>
              </a:pPr>
              <a:r>
                <a:rPr lang="en-US" sz="900" b="1" kern="1200" dirty="0">
                  <a:solidFill>
                    <a:schemeClr val="bg1"/>
                  </a:solidFill>
                  <a:latin typeface="+mn-lt"/>
                  <a:ea typeface="ＭＳ Ｐゴシック" charset="0"/>
                </a:rPr>
                <a:t>TEAM B</a:t>
              </a:r>
            </a:p>
            <a:p>
              <a:pPr algn="ctr" defTabSz="912276" rtl="0" eaLnBrk="1" fontAlgn="base" hangingPunct="1">
                <a:lnSpc>
                  <a:spcPct val="100000"/>
                </a:lnSpc>
                <a:spcBef>
                  <a:spcPts val="0"/>
                </a:spcBef>
                <a:buClr>
                  <a:schemeClr val="bg1"/>
                </a:buClr>
                <a:buSzPct val="100000"/>
              </a:pPr>
              <a:r>
                <a:rPr lang="en-US" sz="900" dirty="0">
                  <a:solidFill>
                    <a:schemeClr val="bg1"/>
                  </a:solidFill>
                  <a:ea typeface="ＭＳ Ｐゴシック" charset="0"/>
                </a:rPr>
                <a:t>Field Marketing</a:t>
              </a:r>
              <a:endParaRPr lang="en-GB" sz="900" kern="1200" dirty="0" err="1">
                <a:solidFill>
                  <a:schemeClr val="bg1"/>
                </a:solidFill>
                <a:latin typeface="+mn-lt"/>
                <a:ea typeface="ＭＳ Ｐゴシック" charset="0"/>
              </a:endParaRPr>
            </a:p>
          </p:txBody>
        </p:sp>
        <p:sp>
          <p:nvSpPr>
            <p:cNvPr id="22" name="TextBox 21">
              <a:extLst>
                <a:ext uri="{FF2B5EF4-FFF2-40B4-BE49-F238E27FC236}">
                  <a16:creationId xmlns:a16="http://schemas.microsoft.com/office/drawing/2014/main" id="{5E696301-90F9-7727-1EA6-E91B8F9A872E}"/>
                </a:ext>
              </a:extLst>
            </p:cNvPr>
            <p:cNvSpPr txBox="1"/>
            <p:nvPr/>
          </p:nvSpPr>
          <p:spPr>
            <a:xfrm>
              <a:off x="2967251" y="4188187"/>
              <a:ext cx="1199320" cy="310372"/>
            </a:xfrm>
            <a:prstGeom prst="rect">
              <a:avLst/>
            </a:prstGeom>
            <a:noFill/>
          </p:spPr>
          <p:txBody>
            <a:bodyPr wrap="square" lIns="0" tIns="0" rIns="0" bIns="0" rtlCol="0">
              <a:noAutofit/>
            </a:bodyPr>
            <a:lstStyle/>
            <a:p>
              <a:pPr algn="ctr" defTabSz="912276" rtl="0" eaLnBrk="1" fontAlgn="base" hangingPunct="1">
                <a:lnSpc>
                  <a:spcPct val="100000"/>
                </a:lnSpc>
                <a:spcBef>
                  <a:spcPts val="0"/>
                </a:spcBef>
                <a:buClr>
                  <a:schemeClr val="bg1"/>
                </a:buClr>
                <a:buSzPct val="100000"/>
              </a:pPr>
              <a:r>
                <a:rPr lang="en-US" sz="900" b="1" kern="1200" dirty="0">
                  <a:solidFill>
                    <a:schemeClr val="bg1"/>
                  </a:solidFill>
                  <a:latin typeface="+mn-lt"/>
                  <a:ea typeface="ＭＳ Ｐゴシック" charset="0"/>
                </a:rPr>
                <a:t>TEAM C</a:t>
              </a:r>
            </a:p>
            <a:p>
              <a:pPr algn="ctr" defTabSz="912276" rtl="0" eaLnBrk="1" fontAlgn="base" hangingPunct="1">
                <a:lnSpc>
                  <a:spcPct val="100000"/>
                </a:lnSpc>
                <a:spcBef>
                  <a:spcPts val="0"/>
                </a:spcBef>
                <a:buClr>
                  <a:schemeClr val="bg1"/>
                </a:buClr>
                <a:buSzPct val="100000"/>
              </a:pPr>
              <a:r>
                <a:rPr lang="en-US" sz="900" dirty="0">
                  <a:solidFill>
                    <a:schemeClr val="bg1"/>
                  </a:solidFill>
                  <a:ea typeface="ＭＳ Ｐゴシック" charset="0"/>
                </a:rPr>
                <a:t>Integrated Marketing</a:t>
              </a:r>
              <a:endParaRPr lang="en-GB" sz="900" kern="1200" dirty="0" err="1">
                <a:solidFill>
                  <a:schemeClr val="bg1"/>
                </a:solidFill>
                <a:latin typeface="+mn-lt"/>
                <a:ea typeface="ＭＳ Ｐゴシック" charset="0"/>
              </a:endParaRPr>
            </a:p>
          </p:txBody>
        </p:sp>
      </p:grpSp>
      <p:grpSp>
        <p:nvGrpSpPr>
          <p:cNvPr id="35" name="Group 34">
            <a:extLst>
              <a:ext uri="{FF2B5EF4-FFF2-40B4-BE49-F238E27FC236}">
                <a16:creationId xmlns:a16="http://schemas.microsoft.com/office/drawing/2014/main" id="{A9FFFF1E-889A-E5C9-081C-E833B7D2DF5E}"/>
              </a:ext>
            </a:extLst>
          </p:cNvPr>
          <p:cNvGrpSpPr/>
          <p:nvPr/>
        </p:nvGrpSpPr>
        <p:grpSpPr>
          <a:xfrm>
            <a:off x="8170249" y="1101712"/>
            <a:ext cx="3051153" cy="4776724"/>
            <a:chOff x="8170249" y="1101712"/>
            <a:chExt cx="3051153" cy="4776724"/>
          </a:xfrm>
        </p:grpSpPr>
        <p:grpSp>
          <p:nvGrpSpPr>
            <p:cNvPr id="28" name="Group 27">
              <a:extLst>
                <a:ext uri="{FF2B5EF4-FFF2-40B4-BE49-F238E27FC236}">
                  <a16:creationId xmlns:a16="http://schemas.microsoft.com/office/drawing/2014/main" id="{6D2E1408-9343-F159-8458-27FAFE765DF5}"/>
                </a:ext>
              </a:extLst>
            </p:cNvPr>
            <p:cNvGrpSpPr/>
            <p:nvPr/>
          </p:nvGrpSpPr>
          <p:grpSpPr>
            <a:xfrm>
              <a:off x="8170249" y="1101712"/>
              <a:ext cx="3051153" cy="4776724"/>
              <a:chOff x="4631416" y="1176336"/>
              <a:chExt cx="3051153" cy="4776724"/>
            </a:xfrm>
          </p:grpSpPr>
          <p:sp>
            <p:nvSpPr>
              <p:cNvPr id="29" name="Rectangle: Rounded Corners 28">
                <a:extLst>
                  <a:ext uri="{FF2B5EF4-FFF2-40B4-BE49-F238E27FC236}">
                    <a16:creationId xmlns:a16="http://schemas.microsoft.com/office/drawing/2014/main" id="{DE592B3C-024D-E1E4-CEEA-04D8A2C6F9CC}"/>
                  </a:ext>
                </a:extLst>
              </p:cNvPr>
              <p:cNvSpPr/>
              <p:nvPr/>
            </p:nvSpPr>
            <p:spPr>
              <a:xfrm>
                <a:off x="4631416" y="1444122"/>
                <a:ext cx="3051153" cy="4508938"/>
              </a:xfrm>
              <a:prstGeom prst="roundRect">
                <a:avLst>
                  <a:gd name="adj" fmla="val 9813"/>
                </a:avLst>
              </a:prstGeom>
              <a:noFill/>
              <a:ln w="15875">
                <a:solidFill>
                  <a:schemeClr val="bg2"/>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30" name="Rectangle: Rounded Corners 29">
                <a:extLst>
                  <a:ext uri="{FF2B5EF4-FFF2-40B4-BE49-F238E27FC236}">
                    <a16:creationId xmlns:a16="http://schemas.microsoft.com/office/drawing/2014/main" id="{6A6A6C73-A3DB-F9C7-4B96-6D7D142F7B65}"/>
                  </a:ext>
                </a:extLst>
              </p:cNvPr>
              <p:cNvSpPr/>
              <p:nvPr/>
            </p:nvSpPr>
            <p:spPr>
              <a:xfrm>
                <a:off x="4939863" y="1176336"/>
                <a:ext cx="2434258" cy="535571"/>
              </a:xfrm>
              <a:prstGeom prst="roundRect">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sz="1600" b="1" dirty="0">
                    <a:solidFill>
                      <a:schemeClr val="bg1"/>
                    </a:solidFill>
                  </a:rPr>
                  <a:t>Platform Parity</a:t>
                </a:r>
                <a:endParaRPr lang="en-GB" sz="1600" b="1" dirty="0">
                  <a:solidFill>
                    <a:schemeClr val="bg1"/>
                  </a:solidFill>
                </a:endParaRPr>
              </a:p>
            </p:txBody>
          </p:sp>
          <p:sp>
            <p:nvSpPr>
              <p:cNvPr id="31" name="TextBox 30">
                <a:extLst>
                  <a:ext uri="{FF2B5EF4-FFF2-40B4-BE49-F238E27FC236}">
                    <a16:creationId xmlns:a16="http://schemas.microsoft.com/office/drawing/2014/main" id="{CB36560A-416E-A6C3-451B-78E17C5CCF73}"/>
                  </a:ext>
                </a:extLst>
              </p:cNvPr>
              <p:cNvSpPr txBox="1"/>
              <p:nvPr/>
            </p:nvSpPr>
            <p:spPr>
              <a:xfrm>
                <a:off x="4810617" y="4382814"/>
                <a:ext cx="2730556" cy="1373702"/>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Execution Teams may use different platforms, but all must strictly apply the exact same underlying tagging rules dictated by Workfront</a:t>
                </a:r>
                <a:endParaRPr lang="en-GB" sz="1600" kern="1200" dirty="0" err="1">
                  <a:solidFill>
                    <a:schemeClr val="bg1"/>
                  </a:solidFill>
                  <a:latin typeface="+mn-lt"/>
                  <a:ea typeface="ＭＳ Ｐゴシック" charset="0"/>
                </a:endParaRPr>
              </a:p>
            </p:txBody>
          </p:sp>
        </p:grpSp>
        <p:pic>
          <p:nvPicPr>
            <p:cNvPr id="34" name="Picture 33">
              <a:extLst>
                <a:ext uri="{FF2B5EF4-FFF2-40B4-BE49-F238E27FC236}">
                  <a16:creationId xmlns:a16="http://schemas.microsoft.com/office/drawing/2014/main" id="{09B8A333-4377-DF3F-28A1-B5686A41B75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284923" y="2171072"/>
              <a:ext cx="2821804" cy="1847664"/>
            </a:xfrm>
            <a:prstGeom prst="rect">
              <a:avLst/>
            </a:prstGeom>
          </p:spPr>
        </p:pic>
      </p:grpSp>
      <p:sp>
        <p:nvSpPr>
          <p:cNvPr id="36" name="TextBox 35"/>
          <p:cNvSpPr txBox="1"/>
          <p:nvPr/>
        </p:nvSpPr>
        <p:spPr>
          <a:xfrm>
            <a:off x="502920" y="5120640"/>
            <a:ext cx="11155680" cy="1371600"/>
          </a:xfrm>
          <a:prstGeom prst="rect">
            <a:avLst/>
          </a:prstGeom>
          <a:solidFill>
            <a:srgbClr val="F5F8FB"/>
          </a:solidFill>
          <a:ln>
            <a:solidFill>
              <a:srgbClr val="005596"/>
            </a:solidFill>
          </a:ln>
        </p:spPr>
        <p:txBody>
          <a:bodyPr wrap="none">
            <a:spAutoFit/>
          </a:bodyPr>
          <a:lstStyle/>
          <a:p>
            <a:pPr>
              <a:defRPr sz="1000" b="0">
                <a:solidFill>
                  <a:srgbClr val="1F2937"/>
                </a:solidFill>
              </a:defRPr>
            </a:pPr>
            <a:r>
              <a:t>1. Marketer selects channel type and platform in Workfront.</a:t>
            </a:r>
            <a:br/>
            <a:r>
              <a:t>2. Workfront assigns CCID, DTID, and maps utm_medium / utm_source from Source and Mediums.xlsx.</a:t>
            </a:r>
            <a:br/>
            <a:r>
              <a:t>3. Generated query string is appended to the destination URL — no manual UTM editing.</a:t>
            </a:r>
            <a:br/>
            <a:br/>
            <a:r>
              <a:t>Use Stensul for supported email flows; Manual URL Builder for web-referral and exceptions.</a:t>
            </a:r>
            <a:br/>
            <a:r>
              <a:t>If a source or medium is missing → escalate. Do not create local variants.</a:t>
            </a:r>
          </a:p>
        </p:txBody>
      </p:sp>
    </p:spTree>
    <p:extLst>
      <p:ext uri="{BB962C8B-B14F-4D97-AF65-F5344CB8AC3E}">
        <p14:creationId xmlns:p14="http://schemas.microsoft.com/office/powerpoint/2010/main" val="39059335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A29DA6-7DB3-04BE-9569-90FFAC437FD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AAA83BE-D2AB-F5B9-1C4F-E5A9D8DEEE1F}"/>
              </a:ext>
            </a:extLst>
          </p:cNvPr>
          <p:cNvSpPr>
            <a:spLocks noGrp="1"/>
          </p:cNvSpPr>
          <p:nvPr>
            <p:ph type="title"/>
          </p:nvPr>
        </p:nvSpPr>
        <p:spPr/>
        <p:txBody>
          <a:bodyPr/>
          <a:lstStyle/>
          <a:p>
            <a:r>
              <a:rPr lang="en-US" dirty="0"/>
              <a:t>Dissecting the Hybrid URL Requirements</a:t>
            </a:r>
            <a:endParaRPr lang="en-GB" dirty="0"/>
          </a:p>
        </p:txBody>
      </p:sp>
      <p:grpSp>
        <p:nvGrpSpPr>
          <p:cNvPr id="8" name="Group 7">
            <a:extLst>
              <a:ext uri="{FF2B5EF4-FFF2-40B4-BE49-F238E27FC236}">
                <a16:creationId xmlns:a16="http://schemas.microsoft.com/office/drawing/2014/main" id="{2EB3E931-235B-141E-F1E5-6D03CA1D3474}"/>
              </a:ext>
            </a:extLst>
          </p:cNvPr>
          <p:cNvGrpSpPr/>
          <p:nvPr/>
        </p:nvGrpSpPr>
        <p:grpSpPr>
          <a:xfrm>
            <a:off x="702275" y="4393977"/>
            <a:ext cx="1554480" cy="1023056"/>
            <a:chOff x="567559" y="4419201"/>
            <a:chExt cx="1822493" cy="1023056"/>
          </a:xfrm>
        </p:grpSpPr>
        <p:sp>
          <p:nvSpPr>
            <p:cNvPr id="4" name="Rectangle: Rounded Corners 3">
              <a:extLst>
                <a:ext uri="{FF2B5EF4-FFF2-40B4-BE49-F238E27FC236}">
                  <a16:creationId xmlns:a16="http://schemas.microsoft.com/office/drawing/2014/main" id="{3296B2D5-6D2C-70F2-D82A-9216ED498B5D}"/>
                </a:ext>
              </a:extLst>
            </p:cNvPr>
            <p:cNvSpPr/>
            <p:nvPr/>
          </p:nvSpPr>
          <p:spPr>
            <a:xfrm>
              <a:off x="567559" y="4433263"/>
              <a:ext cx="1822493" cy="1008994"/>
            </a:xfrm>
            <a:prstGeom prst="roundRect">
              <a:avLst>
                <a:gd name="adj" fmla="val 13542"/>
              </a:avLst>
            </a:prstGeom>
            <a:noFill/>
            <a:ln w="15875">
              <a:solidFill>
                <a:schemeClr val="bg2"/>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cxnSp>
          <p:nvCxnSpPr>
            <p:cNvPr id="5" name="Straight Connector 4">
              <a:extLst>
                <a:ext uri="{FF2B5EF4-FFF2-40B4-BE49-F238E27FC236}">
                  <a16:creationId xmlns:a16="http://schemas.microsoft.com/office/drawing/2014/main" id="{15EA829B-6A03-D592-B352-1EB2DBCBF127}"/>
                </a:ext>
              </a:extLst>
            </p:cNvPr>
            <p:cNvCxnSpPr>
              <a:cxnSpLocks/>
            </p:cNvCxnSpPr>
            <p:nvPr/>
          </p:nvCxnSpPr>
          <p:spPr>
            <a:xfrm>
              <a:off x="568977" y="4759736"/>
              <a:ext cx="1819656" cy="0"/>
            </a:xfrm>
            <a:prstGeom prst="line">
              <a:avLst/>
            </a:prstGeom>
            <a:noFill/>
            <a:ln w="5080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cxnSp>
        <p:sp>
          <p:nvSpPr>
            <p:cNvPr id="6" name="TextBox 5">
              <a:extLst>
                <a:ext uri="{FF2B5EF4-FFF2-40B4-BE49-F238E27FC236}">
                  <a16:creationId xmlns:a16="http://schemas.microsoft.com/office/drawing/2014/main" id="{D8234B7D-D63B-8742-0CF9-F29069F67C66}"/>
                </a:ext>
              </a:extLst>
            </p:cNvPr>
            <p:cNvSpPr txBox="1"/>
            <p:nvPr/>
          </p:nvSpPr>
          <p:spPr>
            <a:xfrm>
              <a:off x="854491" y="4419201"/>
              <a:ext cx="1248629" cy="340535"/>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600" dirty="0">
                  <a:solidFill>
                    <a:schemeClr val="bg1"/>
                  </a:solidFill>
                  <a:ea typeface="ＭＳ Ｐゴシック" charset="0"/>
                </a:rPr>
                <a:t>Activity ID</a:t>
              </a:r>
              <a:endParaRPr lang="en-GB" sz="1600" kern="1200" dirty="0" err="1">
                <a:solidFill>
                  <a:schemeClr val="bg1"/>
                </a:solidFill>
                <a:latin typeface="+mn-lt"/>
                <a:ea typeface="ＭＳ Ｐゴシック" charset="0"/>
              </a:endParaRPr>
            </a:p>
          </p:txBody>
        </p:sp>
        <p:sp>
          <p:nvSpPr>
            <p:cNvPr id="7" name="TextBox 6">
              <a:extLst>
                <a:ext uri="{FF2B5EF4-FFF2-40B4-BE49-F238E27FC236}">
                  <a16:creationId xmlns:a16="http://schemas.microsoft.com/office/drawing/2014/main" id="{BB06BECC-5FD9-B0F9-64F5-3B59120618AA}"/>
                </a:ext>
              </a:extLst>
            </p:cNvPr>
            <p:cNvSpPr txBox="1"/>
            <p:nvPr/>
          </p:nvSpPr>
          <p:spPr>
            <a:xfrm>
              <a:off x="687376" y="4854328"/>
              <a:ext cx="1582858" cy="493335"/>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200" dirty="0">
                  <a:solidFill>
                    <a:schemeClr val="bg1"/>
                  </a:solidFill>
                  <a:ea typeface="ＭＳ Ｐゴシック" charset="0"/>
                </a:rPr>
                <a:t>Legacy Marketing Initiative Activation</a:t>
              </a:r>
              <a:endParaRPr lang="en-GB" sz="1200" kern="1200" dirty="0" err="1">
                <a:solidFill>
                  <a:schemeClr val="bg1"/>
                </a:solidFill>
                <a:latin typeface="+mn-lt"/>
                <a:ea typeface="ＭＳ Ｐゴシック" charset="0"/>
              </a:endParaRPr>
            </a:p>
          </p:txBody>
        </p:sp>
      </p:grpSp>
      <p:grpSp>
        <p:nvGrpSpPr>
          <p:cNvPr id="9" name="Group 8">
            <a:extLst>
              <a:ext uri="{FF2B5EF4-FFF2-40B4-BE49-F238E27FC236}">
                <a16:creationId xmlns:a16="http://schemas.microsoft.com/office/drawing/2014/main" id="{9D4AEC54-C693-55ED-F010-E741E43F280A}"/>
              </a:ext>
            </a:extLst>
          </p:cNvPr>
          <p:cNvGrpSpPr/>
          <p:nvPr/>
        </p:nvGrpSpPr>
        <p:grpSpPr>
          <a:xfrm>
            <a:off x="2573343" y="4393977"/>
            <a:ext cx="1554480" cy="1023056"/>
            <a:chOff x="567559" y="4419201"/>
            <a:chExt cx="1822493" cy="1023056"/>
          </a:xfrm>
        </p:grpSpPr>
        <p:sp>
          <p:nvSpPr>
            <p:cNvPr id="10" name="Rectangle: Rounded Corners 9">
              <a:extLst>
                <a:ext uri="{FF2B5EF4-FFF2-40B4-BE49-F238E27FC236}">
                  <a16:creationId xmlns:a16="http://schemas.microsoft.com/office/drawing/2014/main" id="{5DBBA2A8-E620-2BAB-06DC-D3DABACC3A0E}"/>
                </a:ext>
              </a:extLst>
            </p:cNvPr>
            <p:cNvSpPr/>
            <p:nvPr/>
          </p:nvSpPr>
          <p:spPr>
            <a:xfrm>
              <a:off x="567559" y="4433263"/>
              <a:ext cx="1822493" cy="1008994"/>
            </a:xfrm>
            <a:prstGeom prst="roundRect">
              <a:avLst>
                <a:gd name="adj" fmla="val 13542"/>
              </a:avLst>
            </a:prstGeom>
            <a:noFill/>
            <a:ln w="15875">
              <a:solidFill>
                <a:schemeClr val="accent1"/>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cxnSp>
          <p:nvCxnSpPr>
            <p:cNvPr id="11" name="Straight Connector 10">
              <a:extLst>
                <a:ext uri="{FF2B5EF4-FFF2-40B4-BE49-F238E27FC236}">
                  <a16:creationId xmlns:a16="http://schemas.microsoft.com/office/drawing/2014/main" id="{317E4738-C75E-F3C7-0626-43F09DF7FDA1}"/>
                </a:ext>
              </a:extLst>
            </p:cNvPr>
            <p:cNvCxnSpPr>
              <a:cxnSpLocks/>
            </p:cNvCxnSpPr>
            <p:nvPr/>
          </p:nvCxnSpPr>
          <p:spPr>
            <a:xfrm>
              <a:off x="568977" y="4759736"/>
              <a:ext cx="1819656" cy="0"/>
            </a:xfrm>
            <a:prstGeom prst="line">
              <a:avLst/>
            </a:prstGeom>
            <a:noFill/>
            <a:ln w="50800">
              <a:solidFill>
                <a:schemeClr val="accent1"/>
              </a:solidFill>
            </a:ln>
            <a:effectLst/>
          </p:spPr>
          <p:style>
            <a:lnRef idx="2">
              <a:schemeClr val="accent1">
                <a:shade val="50000"/>
              </a:schemeClr>
            </a:lnRef>
            <a:fillRef idx="1">
              <a:schemeClr val="accent1"/>
            </a:fillRef>
            <a:effectRef idx="0">
              <a:schemeClr val="accent1"/>
            </a:effectRef>
            <a:fontRef idx="minor">
              <a:schemeClr val="lt1"/>
            </a:fontRef>
          </p:style>
        </p:cxnSp>
        <p:sp>
          <p:nvSpPr>
            <p:cNvPr id="12" name="TextBox 11">
              <a:extLst>
                <a:ext uri="{FF2B5EF4-FFF2-40B4-BE49-F238E27FC236}">
                  <a16:creationId xmlns:a16="http://schemas.microsoft.com/office/drawing/2014/main" id="{6BA74218-48E3-0D07-C092-F52908539A2A}"/>
                </a:ext>
              </a:extLst>
            </p:cNvPr>
            <p:cNvSpPr txBox="1"/>
            <p:nvPr/>
          </p:nvSpPr>
          <p:spPr>
            <a:xfrm>
              <a:off x="854491" y="4419201"/>
              <a:ext cx="1248629" cy="340535"/>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600" dirty="0">
                  <a:solidFill>
                    <a:schemeClr val="bg1"/>
                  </a:solidFill>
                  <a:ea typeface="ＭＳ Ｐゴシック" charset="0"/>
                </a:rPr>
                <a:t>Drive To ID</a:t>
              </a:r>
              <a:endParaRPr lang="en-GB" sz="1600" kern="1200" dirty="0" err="1">
                <a:solidFill>
                  <a:schemeClr val="bg1"/>
                </a:solidFill>
                <a:latin typeface="+mn-lt"/>
                <a:ea typeface="ＭＳ Ｐゴシック" charset="0"/>
              </a:endParaRPr>
            </a:p>
          </p:txBody>
        </p:sp>
        <p:sp>
          <p:nvSpPr>
            <p:cNvPr id="13" name="TextBox 12">
              <a:extLst>
                <a:ext uri="{FF2B5EF4-FFF2-40B4-BE49-F238E27FC236}">
                  <a16:creationId xmlns:a16="http://schemas.microsoft.com/office/drawing/2014/main" id="{D84D5BCB-FE51-7AFC-5D9C-5C8F2B1BD083}"/>
                </a:ext>
              </a:extLst>
            </p:cNvPr>
            <p:cNvSpPr txBox="1"/>
            <p:nvPr/>
          </p:nvSpPr>
          <p:spPr>
            <a:xfrm>
              <a:off x="687376" y="4854328"/>
              <a:ext cx="1582858" cy="493335"/>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200" dirty="0">
                  <a:solidFill>
                    <a:schemeClr val="bg1"/>
                  </a:solidFill>
                  <a:ea typeface="ＭＳ Ｐゴシック" charset="0"/>
                </a:rPr>
                <a:t>Legacy Channel Type</a:t>
              </a:r>
              <a:endParaRPr lang="en-GB" sz="1200" kern="1200" dirty="0" err="1">
                <a:solidFill>
                  <a:schemeClr val="bg1"/>
                </a:solidFill>
                <a:latin typeface="+mn-lt"/>
                <a:ea typeface="ＭＳ Ｐゴシック" charset="0"/>
              </a:endParaRPr>
            </a:p>
          </p:txBody>
        </p:sp>
      </p:grpSp>
      <p:grpSp>
        <p:nvGrpSpPr>
          <p:cNvPr id="14" name="Group 13">
            <a:extLst>
              <a:ext uri="{FF2B5EF4-FFF2-40B4-BE49-F238E27FC236}">
                <a16:creationId xmlns:a16="http://schemas.microsoft.com/office/drawing/2014/main" id="{48EEFFED-4312-EB73-A85D-3B1FBCD51CD5}"/>
              </a:ext>
            </a:extLst>
          </p:cNvPr>
          <p:cNvGrpSpPr/>
          <p:nvPr/>
        </p:nvGrpSpPr>
        <p:grpSpPr>
          <a:xfrm>
            <a:off x="4444411" y="4393977"/>
            <a:ext cx="1554480" cy="1023056"/>
            <a:chOff x="567559" y="4419201"/>
            <a:chExt cx="1822493" cy="1023056"/>
          </a:xfrm>
        </p:grpSpPr>
        <p:sp>
          <p:nvSpPr>
            <p:cNvPr id="15" name="Rectangle: Rounded Corners 14">
              <a:extLst>
                <a:ext uri="{FF2B5EF4-FFF2-40B4-BE49-F238E27FC236}">
                  <a16:creationId xmlns:a16="http://schemas.microsoft.com/office/drawing/2014/main" id="{136DC2DC-E8A9-BDD1-535E-6CA1A71A3BF4}"/>
                </a:ext>
              </a:extLst>
            </p:cNvPr>
            <p:cNvSpPr/>
            <p:nvPr/>
          </p:nvSpPr>
          <p:spPr>
            <a:xfrm>
              <a:off x="567559" y="4433263"/>
              <a:ext cx="1822493" cy="1008994"/>
            </a:xfrm>
            <a:prstGeom prst="roundRect">
              <a:avLst>
                <a:gd name="adj" fmla="val 13542"/>
              </a:avLst>
            </a:prstGeom>
            <a:noFill/>
            <a:ln w="15875">
              <a:solidFill>
                <a:schemeClr val="accent3"/>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cxnSp>
          <p:nvCxnSpPr>
            <p:cNvPr id="16" name="Straight Connector 15">
              <a:extLst>
                <a:ext uri="{FF2B5EF4-FFF2-40B4-BE49-F238E27FC236}">
                  <a16:creationId xmlns:a16="http://schemas.microsoft.com/office/drawing/2014/main" id="{7C19FAE6-1439-4D00-DE86-914F0F22294C}"/>
                </a:ext>
              </a:extLst>
            </p:cNvPr>
            <p:cNvCxnSpPr>
              <a:cxnSpLocks/>
            </p:cNvCxnSpPr>
            <p:nvPr/>
          </p:nvCxnSpPr>
          <p:spPr>
            <a:xfrm>
              <a:off x="568977" y="4759736"/>
              <a:ext cx="1819656" cy="0"/>
            </a:xfrm>
            <a:prstGeom prst="line">
              <a:avLst/>
            </a:prstGeom>
            <a:noFill/>
            <a:ln w="50800">
              <a:solidFill>
                <a:schemeClr val="accent3"/>
              </a:solidFill>
            </a:ln>
            <a:effectLst/>
          </p:spPr>
          <p:style>
            <a:lnRef idx="2">
              <a:schemeClr val="accent1">
                <a:shade val="50000"/>
              </a:schemeClr>
            </a:lnRef>
            <a:fillRef idx="1">
              <a:schemeClr val="accent1"/>
            </a:fillRef>
            <a:effectRef idx="0">
              <a:schemeClr val="accent1"/>
            </a:effectRef>
            <a:fontRef idx="minor">
              <a:schemeClr val="lt1"/>
            </a:fontRef>
          </p:style>
        </p:cxnSp>
        <p:sp>
          <p:nvSpPr>
            <p:cNvPr id="17" name="TextBox 16">
              <a:extLst>
                <a:ext uri="{FF2B5EF4-FFF2-40B4-BE49-F238E27FC236}">
                  <a16:creationId xmlns:a16="http://schemas.microsoft.com/office/drawing/2014/main" id="{6956104C-E348-EB88-94FC-BD7148AC00D5}"/>
                </a:ext>
              </a:extLst>
            </p:cNvPr>
            <p:cNvSpPr txBox="1"/>
            <p:nvPr/>
          </p:nvSpPr>
          <p:spPr>
            <a:xfrm>
              <a:off x="854491" y="4419201"/>
              <a:ext cx="1248629" cy="340535"/>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600" dirty="0">
                  <a:solidFill>
                    <a:schemeClr val="bg1"/>
                  </a:solidFill>
                  <a:ea typeface="ＭＳ Ｐゴシック" charset="0"/>
                </a:rPr>
                <a:t>UTM ID</a:t>
              </a:r>
              <a:endParaRPr lang="en-GB" sz="1600" kern="1200" dirty="0" err="1">
                <a:solidFill>
                  <a:schemeClr val="bg1"/>
                </a:solidFill>
                <a:latin typeface="+mn-lt"/>
                <a:ea typeface="ＭＳ Ｐゴシック" charset="0"/>
              </a:endParaRPr>
            </a:p>
          </p:txBody>
        </p:sp>
        <p:sp>
          <p:nvSpPr>
            <p:cNvPr id="18" name="TextBox 17">
              <a:extLst>
                <a:ext uri="{FF2B5EF4-FFF2-40B4-BE49-F238E27FC236}">
                  <a16:creationId xmlns:a16="http://schemas.microsoft.com/office/drawing/2014/main" id="{E23D4DA8-2568-8007-5451-D18522E15F8A}"/>
                </a:ext>
              </a:extLst>
            </p:cNvPr>
            <p:cNvSpPr txBox="1"/>
            <p:nvPr/>
          </p:nvSpPr>
          <p:spPr>
            <a:xfrm>
              <a:off x="687376" y="4854328"/>
              <a:ext cx="1582858" cy="493335"/>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200" dirty="0">
                  <a:solidFill>
                    <a:schemeClr val="bg1"/>
                  </a:solidFill>
                  <a:ea typeface="ＭＳ Ｐゴシック" charset="0"/>
                </a:rPr>
                <a:t>Modern Marketing Initiative Activation </a:t>
              </a:r>
              <a:r>
                <a:rPr lang="en-US" sz="900" dirty="0">
                  <a:solidFill>
                    <a:schemeClr val="accent2"/>
                  </a:solidFill>
                  <a:ea typeface="ＭＳ Ｐゴシック" charset="0"/>
                </a:rPr>
                <a:t>(currently CCID , but will move to Workfront ID)</a:t>
              </a:r>
              <a:endParaRPr lang="en-GB" sz="900" kern="1200" dirty="0" err="1">
                <a:solidFill>
                  <a:schemeClr val="accent2"/>
                </a:solidFill>
                <a:latin typeface="+mn-lt"/>
                <a:ea typeface="ＭＳ Ｐゴシック" charset="0"/>
              </a:endParaRPr>
            </a:p>
          </p:txBody>
        </p:sp>
      </p:grpSp>
      <p:grpSp>
        <p:nvGrpSpPr>
          <p:cNvPr id="37" name="Group 36">
            <a:extLst>
              <a:ext uri="{FF2B5EF4-FFF2-40B4-BE49-F238E27FC236}">
                <a16:creationId xmlns:a16="http://schemas.microsoft.com/office/drawing/2014/main" id="{7CBBD05E-C430-4483-2E59-8C076A11B83B}"/>
              </a:ext>
            </a:extLst>
          </p:cNvPr>
          <p:cNvGrpSpPr/>
          <p:nvPr/>
        </p:nvGrpSpPr>
        <p:grpSpPr>
          <a:xfrm>
            <a:off x="6315479" y="4393977"/>
            <a:ext cx="1554479" cy="1023056"/>
            <a:chOff x="6242056" y="4393977"/>
            <a:chExt cx="1554479" cy="1023056"/>
          </a:xfrm>
        </p:grpSpPr>
        <p:sp>
          <p:nvSpPr>
            <p:cNvPr id="20" name="Rectangle: Rounded Corners 19">
              <a:extLst>
                <a:ext uri="{FF2B5EF4-FFF2-40B4-BE49-F238E27FC236}">
                  <a16:creationId xmlns:a16="http://schemas.microsoft.com/office/drawing/2014/main" id="{6EF87EEA-2A17-A518-48A7-3FB082E10032}"/>
                </a:ext>
              </a:extLst>
            </p:cNvPr>
            <p:cNvSpPr/>
            <p:nvPr/>
          </p:nvSpPr>
          <p:spPr>
            <a:xfrm>
              <a:off x="6242056" y="4408039"/>
              <a:ext cx="1554479" cy="1008994"/>
            </a:xfrm>
            <a:prstGeom prst="roundRect">
              <a:avLst>
                <a:gd name="adj" fmla="val 13542"/>
              </a:avLst>
            </a:prstGeom>
            <a:noFill/>
            <a:ln w="15875">
              <a:solidFill>
                <a:schemeClr val="accent4"/>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cxnSp>
          <p:nvCxnSpPr>
            <p:cNvPr id="21" name="Straight Connector 20">
              <a:extLst>
                <a:ext uri="{FF2B5EF4-FFF2-40B4-BE49-F238E27FC236}">
                  <a16:creationId xmlns:a16="http://schemas.microsoft.com/office/drawing/2014/main" id="{2E933F7B-A70F-8A5C-A3FF-4E0C7DCF85AA}"/>
                </a:ext>
              </a:extLst>
            </p:cNvPr>
            <p:cNvCxnSpPr>
              <a:cxnSpLocks/>
            </p:cNvCxnSpPr>
            <p:nvPr/>
          </p:nvCxnSpPr>
          <p:spPr>
            <a:xfrm>
              <a:off x="6243266" y="4734512"/>
              <a:ext cx="1552059" cy="0"/>
            </a:xfrm>
            <a:prstGeom prst="line">
              <a:avLst/>
            </a:prstGeom>
            <a:noFill/>
            <a:ln w="50800">
              <a:solidFill>
                <a:schemeClr val="accent4"/>
              </a:solidFill>
            </a:ln>
            <a:effectLst/>
          </p:spPr>
          <p:style>
            <a:lnRef idx="2">
              <a:schemeClr val="accent1">
                <a:shade val="50000"/>
              </a:schemeClr>
            </a:lnRef>
            <a:fillRef idx="1">
              <a:schemeClr val="accent1"/>
            </a:fillRef>
            <a:effectRef idx="0">
              <a:schemeClr val="accent1"/>
            </a:effectRef>
            <a:fontRef idx="minor">
              <a:schemeClr val="lt1"/>
            </a:fontRef>
          </p:style>
        </p:cxnSp>
        <p:sp>
          <p:nvSpPr>
            <p:cNvPr id="22" name="TextBox 21">
              <a:extLst>
                <a:ext uri="{FF2B5EF4-FFF2-40B4-BE49-F238E27FC236}">
                  <a16:creationId xmlns:a16="http://schemas.microsoft.com/office/drawing/2014/main" id="{B98D00F8-AFD0-CA1D-AFEB-BE1D3B5CCC40}"/>
                </a:ext>
              </a:extLst>
            </p:cNvPr>
            <p:cNvSpPr txBox="1"/>
            <p:nvPr/>
          </p:nvSpPr>
          <p:spPr>
            <a:xfrm>
              <a:off x="6340735" y="4393977"/>
              <a:ext cx="1357121" cy="340535"/>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600" dirty="0">
                  <a:solidFill>
                    <a:schemeClr val="bg1"/>
                  </a:solidFill>
                  <a:ea typeface="ＭＳ Ｐゴシック" charset="0"/>
                </a:rPr>
                <a:t>UTM MEDIUM</a:t>
              </a:r>
              <a:endParaRPr lang="en-GB" sz="1600" kern="1200" dirty="0" err="1">
                <a:solidFill>
                  <a:schemeClr val="bg1"/>
                </a:solidFill>
                <a:latin typeface="+mn-lt"/>
                <a:ea typeface="ＭＳ Ｐゴシック" charset="0"/>
              </a:endParaRPr>
            </a:p>
          </p:txBody>
        </p:sp>
        <p:sp>
          <p:nvSpPr>
            <p:cNvPr id="23" name="TextBox 22">
              <a:extLst>
                <a:ext uri="{FF2B5EF4-FFF2-40B4-BE49-F238E27FC236}">
                  <a16:creationId xmlns:a16="http://schemas.microsoft.com/office/drawing/2014/main" id="{19CB2811-811F-6DA3-3241-24ABE3B19562}"/>
                </a:ext>
              </a:extLst>
            </p:cNvPr>
            <p:cNvSpPr txBox="1"/>
            <p:nvPr/>
          </p:nvSpPr>
          <p:spPr>
            <a:xfrm>
              <a:off x="6344253" y="4829104"/>
              <a:ext cx="1350084" cy="493335"/>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200" kern="1200" dirty="0">
                  <a:solidFill>
                    <a:schemeClr val="bg1"/>
                  </a:solidFill>
                  <a:latin typeface="+mn-lt"/>
                  <a:ea typeface="ＭＳ Ｐゴシック" charset="0"/>
                </a:rPr>
                <a:t>Moder</a:t>
              </a:r>
              <a:r>
                <a:rPr lang="en-US" sz="1200" dirty="0">
                  <a:solidFill>
                    <a:schemeClr val="bg1"/>
                  </a:solidFill>
                  <a:ea typeface="ＭＳ Ｐゴシック" charset="0"/>
                </a:rPr>
                <a:t>n Channel Capture</a:t>
              </a:r>
              <a:endParaRPr lang="en-GB" sz="1200" kern="1200" dirty="0" err="1">
                <a:solidFill>
                  <a:schemeClr val="bg1"/>
                </a:solidFill>
                <a:latin typeface="+mn-lt"/>
                <a:ea typeface="ＭＳ Ｐゴシック" charset="0"/>
              </a:endParaRPr>
            </a:p>
          </p:txBody>
        </p:sp>
      </p:grpSp>
      <p:grpSp>
        <p:nvGrpSpPr>
          <p:cNvPr id="38" name="Group 37">
            <a:extLst>
              <a:ext uri="{FF2B5EF4-FFF2-40B4-BE49-F238E27FC236}">
                <a16:creationId xmlns:a16="http://schemas.microsoft.com/office/drawing/2014/main" id="{DC349A59-00D2-2634-C22C-C94833C9A19C}"/>
              </a:ext>
            </a:extLst>
          </p:cNvPr>
          <p:cNvGrpSpPr/>
          <p:nvPr/>
        </p:nvGrpSpPr>
        <p:grpSpPr>
          <a:xfrm>
            <a:off x="8186546" y="4393977"/>
            <a:ext cx="1554480" cy="1023056"/>
            <a:chOff x="8127278" y="4393977"/>
            <a:chExt cx="1554480" cy="1023056"/>
          </a:xfrm>
        </p:grpSpPr>
        <p:sp>
          <p:nvSpPr>
            <p:cNvPr id="25" name="Rectangle: Rounded Corners 24">
              <a:extLst>
                <a:ext uri="{FF2B5EF4-FFF2-40B4-BE49-F238E27FC236}">
                  <a16:creationId xmlns:a16="http://schemas.microsoft.com/office/drawing/2014/main" id="{4FA851EF-8345-6BF9-6956-A4AD99BED9DF}"/>
                </a:ext>
              </a:extLst>
            </p:cNvPr>
            <p:cNvSpPr/>
            <p:nvPr/>
          </p:nvSpPr>
          <p:spPr>
            <a:xfrm>
              <a:off x="8127278" y="4408039"/>
              <a:ext cx="1554480" cy="1008994"/>
            </a:xfrm>
            <a:prstGeom prst="roundRect">
              <a:avLst>
                <a:gd name="adj" fmla="val 13542"/>
              </a:avLst>
            </a:prstGeom>
            <a:noFill/>
            <a:ln w="15875">
              <a:solidFill>
                <a:schemeClr val="accent2"/>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cxnSp>
          <p:nvCxnSpPr>
            <p:cNvPr id="26" name="Straight Connector 25">
              <a:extLst>
                <a:ext uri="{FF2B5EF4-FFF2-40B4-BE49-F238E27FC236}">
                  <a16:creationId xmlns:a16="http://schemas.microsoft.com/office/drawing/2014/main" id="{EAFE2138-49F3-8E57-43D8-FCB071215C11}"/>
                </a:ext>
              </a:extLst>
            </p:cNvPr>
            <p:cNvCxnSpPr>
              <a:cxnSpLocks/>
            </p:cNvCxnSpPr>
            <p:nvPr/>
          </p:nvCxnSpPr>
          <p:spPr>
            <a:xfrm>
              <a:off x="8128488" y="4734512"/>
              <a:ext cx="1552061" cy="0"/>
            </a:xfrm>
            <a:prstGeom prst="line">
              <a:avLst/>
            </a:prstGeom>
            <a:noFill/>
            <a:ln w="50800">
              <a:solidFill>
                <a:schemeClr val="accent2"/>
              </a:solidFill>
            </a:ln>
            <a:effectLst/>
          </p:spPr>
          <p:style>
            <a:lnRef idx="2">
              <a:schemeClr val="accent1">
                <a:shade val="50000"/>
              </a:schemeClr>
            </a:lnRef>
            <a:fillRef idx="1">
              <a:schemeClr val="accent1"/>
            </a:fillRef>
            <a:effectRef idx="0">
              <a:schemeClr val="accent1"/>
            </a:effectRef>
            <a:fontRef idx="minor">
              <a:schemeClr val="lt1"/>
            </a:fontRef>
          </p:style>
        </p:cxnSp>
        <p:sp>
          <p:nvSpPr>
            <p:cNvPr id="27" name="TextBox 26">
              <a:extLst>
                <a:ext uri="{FF2B5EF4-FFF2-40B4-BE49-F238E27FC236}">
                  <a16:creationId xmlns:a16="http://schemas.microsoft.com/office/drawing/2014/main" id="{BB98D56E-028D-C1E4-B403-C0EAB99F41CC}"/>
                </a:ext>
              </a:extLst>
            </p:cNvPr>
            <p:cNvSpPr txBox="1"/>
            <p:nvPr/>
          </p:nvSpPr>
          <p:spPr>
            <a:xfrm>
              <a:off x="8172998" y="4393977"/>
              <a:ext cx="1463041" cy="340535"/>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600" dirty="0">
                  <a:solidFill>
                    <a:schemeClr val="bg1"/>
                  </a:solidFill>
                  <a:ea typeface="ＭＳ Ｐゴシック" charset="0"/>
                </a:rPr>
                <a:t>UTM SOURCE</a:t>
              </a:r>
              <a:endParaRPr lang="en-GB" sz="1600" kern="1200" dirty="0" err="1">
                <a:solidFill>
                  <a:schemeClr val="bg1"/>
                </a:solidFill>
                <a:latin typeface="+mn-lt"/>
                <a:ea typeface="ＭＳ Ｐゴシック" charset="0"/>
              </a:endParaRPr>
            </a:p>
          </p:txBody>
        </p:sp>
        <p:sp>
          <p:nvSpPr>
            <p:cNvPr id="28" name="TextBox 27">
              <a:extLst>
                <a:ext uri="{FF2B5EF4-FFF2-40B4-BE49-F238E27FC236}">
                  <a16:creationId xmlns:a16="http://schemas.microsoft.com/office/drawing/2014/main" id="{20542DAF-19AD-39A3-663E-4BB2F1CABF88}"/>
                </a:ext>
              </a:extLst>
            </p:cNvPr>
            <p:cNvSpPr txBox="1"/>
            <p:nvPr/>
          </p:nvSpPr>
          <p:spPr>
            <a:xfrm>
              <a:off x="8229475" y="4829104"/>
              <a:ext cx="1350086" cy="493335"/>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200" dirty="0">
                  <a:solidFill>
                    <a:schemeClr val="bg1"/>
                  </a:solidFill>
                  <a:ea typeface="ＭＳ Ｐゴシック" charset="0"/>
                </a:rPr>
                <a:t>Modern Traffic Vendor/Platform</a:t>
              </a:r>
              <a:endParaRPr lang="en-GB" sz="1200" kern="1200" dirty="0" err="1">
                <a:solidFill>
                  <a:schemeClr val="bg1"/>
                </a:solidFill>
                <a:latin typeface="+mn-lt"/>
                <a:ea typeface="ＭＳ Ｐゴシック" charset="0"/>
              </a:endParaRPr>
            </a:p>
          </p:txBody>
        </p:sp>
      </p:grpSp>
      <p:grpSp>
        <p:nvGrpSpPr>
          <p:cNvPr id="40" name="Group 39">
            <a:extLst>
              <a:ext uri="{FF2B5EF4-FFF2-40B4-BE49-F238E27FC236}">
                <a16:creationId xmlns:a16="http://schemas.microsoft.com/office/drawing/2014/main" id="{89042F5B-0526-49CA-2D57-39FF85F7A3AC}"/>
              </a:ext>
            </a:extLst>
          </p:cNvPr>
          <p:cNvGrpSpPr/>
          <p:nvPr/>
        </p:nvGrpSpPr>
        <p:grpSpPr>
          <a:xfrm>
            <a:off x="10057615" y="4408039"/>
            <a:ext cx="1555791" cy="1008994"/>
            <a:chOff x="10057615" y="4408039"/>
            <a:chExt cx="1555791" cy="1008994"/>
          </a:xfrm>
        </p:grpSpPr>
        <p:sp>
          <p:nvSpPr>
            <p:cNvPr id="30" name="Rectangle: Rounded Corners 29">
              <a:extLst>
                <a:ext uri="{FF2B5EF4-FFF2-40B4-BE49-F238E27FC236}">
                  <a16:creationId xmlns:a16="http://schemas.microsoft.com/office/drawing/2014/main" id="{83C77651-1593-01A9-8049-6A6100FF7F04}"/>
                </a:ext>
              </a:extLst>
            </p:cNvPr>
            <p:cNvSpPr/>
            <p:nvPr/>
          </p:nvSpPr>
          <p:spPr>
            <a:xfrm>
              <a:off x="10057615" y="4408039"/>
              <a:ext cx="1554479" cy="1008994"/>
            </a:xfrm>
            <a:prstGeom prst="roundRect">
              <a:avLst>
                <a:gd name="adj" fmla="val 13542"/>
              </a:avLst>
            </a:prstGeom>
            <a:noFill/>
            <a:ln w="15875">
              <a:solidFill>
                <a:schemeClr val="accent6"/>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cxnSp>
          <p:nvCxnSpPr>
            <p:cNvPr id="31" name="Straight Connector 30">
              <a:extLst>
                <a:ext uri="{FF2B5EF4-FFF2-40B4-BE49-F238E27FC236}">
                  <a16:creationId xmlns:a16="http://schemas.microsoft.com/office/drawing/2014/main" id="{8C698ADC-0A60-B066-03F8-64FBA45A5C0E}"/>
                </a:ext>
              </a:extLst>
            </p:cNvPr>
            <p:cNvCxnSpPr>
              <a:cxnSpLocks/>
            </p:cNvCxnSpPr>
            <p:nvPr/>
          </p:nvCxnSpPr>
          <p:spPr>
            <a:xfrm>
              <a:off x="10058825" y="4734512"/>
              <a:ext cx="1552059" cy="0"/>
            </a:xfrm>
            <a:prstGeom prst="line">
              <a:avLst/>
            </a:prstGeom>
            <a:noFill/>
            <a:ln w="50800">
              <a:solidFill>
                <a:schemeClr val="accent5"/>
              </a:solidFill>
            </a:ln>
            <a:effectLst/>
          </p:spPr>
          <p:style>
            <a:lnRef idx="2">
              <a:schemeClr val="accent1">
                <a:shade val="50000"/>
              </a:schemeClr>
            </a:lnRef>
            <a:fillRef idx="1">
              <a:schemeClr val="accent1"/>
            </a:fillRef>
            <a:effectRef idx="0">
              <a:schemeClr val="accent1"/>
            </a:effectRef>
            <a:fontRef idx="minor">
              <a:schemeClr val="lt1"/>
            </a:fontRef>
          </p:style>
        </p:cxnSp>
        <p:sp>
          <p:nvSpPr>
            <p:cNvPr id="32" name="TextBox 31">
              <a:extLst>
                <a:ext uri="{FF2B5EF4-FFF2-40B4-BE49-F238E27FC236}">
                  <a16:creationId xmlns:a16="http://schemas.microsoft.com/office/drawing/2014/main" id="{E63C3E17-324A-2157-099E-E72D7AC4C76A}"/>
                </a:ext>
              </a:extLst>
            </p:cNvPr>
            <p:cNvSpPr txBox="1"/>
            <p:nvPr/>
          </p:nvSpPr>
          <p:spPr>
            <a:xfrm>
              <a:off x="10058926" y="4443139"/>
              <a:ext cx="1554480" cy="245940"/>
            </a:xfrm>
            <a:prstGeom prst="rect">
              <a:avLst/>
            </a:prstGeom>
            <a:noFill/>
            <a:ln>
              <a:noFill/>
            </a:ln>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UTM CREATIVE</a:t>
              </a:r>
              <a:endParaRPr lang="en-GB" sz="1600" kern="1200" dirty="0" err="1">
                <a:solidFill>
                  <a:schemeClr val="bg1"/>
                </a:solidFill>
                <a:latin typeface="+mn-lt"/>
                <a:ea typeface="ＭＳ Ｐゴシック" charset="0"/>
              </a:endParaRPr>
            </a:p>
          </p:txBody>
        </p:sp>
        <p:sp>
          <p:nvSpPr>
            <p:cNvPr id="33" name="TextBox 32">
              <a:extLst>
                <a:ext uri="{FF2B5EF4-FFF2-40B4-BE49-F238E27FC236}">
                  <a16:creationId xmlns:a16="http://schemas.microsoft.com/office/drawing/2014/main" id="{85D7065E-C605-0607-C5B7-D2E130F13522}"/>
                </a:ext>
              </a:extLst>
            </p:cNvPr>
            <p:cNvSpPr txBox="1"/>
            <p:nvPr/>
          </p:nvSpPr>
          <p:spPr>
            <a:xfrm>
              <a:off x="10108713" y="4829104"/>
              <a:ext cx="1452283" cy="493335"/>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buClr>
                  <a:schemeClr val="bg1"/>
                </a:buClr>
                <a:buSzPct val="100000"/>
              </a:pPr>
              <a:r>
                <a:rPr lang="en-US" sz="1200" kern="1200" dirty="0">
                  <a:solidFill>
                    <a:schemeClr val="bg1"/>
                  </a:solidFill>
                  <a:latin typeface="+mn-lt"/>
                  <a:ea typeface="ＭＳ Ｐゴシック" charset="0"/>
                </a:rPr>
                <a:t>Ad-Server Creative ID</a:t>
              </a:r>
              <a:r>
                <a:rPr lang="en-GB" sz="1200" dirty="0">
                  <a:solidFill>
                    <a:schemeClr val="bg1"/>
                  </a:solidFill>
                  <a:ea typeface="ＭＳ Ｐゴシック" charset="0"/>
                </a:rPr>
                <a:t> </a:t>
              </a:r>
            </a:p>
            <a:p>
              <a:pPr algn="ctr" defTabSz="912276" rtl="0" eaLnBrk="1" fontAlgn="base" hangingPunct="1">
                <a:lnSpc>
                  <a:spcPct val="100000"/>
                </a:lnSpc>
                <a:spcBef>
                  <a:spcPts val="0"/>
                </a:spcBef>
                <a:buClr>
                  <a:schemeClr val="bg1"/>
                </a:buClr>
                <a:buSzPct val="100000"/>
              </a:pPr>
              <a:r>
                <a:rPr lang="en-GB" sz="900" dirty="0">
                  <a:solidFill>
                    <a:schemeClr val="accent2"/>
                  </a:solidFill>
                  <a:ea typeface="ＭＳ Ｐゴシック" charset="0"/>
                </a:rPr>
                <a:t>(Global Media Team Only)</a:t>
              </a:r>
              <a:endParaRPr lang="en-US" sz="900" kern="1200" dirty="0">
                <a:solidFill>
                  <a:schemeClr val="accent2"/>
                </a:solidFill>
                <a:latin typeface="+mn-lt"/>
                <a:ea typeface="ＭＳ Ｐゴシック" charset="0"/>
              </a:endParaRPr>
            </a:p>
          </p:txBody>
        </p:sp>
      </p:grpSp>
      <p:sp>
        <p:nvSpPr>
          <p:cNvPr id="43" name="TextBox 42">
            <a:extLst>
              <a:ext uri="{FF2B5EF4-FFF2-40B4-BE49-F238E27FC236}">
                <a16:creationId xmlns:a16="http://schemas.microsoft.com/office/drawing/2014/main" id="{A676A84F-C585-1F48-DA5D-D87482F87D24}"/>
              </a:ext>
            </a:extLst>
          </p:cNvPr>
          <p:cNvSpPr txBox="1"/>
          <p:nvPr/>
        </p:nvSpPr>
        <p:spPr>
          <a:xfrm>
            <a:off x="1355834" y="3429000"/>
            <a:ext cx="2869325" cy="726791"/>
          </a:xfrm>
          <a:prstGeom prst="rect">
            <a:avLst/>
          </a:prstGeom>
          <a:noFill/>
        </p:spPr>
        <p:txBody>
          <a:bodyPr wrap="square" lIns="0" tIns="0" rIns="0" bIns="0" rtlCol="0">
            <a:noAutofit/>
          </a:bodyPr>
          <a:lstStyle/>
          <a:p>
            <a:pPr marL="182880" indent="-182880" algn="l" defTabSz="912276" rtl="0" eaLnBrk="1" fontAlgn="base" hangingPunct="1">
              <a:lnSpc>
                <a:spcPct val="100000"/>
              </a:lnSpc>
              <a:spcBef>
                <a:spcPts val="0"/>
              </a:spcBef>
              <a:spcAft>
                <a:spcPts val="1000"/>
              </a:spcAft>
              <a:buClr>
                <a:schemeClr val="bg1"/>
              </a:buClr>
              <a:buSzPct val="100000"/>
              <a:buFont typeface="Arial" panose="020B0604020202020204" pitchFamily="34" charset="0"/>
              <a:buChar char="•"/>
            </a:pPr>
            <a:endParaRPr lang="en-GB" sz="1600" kern="1200" dirty="0" err="1">
              <a:solidFill>
                <a:schemeClr val="bg1"/>
              </a:solidFill>
              <a:latin typeface="+mn-lt"/>
              <a:ea typeface="ＭＳ Ｐゴシック" charset="0"/>
            </a:endParaRPr>
          </a:p>
        </p:txBody>
      </p:sp>
      <p:sp>
        <p:nvSpPr>
          <p:cNvPr id="45" name="TextBox 44">
            <a:extLst>
              <a:ext uri="{FF2B5EF4-FFF2-40B4-BE49-F238E27FC236}">
                <a16:creationId xmlns:a16="http://schemas.microsoft.com/office/drawing/2014/main" id="{FE553757-973F-52E7-C105-D31896C79F04}"/>
              </a:ext>
            </a:extLst>
          </p:cNvPr>
          <p:cNvSpPr txBox="1"/>
          <p:nvPr/>
        </p:nvSpPr>
        <p:spPr>
          <a:xfrm>
            <a:off x="352888" y="1599908"/>
            <a:ext cx="10802533" cy="723320"/>
          </a:xfrm>
          <a:prstGeom prst="rect">
            <a:avLst/>
          </a:prstGeom>
          <a:noFill/>
        </p:spPr>
        <p:txBody>
          <a:bodyPr wrap="square" lIns="0" tIns="0" rIns="0" bIns="0" rtlCol="0">
            <a:noAutofit/>
          </a:bodyPr>
          <a:lstStyle/>
          <a:p>
            <a:pPr defTabSz="912276" fontAlgn="base">
              <a:spcAft>
                <a:spcPts val="1000"/>
              </a:spcAft>
              <a:buClr>
                <a:schemeClr val="bg1"/>
              </a:buClr>
              <a:buSzPct val="100000"/>
              <a:defRPr sz="1000" b="0">
                <a:solidFill>
                  <a:srgbClr val="1F2937"/>
                </a:solidFill>
              </a:defRPr>
            </a:pPr>
            <a:r>
              <a:t>https://www.cisco.com/site/us/en/about/why-cisco/ai-ready-data-centers/index.html?ccid=cc010375</a:t>
            </a:r>
            <a:endParaRPr lang="en-GB" sz="2400" kern="1200" dirty="0">
              <a:solidFill>
                <a:schemeClr val="bg1"/>
              </a:solidFill>
              <a:latin typeface="+mn-lt"/>
              <a:ea typeface="ＭＳ Ｐゴシック" charset="0"/>
            </a:endParaRPr>
          </a:p>
        </p:txBody>
      </p:sp>
      <p:sp>
        <p:nvSpPr>
          <p:cNvPr id="46" name="TextBox 45">
            <a:extLst>
              <a:ext uri="{FF2B5EF4-FFF2-40B4-BE49-F238E27FC236}">
                <a16:creationId xmlns:a16="http://schemas.microsoft.com/office/drawing/2014/main" id="{AFBECFEC-9255-C27A-C1FD-F25464D95013}"/>
              </a:ext>
            </a:extLst>
          </p:cNvPr>
          <p:cNvSpPr txBox="1"/>
          <p:nvPr/>
        </p:nvSpPr>
        <p:spPr>
          <a:xfrm>
            <a:off x="5363911" y="1966289"/>
            <a:ext cx="3062147" cy="408010"/>
          </a:xfrm>
          <a:prstGeom prst="rect">
            <a:avLst/>
          </a:prstGeom>
          <a:noFill/>
        </p:spPr>
        <p:txBody>
          <a:bodyPr wrap="square" lIns="0" tIns="0" rIns="0" bIns="0" rtlCol="0">
            <a:noAutofit/>
          </a:bodyPr>
          <a:lstStyle/>
          <a:p>
            <a:pPr defTabSz="912276" fontAlgn="base">
              <a:spcAft>
                <a:spcPts val="1000"/>
              </a:spcAft>
              <a:buClr>
                <a:schemeClr val="bg1"/>
              </a:buClr>
              <a:buSzPct val="100000"/>
              <a:defRPr sz="1000" b="0">
                <a:solidFill>
                  <a:srgbClr val="008060"/>
                </a:solidFill>
              </a:defRPr>
            </a:pPr>
            <a:r>
              <a:t>&amp;dtid=pdixsp001642</a:t>
            </a:r>
            <a:endParaRPr lang="en-GB" sz="2400" kern="1200" dirty="0">
              <a:solidFill>
                <a:schemeClr val="accent1"/>
              </a:solidFill>
              <a:latin typeface="+mn-lt"/>
              <a:ea typeface="ＭＳ Ｐゴシック" charset="0"/>
            </a:endParaRPr>
          </a:p>
        </p:txBody>
      </p:sp>
      <p:sp>
        <p:nvSpPr>
          <p:cNvPr id="48" name="TextBox 47">
            <a:extLst>
              <a:ext uri="{FF2B5EF4-FFF2-40B4-BE49-F238E27FC236}">
                <a16:creationId xmlns:a16="http://schemas.microsoft.com/office/drawing/2014/main" id="{0F5CC7B7-58AC-9D4A-C9B7-C2970061985E}"/>
              </a:ext>
            </a:extLst>
          </p:cNvPr>
          <p:cNvSpPr txBox="1"/>
          <p:nvPr/>
        </p:nvSpPr>
        <p:spPr>
          <a:xfrm>
            <a:off x="8329185" y="1962819"/>
            <a:ext cx="3231811" cy="411480"/>
          </a:xfrm>
          <a:prstGeom prst="rect">
            <a:avLst/>
          </a:prstGeom>
          <a:noFill/>
        </p:spPr>
        <p:txBody>
          <a:bodyPr wrap="square" lIns="0" tIns="0" rIns="0" bIns="0" rtlCol="0">
            <a:noAutofit/>
          </a:bodyPr>
          <a:lstStyle/>
          <a:p>
            <a:pPr defTabSz="912276" fontAlgn="base">
              <a:spcAft>
                <a:spcPts val="1000"/>
              </a:spcAft>
              <a:buClr>
                <a:schemeClr val="bg1"/>
              </a:buClr>
              <a:buSzPct val="100000"/>
              <a:defRPr sz="1000" b="0">
                <a:solidFill>
                  <a:srgbClr val="008060"/>
                </a:solidFill>
              </a:defRPr>
            </a:pPr>
            <a:r>
              <a:t>&amp;utm_id=cc010375</a:t>
            </a:r>
            <a:endParaRPr lang="en-GB" sz="2400" kern="1200" dirty="0">
              <a:solidFill>
                <a:schemeClr val="accent3"/>
              </a:solidFill>
              <a:latin typeface="+mn-lt"/>
              <a:ea typeface="ＭＳ Ｐゴシック" charset="0"/>
            </a:endParaRPr>
          </a:p>
        </p:txBody>
      </p:sp>
      <p:sp>
        <p:nvSpPr>
          <p:cNvPr id="49" name="TextBox 48">
            <a:extLst>
              <a:ext uri="{FF2B5EF4-FFF2-40B4-BE49-F238E27FC236}">
                <a16:creationId xmlns:a16="http://schemas.microsoft.com/office/drawing/2014/main" id="{47D35A63-01A7-C4E0-4427-8575B1F2A788}"/>
              </a:ext>
            </a:extLst>
          </p:cNvPr>
          <p:cNvSpPr txBox="1"/>
          <p:nvPr/>
        </p:nvSpPr>
        <p:spPr>
          <a:xfrm>
            <a:off x="352888" y="2359197"/>
            <a:ext cx="3970286" cy="371852"/>
          </a:xfrm>
          <a:prstGeom prst="rect">
            <a:avLst/>
          </a:prstGeom>
          <a:noFill/>
        </p:spPr>
        <p:txBody>
          <a:bodyPr wrap="square" lIns="0" tIns="0" rIns="0" bIns="0" rtlCol="0">
            <a:noAutofit/>
          </a:bodyPr>
          <a:lstStyle/>
          <a:p>
            <a:pPr defTabSz="912276" fontAlgn="base">
              <a:spcAft>
                <a:spcPts val="1000"/>
              </a:spcAft>
              <a:buClr>
                <a:schemeClr val="bg1"/>
              </a:buClr>
              <a:buSzPct val="100000"/>
              <a:defRPr sz="1000" b="0">
                <a:solidFill>
                  <a:srgbClr val="008060"/>
                </a:solidFill>
              </a:defRPr>
            </a:pPr>
            <a:r>
              <a:t>&amp;utm_medium=paid-direct</a:t>
            </a:r>
            <a:endParaRPr lang="en-GB" sz="2400" kern="1200" dirty="0">
              <a:solidFill>
                <a:schemeClr val="accent4"/>
              </a:solidFill>
              <a:latin typeface="+mn-lt"/>
              <a:ea typeface="ＭＳ Ｐゴシック" charset="0"/>
            </a:endParaRPr>
          </a:p>
        </p:txBody>
      </p:sp>
      <p:sp>
        <p:nvSpPr>
          <p:cNvPr id="50" name="TextBox 49">
            <a:extLst>
              <a:ext uri="{FF2B5EF4-FFF2-40B4-BE49-F238E27FC236}">
                <a16:creationId xmlns:a16="http://schemas.microsoft.com/office/drawing/2014/main" id="{694D8956-8554-7463-AC5E-C427697AEE87}"/>
              </a:ext>
            </a:extLst>
          </p:cNvPr>
          <p:cNvSpPr txBox="1"/>
          <p:nvPr/>
        </p:nvSpPr>
        <p:spPr>
          <a:xfrm>
            <a:off x="4177955" y="2360326"/>
            <a:ext cx="8221576" cy="364865"/>
          </a:xfrm>
          <a:prstGeom prst="rect">
            <a:avLst/>
          </a:prstGeom>
          <a:noFill/>
          <a:ln>
            <a:noFill/>
          </a:ln>
        </p:spPr>
        <p:txBody>
          <a:bodyPr wrap="square" lIns="0" tIns="0" rIns="0" bIns="0" rtlCol="0">
            <a:noAutofit/>
          </a:bodyPr>
          <a:lstStyle/>
          <a:p>
            <a:pPr defTabSz="912276" fontAlgn="base">
              <a:spcAft>
                <a:spcPts val="1000"/>
              </a:spcAft>
              <a:buClr>
                <a:schemeClr val="bg1"/>
              </a:buClr>
              <a:buSzPct val="100000"/>
              <a:defRPr sz="1000" b="0">
                <a:solidFill>
                  <a:srgbClr val="008060"/>
                </a:solidFill>
              </a:defRPr>
            </a:pPr>
            <a:r>
              <a:t>&amp;utm_source=businessinsider&amp;utm_creative=%ecid!</a:t>
            </a:r>
            <a:endParaRPr lang="en-GB" sz="2400" dirty="0">
              <a:solidFill>
                <a:schemeClr val="accent6"/>
              </a:solidFill>
            </a:endParaRPr>
          </a:p>
        </p:txBody>
      </p:sp>
      <p:cxnSp>
        <p:nvCxnSpPr>
          <p:cNvPr id="53" name="Connector: Elbow 52">
            <a:extLst>
              <a:ext uri="{FF2B5EF4-FFF2-40B4-BE49-F238E27FC236}">
                <a16:creationId xmlns:a16="http://schemas.microsoft.com/office/drawing/2014/main" id="{28C1F1C8-0B6C-D8F5-89F8-38DB01E193CE}"/>
              </a:ext>
            </a:extLst>
          </p:cNvPr>
          <p:cNvCxnSpPr>
            <a:cxnSpLocks/>
            <a:stCxn id="55" idx="2"/>
            <a:endCxn id="6" idx="0"/>
          </p:cNvCxnSpPr>
          <p:nvPr/>
        </p:nvCxnSpPr>
        <p:spPr>
          <a:xfrm rot="5400000">
            <a:off x="1637961" y="2138333"/>
            <a:ext cx="2097198" cy="2414090"/>
          </a:xfrm>
          <a:prstGeom prst="bentConnector3">
            <a:avLst>
              <a:gd name="adj1" fmla="val 38279"/>
            </a:avLst>
          </a:prstGeom>
          <a:ln w="28575">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59" name="Connector: Elbow 58">
            <a:extLst>
              <a:ext uri="{FF2B5EF4-FFF2-40B4-BE49-F238E27FC236}">
                <a16:creationId xmlns:a16="http://schemas.microsoft.com/office/drawing/2014/main" id="{DD382F04-E580-3EFA-99A0-6C92ECFA76DD}"/>
              </a:ext>
            </a:extLst>
          </p:cNvPr>
          <p:cNvCxnSpPr>
            <a:cxnSpLocks/>
            <a:stCxn id="44" idx="2"/>
            <a:endCxn id="12" idx="0"/>
          </p:cNvCxnSpPr>
          <p:nvPr/>
        </p:nvCxnSpPr>
        <p:spPr>
          <a:xfrm rot="5400000">
            <a:off x="3946920" y="1693412"/>
            <a:ext cx="2104229" cy="3296901"/>
          </a:xfrm>
          <a:prstGeom prst="bentConnector3">
            <a:avLst>
              <a:gd name="adj1" fmla="val 45094"/>
            </a:avLst>
          </a:prstGeom>
          <a:ln w="285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5" name="Connector: Elbow 64">
            <a:extLst>
              <a:ext uri="{FF2B5EF4-FFF2-40B4-BE49-F238E27FC236}">
                <a16:creationId xmlns:a16="http://schemas.microsoft.com/office/drawing/2014/main" id="{E39EDAAF-D125-C050-DD23-71DC127ECC94}"/>
              </a:ext>
            </a:extLst>
          </p:cNvPr>
          <p:cNvCxnSpPr>
            <a:cxnSpLocks/>
            <a:stCxn id="39" idx="2"/>
            <a:endCxn id="17" idx="0"/>
          </p:cNvCxnSpPr>
          <p:nvPr/>
        </p:nvCxnSpPr>
        <p:spPr>
          <a:xfrm rot="5400000">
            <a:off x="6428902" y="1083062"/>
            <a:ext cx="2103664" cy="4518166"/>
          </a:xfrm>
          <a:prstGeom prst="bentConnector3">
            <a:avLst>
              <a:gd name="adj1" fmla="val 50000"/>
            </a:avLst>
          </a:prstGeom>
          <a:ln w="28575">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70" name="Connector: Elbow 69">
            <a:extLst>
              <a:ext uri="{FF2B5EF4-FFF2-40B4-BE49-F238E27FC236}">
                <a16:creationId xmlns:a16="http://schemas.microsoft.com/office/drawing/2014/main" id="{4197278C-251D-BFE6-CF93-6ABE1B727735}"/>
              </a:ext>
            </a:extLst>
          </p:cNvPr>
          <p:cNvCxnSpPr>
            <a:cxnSpLocks/>
            <a:stCxn id="60" idx="2"/>
            <a:endCxn id="22" idx="0"/>
          </p:cNvCxnSpPr>
          <p:nvPr/>
        </p:nvCxnSpPr>
        <p:spPr>
          <a:xfrm rot="16200000" flipH="1">
            <a:off x="3656243" y="957501"/>
            <a:ext cx="1700892" cy="5172060"/>
          </a:xfrm>
          <a:prstGeom prst="bentConnector3">
            <a:avLst>
              <a:gd name="adj1" fmla="val 50000"/>
            </a:avLst>
          </a:prstGeom>
          <a:ln w="28575">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80" name="Connector: Elbow 79">
            <a:extLst>
              <a:ext uri="{FF2B5EF4-FFF2-40B4-BE49-F238E27FC236}">
                <a16:creationId xmlns:a16="http://schemas.microsoft.com/office/drawing/2014/main" id="{76ADC85D-9F9A-8FAA-E77C-B2B3C46D2632}"/>
              </a:ext>
            </a:extLst>
          </p:cNvPr>
          <p:cNvCxnSpPr>
            <a:cxnSpLocks/>
            <a:stCxn id="34" idx="2"/>
            <a:endCxn id="27" idx="0"/>
          </p:cNvCxnSpPr>
          <p:nvPr/>
        </p:nvCxnSpPr>
        <p:spPr>
          <a:xfrm rot="16200000" flipH="1">
            <a:off x="7398182" y="2828371"/>
            <a:ext cx="1725985" cy="1405226"/>
          </a:xfrm>
          <a:prstGeom prst="bentConnector3">
            <a:avLst>
              <a:gd name="adj1" fmla="val 50000"/>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85" name="Connector: Elbow 84">
            <a:extLst>
              <a:ext uri="{FF2B5EF4-FFF2-40B4-BE49-F238E27FC236}">
                <a16:creationId xmlns:a16="http://schemas.microsoft.com/office/drawing/2014/main" id="{9D5F42BA-F642-E79B-5C5C-F7ECCD5041ED}"/>
              </a:ext>
            </a:extLst>
          </p:cNvPr>
          <p:cNvCxnSpPr>
            <a:cxnSpLocks/>
            <a:endCxn id="32" idx="0"/>
          </p:cNvCxnSpPr>
          <p:nvPr/>
        </p:nvCxnSpPr>
        <p:spPr>
          <a:xfrm rot="16200000" flipH="1">
            <a:off x="9613705" y="3220678"/>
            <a:ext cx="1712090" cy="732832"/>
          </a:xfrm>
          <a:prstGeom prst="bentConnector3">
            <a:avLst/>
          </a:prstGeom>
          <a:ln w="28575">
            <a:solidFill>
              <a:schemeClr val="accent5"/>
            </a:solidFill>
            <a:tailEnd type="triangle"/>
          </a:ln>
        </p:spPr>
        <p:style>
          <a:lnRef idx="1">
            <a:schemeClr val="accent1"/>
          </a:lnRef>
          <a:fillRef idx="0">
            <a:schemeClr val="accent1"/>
          </a:fillRef>
          <a:effectRef idx="0">
            <a:schemeClr val="accent1"/>
          </a:effectRef>
          <a:fontRef idx="minor">
            <a:schemeClr val="tx1"/>
          </a:fontRef>
        </p:style>
      </p:cxnSp>
      <p:sp>
        <p:nvSpPr>
          <p:cNvPr id="34" name="Rectangle 33">
            <a:extLst>
              <a:ext uri="{FF2B5EF4-FFF2-40B4-BE49-F238E27FC236}">
                <a16:creationId xmlns:a16="http://schemas.microsoft.com/office/drawing/2014/main" id="{96923AA8-0BF5-9944-7827-5F1123F53C12}"/>
              </a:ext>
            </a:extLst>
          </p:cNvPr>
          <p:cNvSpPr/>
          <p:nvPr/>
        </p:nvSpPr>
        <p:spPr>
          <a:xfrm>
            <a:off x="7393217" y="2478721"/>
            <a:ext cx="330688" cy="189271"/>
          </a:xfrm>
          <a:prstGeom prst="rect">
            <a:avLst/>
          </a:prstGeom>
          <a:noFill/>
          <a:ln w="15875">
            <a:no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39" name="Rectangle 38">
            <a:extLst>
              <a:ext uri="{FF2B5EF4-FFF2-40B4-BE49-F238E27FC236}">
                <a16:creationId xmlns:a16="http://schemas.microsoft.com/office/drawing/2014/main" id="{058EFB3B-3F1B-FE03-3B13-E93CD3870F00}"/>
              </a:ext>
            </a:extLst>
          </p:cNvPr>
          <p:cNvSpPr/>
          <p:nvPr/>
        </p:nvSpPr>
        <p:spPr>
          <a:xfrm>
            <a:off x="9589875" y="2039590"/>
            <a:ext cx="299883" cy="250723"/>
          </a:xfrm>
          <a:prstGeom prst="rect">
            <a:avLst/>
          </a:prstGeom>
          <a:noFill/>
          <a:ln w="15875">
            <a:no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44" name="Rectangle 43">
            <a:extLst>
              <a:ext uri="{FF2B5EF4-FFF2-40B4-BE49-F238E27FC236}">
                <a16:creationId xmlns:a16="http://schemas.microsoft.com/office/drawing/2014/main" id="{EA6040FA-01AA-6A51-EBF8-842F02E4503D}"/>
              </a:ext>
            </a:extLst>
          </p:cNvPr>
          <p:cNvSpPr/>
          <p:nvPr/>
        </p:nvSpPr>
        <p:spPr>
          <a:xfrm>
            <a:off x="6359890" y="1955451"/>
            <a:ext cx="575187" cy="334297"/>
          </a:xfrm>
          <a:prstGeom prst="rect">
            <a:avLst/>
          </a:prstGeom>
          <a:noFill/>
          <a:ln w="15875">
            <a:no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55" name="Rectangle 54">
            <a:extLst>
              <a:ext uri="{FF2B5EF4-FFF2-40B4-BE49-F238E27FC236}">
                <a16:creationId xmlns:a16="http://schemas.microsoft.com/office/drawing/2014/main" id="{B3F957F3-58F0-0C55-8A35-1553E744B075}"/>
              </a:ext>
            </a:extLst>
          </p:cNvPr>
          <p:cNvSpPr/>
          <p:nvPr/>
        </p:nvSpPr>
        <p:spPr>
          <a:xfrm>
            <a:off x="3682211" y="1956244"/>
            <a:ext cx="422787" cy="340535"/>
          </a:xfrm>
          <a:prstGeom prst="rect">
            <a:avLst/>
          </a:prstGeom>
          <a:noFill/>
          <a:ln w="15875">
            <a:no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60" name="Rectangle 59">
            <a:extLst>
              <a:ext uri="{FF2B5EF4-FFF2-40B4-BE49-F238E27FC236}">
                <a16:creationId xmlns:a16="http://schemas.microsoft.com/office/drawing/2014/main" id="{D838189E-A39D-5D24-83A3-98BE8B580DBD}"/>
              </a:ext>
            </a:extLst>
          </p:cNvPr>
          <p:cNvSpPr/>
          <p:nvPr/>
        </p:nvSpPr>
        <p:spPr>
          <a:xfrm>
            <a:off x="1652730" y="2321235"/>
            <a:ext cx="535858" cy="371850"/>
          </a:xfrm>
          <a:prstGeom prst="rect">
            <a:avLst/>
          </a:prstGeom>
          <a:noFill/>
          <a:ln w="15875">
            <a:no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67" name="TextBox 66">
            <a:extLst>
              <a:ext uri="{FF2B5EF4-FFF2-40B4-BE49-F238E27FC236}">
                <a16:creationId xmlns:a16="http://schemas.microsoft.com/office/drawing/2014/main" id="{4DD7A8F2-8356-B0BF-528B-12DE6FE6A59C}"/>
              </a:ext>
            </a:extLst>
          </p:cNvPr>
          <p:cNvSpPr txBox="1"/>
          <p:nvPr/>
        </p:nvSpPr>
        <p:spPr>
          <a:xfrm>
            <a:off x="2233289" y="5691249"/>
            <a:ext cx="5976722" cy="662237"/>
          </a:xfrm>
          <a:prstGeom prst="rect">
            <a:avLst/>
          </a:prstGeom>
          <a:noFill/>
        </p:spPr>
        <p:txBody>
          <a:bodyPr wrap="square" lIns="0" tIns="0" rIns="0" bIns="0" rtlCol="0" anchor="ctr">
            <a:noAutofit/>
          </a:bodyPr>
          <a:lstStyle/>
          <a:p>
            <a:pPr lvl="1" algn="ctr" defTabSz="912276" fontAlgn="base">
              <a:spcAft>
                <a:spcPts val="1000"/>
              </a:spcAft>
              <a:buClr>
                <a:schemeClr val="bg1"/>
              </a:buClr>
              <a:buSzPct val="100000"/>
            </a:pPr>
            <a:r>
              <a:rPr lang="en-US" sz="1600" i="1" kern="1200" dirty="0">
                <a:solidFill>
                  <a:schemeClr val="bg1"/>
                </a:solidFill>
                <a:latin typeface="+mn-lt"/>
                <a:ea typeface="ＭＳ Ｐゴシック" charset="0"/>
              </a:rPr>
              <a:t>Parameters start after th</a:t>
            </a:r>
            <a:r>
              <a:rPr lang="en-US" sz="1600" i="1" dirty="0">
                <a:solidFill>
                  <a:schemeClr val="bg1"/>
                </a:solidFill>
                <a:ea typeface="ＭＳ Ｐゴシック" charset="0"/>
              </a:rPr>
              <a:t>e destination URL with a ? And </a:t>
            </a:r>
            <a:r>
              <a:rPr lang="en-US" sz="1600" i="1" kern="1200" dirty="0">
                <a:solidFill>
                  <a:schemeClr val="bg1"/>
                </a:solidFill>
                <a:latin typeface="+mn-lt"/>
                <a:ea typeface="ＭＳ Ｐゴシック" charset="0"/>
              </a:rPr>
              <a:t>are separated by the &amp; symbol with all values lower case</a:t>
            </a:r>
            <a:endParaRPr lang="en-GB" sz="1600" i="1" kern="1200" dirty="0" err="1">
              <a:solidFill>
                <a:schemeClr val="bg1"/>
              </a:solidFill>
              <a:latin typeface="+mn-lt"/>
              <a:ea typeface="ＭＳ Ｐゴシック" charset="0"/>
            </a:endParaRPr>
          </a:p>
        </p:txBody>
      </p:sp>
      <p:sp>
        <p:nvSpPr>
          <p:cNvPr id="71" name="Rectangle: Rounded Corners 70">
            <a:extLst>
              <a:ext uri="{FF2B5EF4-FFF2-40B4-BE49-F238E27FC236}">
                <a16:creationId xmlns:a16="http://schemas.microsoft.com/office/drawing/2014/main" id="{A4F2E082-CF1D-68B7-18E5-63D4C2D0337E}"/>
              </a:ext>
            </a:extLst>
          </p:cNvPr>
          <p:cNvSpPr/>
          <p:nvPr/>
        </p:nvSpPr>
        <p:spPr>
          <a:xfrm>
            <a:off x="2399216" y="5670966"/>
            <a:ext cx="6055156" cy="732331"/>
          </a:xfrm>
          <a:prstGeom prst="roundRect">
            <a:avLst/>
          </a:prstGeom>
          <a:noFill/>
          <a:ln w="12700">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3" name="TextBox 2">
            <a:extLst>
              <a:ext uri="{FF2B5EF4-FFF2-40B4-BE49-F238E27FC236}">
                <a16:creationId xmlns:a16="http://schemas.microsoft.com/office/drawing/2014/main" id="{7F887A6C-973A-FD05-551D-4C3614E7450D}"/>
              </a:ext>
            </a:extLst>
          </p:cNvPr>
          <p:cNvSpPr txBox="1"/>
          <p:nvPr/>
        </p:nvSpPr>
        <p:spPr>
          <a:xfrm>
            <a:off x="2289152" y="851338"/>
            <a:ext cx="7485468" cy="712601"/>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defRPr sz="1000" b="1">
                <a:solidFill>
                  <a:srgbClr val="005596"/>
                </a:solidFill>
              </a:defRPr>
            </a:pPr>
            <a:r>
              <a:t>TODAY — Required hybrid URL (FY27): utm_id must match ccid. FUTURE preview (do not use until governance confirms): utm_id=CHL000093 with ccid/dtid removed.</a:t>
            </a:r>
            <a:endParaRPr lang="en-GB" sz="1600" kern="1200" dirty="0" err="1">
              <a:solidFill>
                <a:schemeClr val="bg1"/>
              </a:solidFill>
              <a:latin typeface="+mn-lt"/>
              <a:ea typeface="ＭＳ Ｐゴシック" charset="0"/>
            </a:endParaRPr>
          </a:p>
        </p:txBody>
      </p:sp>
      <p:sp>
        <p:nvSpPr>
          <p:cNvPr id="86" name="TextBox 85"/>
          <p:cNvSpPr txBox="1"/>
          <p:nvPr/>
        </p:nvSpPr>
        <p:spPr>
          <a:xfrm>
            <a:off x="502920" y="6080760"/>
            <a:ext cx="11155680" cy="411480"/>
          </a:xfrm>
          <a:prstGeom prst="rect">
            <a:avLst/>
          </a:prstGeom>
          <a:noFill/>
        </p:spPr>
        <p:txBody>
          <a:bodyPr wrap="none">
            <a:spAutoFit/>
          </a:bodyPr>
          <a:lstStyle/>
          <a:p>
            <a:pPr>
              <a:defRPr sz="900" b="1">
                <a:solidFill>
                  <a:srgbClr val="008060"/>
                </a:solidFill>
              </a:defRPr>
            </a:pPr>
            <a:r>
              <a:t>✓ utm_id matches ccid  ·  all values lowercase  ·  &amp; separates parameters</a:t>
            </a:r>
          </a:p>
        </p:txBody>
      </p:sp>
    </p:spTree>
    <p:extLst>
      <p:ext uri="{BB962C8B-B14F-4D97-AF65-F5344CB8AC3E}">
        <p14:creationId xmlns:p14="http://schemas.microsoft.com/office/powerpoint/2010/main" val="18842555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3"/>
                                        </p:tgtEl>
                                        <p:attrNameLst>
                                          <p:attrName>style.visibility</p:attrName>
                                        </p:attrNameLst>
                                      </p:cBhvr>
                                      <p:to>
                                        <p:strVal val="visible"/>
                                      </p:to>
                                    </p:set>
                                    <p:animEffect transition="in" filter="wipe(up)">
                                      <p:cBhvr>
                                        <p:cTn id="7" dur="1000"/>
                                        <p:tgtEl>
                                          <p:spTgt spid="53"/>
                                        </p:tgtEl>
                                      </p:cBhvr>
                                    </p:animEffect>
                                  </p:childTnLst>
                                </p:cTn>
                              </p:par>
                            </p:childTnLst>
                          </p:cTn>
                        </p:par>
                        <p:par>
                          <p:cTn id="8" fill="hold">
                            <p:stCondLst>
                              <p:cond delay="1000"/>
                            </p:stCondLst>
                            <p:childTnLst>
                              <p:par>
                                <p:cTn id="9" presetID="1" presetClass="entr" presetSubtype="0" fill="hold" nodeType="after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22" presetClass="entr" presetSubtype="1" fill="hold" nodeType="clickEffect">
                                  <p:stCondLst>
                                    <p:cond delay="0"/>
                                  </p:stCondLst>
                                  <p:childTnLst>
                                    <p:set>
                                      <p:cBhvr>
                                        <p:cTn id="14" dur="1" fill="hold">
                                          <p:stCondLst>
                                            <p:cond delay="0"/>
                                          </p:stCondLst>
                                        </p:cTn>
                                        <p:tgtEl>
                                          <p:spTgt spid="59"/>
                                        </p:tgtEl>
                                        <p:attrNameLst>
                                          <p:attrName>style.visibility</p:attrName>
                                        </p:attrNameLst>
                                      </p:cBhvr>
                                      <p:to>
                                        <p:strVal val="visible"/>
                                      </p:to>
                                    </p:set>
                                    <p:animEffect transition="in" filter="wipe(up)">
                                      <p:cBhvr>
                                        <p:cTn id="15" dur="1000"/>
                                        <p:tgtEl>
                                          <p:spTgt spid="59"/>
                                        </p:tgtEl>
                                      </p:cBhvr>
                                    </p:animEffect>
                                  </p:childTnLst>
                                </p:cTn>
                              </p:par>
                            </p:childTnLst>
                          </p:cTn>
                        </p:par>
                        <p:par>
                          <p:cTn id="16" fill="hold">
                            <p:stCondLst>
                              <p:cond delay="1000"/>
                            </p:stCondLst>
                            <p:childTnLst>
                              <p:par>
                                <p:cTn id="17" presetID="1" presetClass="entr" presetSubtype="0" fill="hold" nodeType="after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22" presetClass="entr" presetSubtype="1" fill="hold" nodeType="clickEffect">
                                  <p:stCondLst>
                                    <p:cond delay="0"/>
                                  </p:stCondLst>
                                  <p:childTnLst>
                                    <p:set>
                                      <p:cBhvr>
                                        <p:cTn id="22" dur="1" fill="hold">
                                          <p:stCondLst>
                                            <p:cond delay="0"/>
                                          </p:stCondLst>
                                        </p:cTn>
                                        <p:tgtEl>
                                          <p:spTgt spid="65"/>
                                        </p:tgtEl>
                                        <p:attrNameLst>
                                          <p:attrName>style.visibility</p:attrName>
                                        </p:attrNameLst>
                                      </p:cBhvr>
                                      <p:to>
                                        <p:strVal val="visible"/>
                                      </p:to>
                                    </p:set>
                                    <p:animEffect transition="in" filter="wipe(up)">
                                      <p:cBhvr>
                                        <p:cTn id="23" dur="1000"/>
                                        <p:tgtEl>
                                          <p:spTgt spid="65"/>
                                        </p:tgtEl>
                                      </p:cBhvr>
                                    </p:animEffect>
                                  </p:childTnLst>
                                </p:cTn>
                              </p:par>
                            </p:childTnLst>
                          </p:cTn>
                        </p:par>
                        <p:par>
                          <p:cTn id="24" fill="hold">
                            <p:stCondLst>
                              <p:cond delay="1000"/>
                            </p:stCondLst>
                            <p:childTnLst>
                              <p:par>
                                <p:cTn id="25" presetID="1" presetClass="entr" presetSubtype="0" fill="hold" nodeType="after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22" presetClass="entr" presetSubtype="1" fill="hold" nodeType="clickEffect">
                                  <p:stCondLst>
                                    <p:cond delay="0"/>
                                  </p:stCondLst>
                                  <p:childTnLst>
                                    <p:set>
                                      <p:cBhvr>
                                        <p:cTn id="30" dur="1" fill="hold">
                                          <p:stCondLst>
                                            <p:cond delay="0"/>
                                          </p:stCondLst>
                                        </p:cTn>
                                        <p:tgtEl>
                                          <p:spTgt spid="70"/>
                                        </p:tgtEl>
                                        <p:attrNameLst>
                                          <p:attrName>style.visibility</p:attrName>
                                        </p:attrNameLst>
                                      </p:cBhvr>
                                      <p:to>
                                        <p:strVal val="visible"/>
                                      </p:to>
                                    </p:set>
                                    <p:animEffect transition="in" filter="wipe(up)">
                                      <p:cBhvr>
                                        <p:cTn id="31" dur="1000"/>
                                        <p:tgtEl>
                                          <p:spTgt spid="70"/>
                                        </p:tgtEl>
                                      </p:cBhvr>
                                    </p:animEffect>
                                  </p:childTnLst>
                                </p:cTn>
                              </p:par>
                            </p:childTnLst>
                          </p:cTn>
                        </p:par>
                        <p:par>
                          <p:cTn id="32" fill="hold">
                            <p:stCondLst>
                              <p:cond delay="1000"/>
                            </p:stCondLst>
                            <p:childTnLst>
                              <p:par>
                                <p:cTn id="33" presetID="1" presetClass="entr" presetSubtype="0" fill="hold" nodeType="afterEffect">
                                  <p:stCondLst>
                                    <p:cond delay="0"/>
                                  </p:stCondLst>
                                  <p:childTnLst>
                                    <p:set>
                                      <p:cBhvr>
                                        <p:cTn id="34" dur="1" fill="hold">
                                          <p:stCondLst>
                                            <p:cond delay="0"/>
                                          </p:stCondLst>
                                        </p:cTn>
                                        <p:tgtEl>
                                          <p:spTgt spid="37"/>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22" presetClass="entr" presetSubtype="1" fill="hold" nodeType="clickEffect">
                                  <p:stCondLst>
                                    <p:cond delay="0"/>
                                  </p:stCondLst>
                                  <p:childTnLst>
                                    <p:set>
                                      <p:cBhvr>
                                        <p:cTn id="38" dur="1" fill="hold">
                                          <p:stCondLst>
                                            <p:cond delay="0"/>
                                          </p:stCondLst>
                                        </p:cTn>
                                        <p:tgtEl>
                                          <p:spTgt spid="80"/>
                                        </p:tgtEl>
                                        <p:attrNameLst>
                                          <p:attrName>style.visibility</p:attrName>
                                        </p:attrNameLst>
                                      </p:cBhvr>
                                      <p:to>
                                        <p:strVal val="visible"/>
                                      </p:to>
                                    </p:set>
                                    <p:animEffect transition="in" filter="wipe(up)">
                                      <p:cBhvr>
                                        <p:cTn id="39" dur="1000"/>
                                        <p:tgtEl>
                                          <p:spTgt spid="80"/>
                                        </p:tgtEl>
                                      </p:cBhvr>
                                    </p:animEffect>
                                  </p:childTnLst>
                                </p:cTn>
                              </p:par>
                            </p:childTnLst>
                          </p:cTn>
                        </p:par>
                        <p:par>
                          <p:cTn id="40" fill="hold">
                            <p:stCondLst>
                              <p:cond delay="1000"/>
                            </p:stCondLst>
                            <p:childTnLst>
                              <p:par>
                                <p:cTn id="41" presetID="1" presetClass="entr" presetSubtype="0" fill="hold" nodeType="afterEffect">
                                  <p:stCondLst>
                                    <p:cond delay="0"/>
                                  </p:stCondLst>
                                  <p:childTnLst>
                                    <p:set>
                                      <p:cBhvr>
                                        <p:cTn id="42" dur="1" fill="hold">
                                          <p:stCondLst>
                                            <p:cond delay="0"/>
                                          </p:stCondLst>
                                        </p:cTn>
                                        <p:tgtEl>
                                          <p:spTgt spid="38"/>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22" presetClass="entr" presetSubtype="1" fill="hold" nodeType="clickEffect">
                                  <p:stCondLst>
                                    <p:cond delay="0"/>
                                  </p:stCondLst>
                                  <p:childTnLst>
                                    <p:set>
                                      <p:cBhvr>
                                        <p:cTn id="46" dur="1" fill="hold">
                                          <p:stCondLst>
                                            <p:cond delay="0"/>
                                          </p:stCondLst>
                                        </p:cTn>
                                        <p:tgtEl>
                                          <p:spTgt spid="85"/>
                                        </p:tgtEl>
                                        <p:attrNameLst>
                                          <p:attrName>style.visibility</p:attrName>
                                        </p:attrNameLst>
                                      </p:cBhvr>
                                      <p:to>
                                        <p:strVal val="visible"/>
                                      </p:to>
                                    </p:set>
                                    <p:animEffect transition="in" filter="wipe(up)">
                                      <p:cBhvr>
                                        <p:cTn id="47" dur="1000"/>
                                        <p:tgtEl>
                                          <p:spTgt spid="85"/>
                                        </p:tgtEl>
                                      </p:cBhvr>
                                    </p:animEffect>
                                  </p:childTnLst>
                                </p:cTn>
                              </p:par>
                            </p:childTnLst>
                          </p:cTn>
                        </p:par>
                        <p:par>
                          <p:cTn id="48" fill="hold">
                            <p:stCondLst>
                              <p:cond delay="1000"/>
                            </p:stCondLst>
                            <p:childTnLst>
                              <p:par>
                                <p:cTn id="49" presetID="1" presetClass="entr" presetSubtype="0" fill="hold" nodeType="afterEffect">
                                  <p:stCondLst>
                                    <p:cond delay="0"/>
                                  </p:stCondLst>
                                  <p:childTnLst>
                                    <p:set>
                                      <p:cBhvr>
                                        <p:cTn id="50"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970A25-B7E9-6C30-38F0-CB73A81AD9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1E7F1C-8DBE-0F72-FF84-2F2514B79DC8}"/>
              </a:ext>
            </a:extLst>
          </p:cNvPr>
          <p:cNvSpPr>
            <a:spLocks noGrp="1"/>
          </p:cNvSpPr>
          <p:nvPr>
            <p:ph type="title"/>
          </p:nvPr>
        </p:nvSpPr>
        <p:spPr/>
        <p:txBody>
          <a:bodyPr/>
          <a:lstStyle/>
          <a:p>
            <a:r>
              <a:rPr lang="en-US" dirty="0"/>
              <a:t>Module 5: Workfront IDs</a:t>
            </a:r>
            <a:endParaRPr lang="en-GB" dirty="0"/>
          </a:p>
        </p:txBody>
      </p:sp>
    </p:spTree>
    <p:extLst>
      <p:ext uri="{BB962C8B-B14F-4D97-AF65-F5344CB8AC3E}">
        <p14:creationId xmlns:p14="http://schemas.microsoft.com/office/powerpoint/2010/main" val="2529514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9BBAF-9D0D-4CFF-B6B1-FD3EC6BE1996}"/>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5ABDAAB3-DDD3-DEE9-539A-EBC6B1729D07}"/>
              </a:ext>
            </a:extLst>
          </p:cNvPr>
          <p:cNvSpPr>
            <a:spLocks noGrp="1"/>
          </p:cNvSpPr>
          <p:nvPr>
            <p:ph type="title"/>
          </p:nvPr>
        </p:nvSpPr>
        <p:spPr/>
        <p:txBody>
          <a:bodyPr/>
          <a:lstStyle/>
          <a:p>
            <a:r>
              <a:rPr lang="en-US" dirty="0"/>
              <a:t>Strategic Value of Workfront IDs</a:t>
            </a:r>
            <a:endParaRPr lang="en-GB" dirty="0"/>
          </a:p>
        </p:txBody>
      </p:sp>
      <p:sp>
        <p:nvSpPr>
          <p:cNvPr id="6" name="TextBox 5">
            <a:extLst>
              <a:ext uri="{FF2B5EF4-FFF2-40B4-BE49-F238E27FC236}">
                <a16:creationId xmlns:a16="http://schemas.microsoft.com/office/drawing/2014/main" id="{D7C0B313-379F-D510-A9C0-28D1B31135FC}"/>
              </a:ext>
            </a:extLst>
          </p:cNvPr>
          <p:cNvSpPr txBox="1"/>
          <p:nvPr/>
        </p:nvSpPr>
        <p:spPr>
          <a:xfrm>
            <a:off x="4865532" y="2848425"/>
            <a:ext cx="2560320" cy="2743200"/>
          </a:xfrm>
          <a:prstGeom prst="rect">
            <a:avLst/>
          </a:prstGeom>
          <a:noFill/>
        </p:spPr>
        <p:txBody>
          <a:bodyPr wrap="square" lIns="0" tIns="0" rIns="0" bIns="0" rtlCol="0">
            <a:noAutofit/>
          </a:bodyPr>
          <a:lstStyle/>
          <a:p>
            <a:pPr algn="ctr"/>
            <a:endParaRPr lang="en-GB" sz="1600" kern="1200" dirty="0" err="1">
              <a:solidFill>
                <a:schemeClr val="bg1"/>
              </a:solidFill>
              <a:latin typeface="+mn-lt"/>
              <a:ea typeface="ＭＳ Ｐゴシック" charset="0"/>
            </a:endParaRPr>
          </a:p>
        </p:txBody>
      </p:sp>
      <p:sp>
        <p:nvSpPr>
          <p:cNvPr id="7" name="TextBox 6">
            <a:extLst>
              <a:ext uri="{FF2B5EF4-FFF2-40B4-BE49-F238E27FC236}">
                <a16:creationId xmlns:a16="http://schemas.microsoft.com/office/drawing/2014/main" id="{43D69F8D-2988-5180-39F9-3124E9CEE87B}"/>
              </a:ext>
            </a:extLst>
          </p:cNvPr>
          <p:cNvSpPr txBox="1"/>
          <p:nvPr/>
        </p:nvSpPr>
        <p:spPr>
          <a:xfrm>
            <a:off x="8486375" y="2961151"/>
            <a:ext cx="3310128" cy="22467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defPPr>
              <a:defRPr lang="en-US"/>
            </a:defPPr>
            <a:lvl1pPr marL="285750" indent="-285750" eaLnBrk="0" fontAlgn="base" hangingPunct="0">
              <a:spcBef>
                <a:spcPct val="0"/>
              </a:spcBef>
              <a:spcAft>
                <a:spcPct val="0"/>
              </a:spcAft>
              <a:buFont typeface="Arial" panose="020B0604020202020204" pitchFamily="34" charset="0"/>
              <a:buChar char="•"/>
              <a:defRPr sz="1400">
                <a:solidFill>
                  <a:schemeClr val="bg1"/>
                </a:solidFill>
              </a:defRPr>
            </a:lvl1pPr>
          </a:lstStyle>
          <a:p>
            <a:r>
              <a:rPr lang="en-GB" dirty="0"/>
              <a:t>Establishes a governed, central repository where precise data elements are appended to the Workfront ID. This locks the taxonomy matrix required to power all downstream channel-level operational reporting, executive overview metrics, and flawless fractional attribution models.</a:t>
            </a:r>
          </a:p>
        </p:txBody>
      </p:sp>
      <p:grpSp>
        <p:nvGrpSpPr>
          <p:cNvPr id="15" name="Group 14">
            <a:extLst>
              <a:ext uri="{FF2B5EF4-FFF2-40B4-BE49-F238E27FC236}">
                <a16:creationId xmlns:a16="http://schemas.microsoft.com/office/drawing/2014/main" id="{D39DF5A4-063E-31FD-C562-4D7178B620D7}"/>
              </a:ext>
            </a:extLst>
          </p:cNvPr>
          <p:cNvGrpSpPr/>
          <p:nvPr/>
        </p:nvGrpSpPr>
        <p:grpSpPr>
          <a:xfrm>
            <a:off x="8414729" y="2083028"/>
            <a:ext cx="3453421" cy="3749040"/>
            <a:chOff x="771331" y="2157451"/>
            <a:chExt cx="2929812" cy="3447138"/>
          </a:xfrm>
        </p:grpSpPr>
        <p:sp>
          <p:nvSpPr>
            <p:cNvPr id="16" name="Freeform: Shape 15">
              <a:extLst>
                <a:ext uri="{FF2B5EF4-FFF2-40B4-BE49-F238E27FC236}">
                  <a16:creationId xmlns:a16="http://schemas.microsoft.com/office/drawing/2014/main" id="{822AEE2C-A25A-FFC6-BD44-236DE4FC910F}"/>
                </a:ext>
              </a:extLst>
            </p:cNvPr>
            <p:cNvSpPr/>
            <p:nvPr/>
          </p:nvSpPr>
          <p:spPr>
            <a:xfrm>
              <a:off x="771331" y="2388637"/>
              <a:ext cx="2929812" cy="3215952"/>
            </a:xfrm>
            <a:custGeom>
              <a:avLst/>
              <a:gdLst>
                <a:gd name="csX0" fmla="*/ 227060 w 2929812"/>
                <a:gd name="csY0" fmla="*/ 0 h 3215952"/>
                <a:gd name="csX1" fmla="*/ 298579 w 2929812"/>
                <a:gd name="csY1" fmla="*/ 0 h 3215952"/>
                <a:gd name="csX2" fmla="*/ 298579 w 2929812"/>
                <a:gd name="csY2" fmla="*/ 160522 h 3215952"/>
                <a:gd name="csX3" fmla="*/ 380654 w 2929812"/>
                <a:gd name="csY3" fmla="*/ 242597 h 3215952"/>
                <a:gd name="csX4" fmla="*/ 2281679 w 2929812"/>
                <a:gd name="csY4" fmla="*/ 242597 h 3215952"/>
                <a:gd name="csX5" fmla="*/ 2363754 w 2929812"/>
                <a:gd name="csY5" fmla="*/ 160522 h 3215952"/>
                <a:gd name="csX6" fmla="*/ 2363754 w 2929812"/>
                <a:gd name="csY6" fmla="*/ 0 h 3215952"/>
                <a:gd name="csX7" fmla="*/ 2702752 w 2929812"/>
                <a:gd name="csY7" fmla="*/ 0 h 3215952"/>
                <a:gd name="csX8" fmla="*/ 2929812 w 2929812"/>
                <a:gd name="csY8" fmla="*/ 227060 h 3215952"/>
                <a:gd name="csX9" fmla="*/ 2929812 w 2929812"/>
                <a:gd name="csY9" fmla="*/ 2988892 h 3215952"/>
                <a:gd name="csX10" fmla="*/ 2702752 w 2929812"/>
                <a:gd name="csY10" fmla="*/ 3215952 h 3215952"/>
                <a:gd name="csX11" fmla="*/ 227060 w 2929812"/>
                <a:gd name="csY11" fmla="*/ 3215952 h 3215952"/>
                <a:gd name="csX12" fmla="*/ 0 w 2929812"/>
                <a:gd name="csY12" fmla="*/ 2988892 h 3215952"/>
                <a:gd name="csX13" fmla="*/ 0 w 2929812"/>
                <a:gd name="csY13" fmla="*/ 227060 h 3215952"/>
                <a:gd name="csX14" fmla="*/ 227060 w 2929812"/>
                <a:gd name="csY14" fmla="*/ 0 h 32159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929812" h="3215952">
                  <a:moveTo>
                    <a:pt x="227060" y="0"/>
                  </a:moveTo>
                  <a:lnTo>
                    <a:pt x="298579" y="0"/>
                  </a:lnTo>
                  <a:lnTo>
                    <a:pt x="298579" y="160522"/>
                  </a:lnTo>
                  <a:cubicBezTo>
                    <a:pt x="298579" y="205851"/>
                    <a:pt x="335325" y="242597"/>
                    <a:pt x="380654" y="242597"/>
                  </a:cubicBezTo>
                  <a:lnTo>
                    <a:pt x="2281679" y="242597"/>
                  </a:lnTo>
                  <a:cubicBezTo>
                    <a:pt x="2327008" y="242597"/>
                    <a:pt x="2363754" y="205851"/>
                    <a:pt x="2363754" y="160522"/>
                  </a:cubicBezTo>
                  <a:lnTo>
                    <a:pt x="2363754" y="0"/>
                  </a:lnTo>
                  <a:lnTo>
                    <a:pt x="2702752" y="0"/>
                  </a:lnTo>
                  <a:cubicBezTo>
                    <a:pt x="2828154" y="0"/>
                    <a:pt x="2929812" y="101658"/>
                    <a:pt x="2929812" y="227060"/>
                  </a:cubicBezTo>
                  <a:lnTo>
                    <a:pt x="2929812" y="2988892"/>
                  </a:lnTo>
                  <a:cubicBezTo>
                    <a:pt x="2929812" y="3114294"/>
                    <a:pt x="2828154" y="3215952"/>
                    <a:pt x="2702752" y="3215952"/>
                  </a:cubicBezTo>
                  <a:lnTo>
                    <a:pt x="227060" y="3215952"/>
                  </a:lnTo>
                  <a:cubicBezTo>
                    <a:pt x="101658" y="3215952"/>
                    <a:pt x="0" y="3114294"/>
                    <a:pt x="0" y="2988892"/>
                  </a:cubicBezTo>
                  <a:lnTo>
                    <a:pt x="0" y="227060"/>
                  </a:lnTo>
                  <a:cubicBezTo>
                    <a:pt x="0" y="101658"/>
                    <a:pt x="101658" y="0"/>
                    <a:pt x="227060" y="0"/>
                  </a:cubicBezTo>
                  <a:close/>
                </a:path>
              </a:pathLst>
            </a:cu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wrap="square"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7" name="Rectangle: Rounded Corners 16">
              <a:extLst>
                <a:ext uri="{FF2B5EF4-FFF2-40B4-BE49-F238E27FC236}">
                  <a16:creationId xmlns:a16="http://schemas.microsoft.com/office/drawing/2014/main" id="{A02ED79A-D54B-105D-E2AC-61BA3D6FB32C}"/>
                </a:ext>
              </a:extLst>
            </p:cNvPr>
            <p:cNvSpPr/>
            <p:nvPr/>
          </p:nvSpPr>
          <p:spPr>
            <a:xfrm>
              <a:off x="1069910" y="2157451"/>
              <a:ext cx="2065175" cy="492443"/>
            </a:xfrm>
            <a:prstGeom prst="roundRect">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sz="1600" b="1" dirty="0">
                  <a:solidFill>
                    <a:schemeClr val="bg1"/>
                  </a:solidFill>
                </a:rPr>
                <a:t>Scalable Reporting</a:t>
              </a:r>
              <a:endParaRPr lang="en-GB" sz="1600" b="1" dirty="0">
                <a:solidFill>
                  <a:schemeClr val="bg1"/>
                </a:solidFill>
              </a:endParaRPr>
            </a:p>
          </p:txBody>
        </p:sp>
      </p:grpSp>
      <p:grpSp>
        <p:nvGrpSpPr>
          <p:cNvPr id="18" name="Group 17">
            <a:extLst>
              <a:ext uri="{FF2B5EF4-FFF2-40B4-BE49-F238E27FC236}">
                <a16:creationId xmlns:a16="http://schemas.microsoft.com/office/drawing/2014/main" id="{61308845-D2B6-A168-7D54-82C9BC51AA57}"/>
              </a:ext>
            </a:extLst>
          </p:cNvPr>
          <p:cNvGrpSpPr/>
          <p:nvPr/>
        </p:nvGrpSpPr>
        <p:grpSpPr>
          <a:xfrm>
            <a:off x="423234" y="2083028"/>
            <a:ext cx="3453421" cy="3749040"/>
            <a:chOff x="771331" y="2157451"/>
            <a:chExt cx="2929812" cy="3447138"/>
          </a:xfrm>
        </p:grpSpPr>
        <p:sp>
          <p:nvSpPr>
            <p:cNvPr id="19" name="Freeform: Shape 18">
              <a:extLst>
                <a:ext uri="{FF2B5EF4-FFF2-40B4-BE49-F238E27FC236}">
                  <a16:creationId xmlns:a16="http://schemas.microsoft.com/office/drawing/2014/main" id="{5D9C574C-0F65-4178-1C41-A64DA3812A4D}"/>
                </a:ext>
              </a:extLst>
            </p:cNvPr>
            <p:cNvSpPr/>
            <p:nvPr/>
          </p:nvSpPr>
          <p:spPr>
            <a:xfrm>
              <a:off x="771331" y="2388637"/>
              <a:ext cx="2929812" cy="3215952"/>
            </a:xfrm>
            <a:custGeom>
              <a:avLst/>
              <a:gdLst>
                <a:gd name="csX0" fmla="*/ 227060 w 2929812"/>
                <a:gd name="csY0" fmla="*/ 0 h 3215952"/>
                <a:gd name="csX1" fmla="*/ 298579 w 2929812"/>
                <a:gd name="csY1" fmla="*/ 0 h 3215952"/>
                <a:gd name="csX2" fmla="*/ 298579 w 2929812"/>
                <a:gd name="csY2" fmla="*/ 160522 h 3215952"/>
                <a:gd name="csX3" fmla="*/ 380654 w 2929812"/>
                <a:gd name="csY3" fmla="*/ 242597 h 3215952"/>
                <a:gd name="csX4" fmla="*/ 2281679 w 2929812"/>
                <a:gd name="csY4" fmla="*/ 242597 h 3215952"/>
                <a:gd name="csX5" fmla="*/ 2363754 w 2929812"/>
                <a:gd name="csY5" fmla="*/ 160522 h 3215952"/>
                <a:gd name="csX6" fmla="*/ 2363754 w 2929812"/>
                <a:gd name="csY6" fmla="*/ 0 h 3215952"/>
                <a:gd name="csX7" fmla="*/ 2702752 w 2929812"/>
                <a:gd name="csY7" fmla="*/ 0 h 3215952"/>
                <a:gd name="csX8" fmla="*/ 2929812 w 2929812"/>
                <a:gd name="csY8" fmla="*/ 227060 h 3215952"/>
                <a:gd name="csX9" fmla="*/ 2929812 w 2929812"/>
                <a:gd name="csY9" fmla="*/ 2988892 h 3215952"/>
                <a:gd name="csX10" fmla="*/ 2702752 w 2929812"/>
                <a:gd name="csY10" fmla="*/ 3215952 h 3215952"/>
                <a:gd name="csX11" fmla="*/ 227060 w 2929812"/>
                <a:gd name="csY11" fmla="*/ 3215952 h 3215952"/>
                <a:gd name="csX12" fmla="*/ 0 w 2929812"/>
                <a:gd name="csY12" fmla="*/ 2988892 h 3215952"/>
                <a:gd name="csX13" fmla="*/ 0 w 2929812"/>
                <a:gd name="csY13" fmla="*/ 227060 h 3215952"/>
                <a:gd name="csX14" fmla="*/ 227060 w 2929812"/>
                <a:gd name="csY14" fmla="*/ 0 h 32159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929812" h="3215952">
                  <a:moveTo>
                    <a:pt x="227060" y="0"/>
                  </a:moveTo>
                  <a:lnTo>
                    <a:pt x="298579" y="0"/>
                  </a:lnTo>
                  <a:lnTo>
                    <a:pt x="298579" y="160522"/>
                  </a:lnTo>
                  <a:cubicBezTo>
                    <a:pt x="298579" y="205851"/>
                    <a:pt x="335325" y="242597"/>
                    <a:pt x="380654" y="242597"/>
                  </a:cubicBezTo>
                  <a:lnTo>
                    <a:pt x="2281679" y="242597"/>
                  </a:lnTo>
                  <a:cubicBezTo>
                    <a:pt x="2327008" y="242597"/>
                    <a:pt x="2363754" y="205851"/>
                    <a:pt x="2363754" y="160522"/>
                  </a:cubicBezTo>
                  <a:lnTo>
                    <a:pt x="2363754" y="0"/>
                  </a:lnTo>
                  <a:lnTo>
                    <a:pt x="2702752" y="0"/>
                  </a:lnTo>
                  <a:cubicBezTo>
                    <a:pt x="2828154" y="0"/>
                    <a:pt x="2929812" y="101658"/>
                    <a:pt x="2929812" y="227060"/>
                  </a:cubicBezTo>
                  <a:lnTo>
                    <a:pt x="2929812" y="2988892"/>
                  </a:lnTo>
                  <a:cubicBezTo>
                    <a:pt x="2929812" y="3114294"/>
                    <a:pt x="2828154" y="3215952"/>
                    <a:pt x="2702752" y="3215952"/>
                  </a:cubicBezTo>
                  <a:lnTo>
                    <a:pt x="227060" y="3215952"/>
                  </a:lnTo>
                  <a:cubicBezTo>
                    <a:pt x="101658" y="3215952"/>
                    <a:pt x="0" y="3114294"/>
                    <a:pt x="0" y="2988892"/>
                  </a:cubicBezTo>
                  <a:lnTo>
                    <a:pt x="0" y="227060"/>
                  </a:lnTo>
                  <a:cubicBezTo>
                    <a:pt x="0" y="101658"/>
                    <a:pt x="101658" y="0"/>
                    <a:pt x="227060" y="0"/>
                  </a:cubicBezTo>
                  <a:close/>
                </a:path>
              </a:pathLst>
            </a:cu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wrap="square"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20" name="Rectangle: Rounded Corners 19">
              <a:extLst>
                <a:ext uri="{FF2B5EF4-FFF2-40B4-BE49-F238E27FC236}">
                  <a16:creationId xmlns:a16="http://schemas.microsoft.com/office/drawing/2014/main" id="{42E5C34F-CBC2-B41C-EF2D-069AD5478C7B}"/>
                </a:ext>
              </a:extLst>
            </p:cNvPr>
            <p:cNvSpPr/>
            <p:nvPr/>
          </p:nvSpPr>
          <p:spPr>
            <a:xfrm>
              <a:off x="1069910" y="2157451"/>
              <a:ext cx="2065175" cy="492443"/>
            </a:xfrm>
            <a:prstGeom prst="roundRect">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sz="1600" b="1" dirty="0">
                  <a:solidFill>
                    <a:schemeClr val="bg1"/>
                  </a:solidFill>
                </a:rPr>
                <a:t>Centralized Intake</a:t>
              </a:r>
              <a:endParaRPr lang="en-GB" sz="1600" b="1" dirty="0">
                <a:solidFill>
                  <a:schemeClr val="bg1"/>
                </a:solidFill>
              </a:endParaRPr>
            </a:p>
          </p:txBody>
        </p:sp>
      </p:grpSp>
      <p:grpSp>
        <p:nvGrpSpPr>
          <p:cNvPr id="21" name="Group 20">
            <a:extLst>
              <a:ext uri="{FF2B5EF4-FFF2-40B4-BE49-F238E27FC236}">
                <a16:creationId xmlns:a16="http://schemas.microsoft.com/office/drawing/2014/main" id="{BFEA5491-65AC-4D55-321E-E7BB2CEEAF6D}"/>
              </a:ext>
            </a:extLst>
          </p:cNvPr>
          <p:cNvGrpSpPr/>
          <p:nvPr/>
        </p:nvGrpSpPr>
        <p:grpSpPr>
          <a:xfrm>
            <a:off x="4418982" y="2083027"/>
            <a:ext cx="3453421" cy="3751313"/>
            <a:chOff x="771331" y="2157451"/>
            <a:chExt cx="2929812" cy="3447138"/>
          </a:xfrm>
        </p:grpSpPr>
        <p:sp>
          <p:nvSpPr>
            <p:cNvPr id="22" name="Freeform: Shape 21">
              <a:extLst>
                <a:ext uri="{FF2B5EF4-FFF2-40B4-BE49-F238E27FC236}">
                  <a16:creationId xmlns:a16="http://schemas.microsoft.com/office/drawing/2014/main" id="{4DAE5175-E0CF-44F5-DA76-A13657524A9F}"/>
                </a:ext>
              </a:extLst>
            </p:cNvPr>
            <p:cNvSpPr/>
            <p:nvPr/>
          </p:nvSpPr>
          <p:spPr>
            <a:xfrm>
              <a:off x="771331" y="2388637"/>
              <a:ext cx="2929812" cy="3215952"/>
            </a:xfrm>
            <a:custGeom>
              <a:avLst/>
              <a:gdLst>
                <a:gd name="csX0" fmla="*/ 227060 w 2929812"/>
                <a:gd name="csY0" fmla="*/ 0 h 3215952"/>
                <a:gd name="csX1" fmla="*/ 298579 w 2929812"/>
                <a:gd name="csY1" fmla="*/ 0 h 3215952"/>
                <a:gd name="csX2" fmla="*/ 298579 w 2929812"/>
                <a:gd name="csY2" fmla="*/ 160522 h 3215952"/>
                <a:gd name="csX3" fmla="*/ 380654 w 2929812"/>
                <a:gd name="csY3" fmla="*/ 242597 h 3215952"/>
                <a:gd name="csX4" fmla="*/ 2281679 w 2929812"/>
                <a:gd name="csY4" fmla="*/ 242597 h 3215952"/>
                <a:gd name="csX5" fmla="*/ 2363754 w 2929812"/>
                <a:gd name="csY5" fmla="*/ 160522 h 3215952"/>
                <a:gd name="csX6" fmla="*/ 2363754 w 2929812"/>
                <a:gd name="csY6" fmla="*/ 0 h 3215952"/>
                <a:gd name="csX7" fmla="*/ 2702752 w 2929812"/>
                <a:gd name="csY7" fmla="*/ 0 h 3215952"/>
                <a:gd name="csX8" fmla="*/ 2929812 w 2929812"/>
                <a:gd name="csY8" fmla="*/ 227060 h 3215952"/>
                <a:gd name="csX9" fmla="*/ 2929812 w 2929812"/>
                <a:gd name="csY9" fmla="*/ 2988892 h 3215952"/>
                <a:gd name="csX10" fmla="*/ 2702752 w 2929812"/>
                <a:gd name="csY10" fmla="*/ 3215952 h 3215952"/>
                <a:gd name="csX11" fmla="*/ 227060 w 2929812"/>
                <a:gd name="csY11" fmla="*/ 3215952 h 3215952"/>
                <a:gd name="csX12" fmla="*/ 0 w 2929812"/>
                <a:gd name="csY12" fmla="*/ 2988892 h 3215952"/>
                <a:gd name="csX13" fmla="*/ 0 w 2929812"/>
                <a:gd name="csY13" fmla="*/ 227060 h 3215952"/>
                <a:gd name="csX14" fmla="*/ 227060 w 2929812"/>
                <a:gd name="csY14" fmla="*/ 0 h 32159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929812" h="3215952">
                  <a:moveTo>
                    <a:pt x="227060" y="0"/>
                  </a:moveTo>
                  <a:lnTo>
                    <a:pt x="298579" y="0"/>
                  </a:lnTo>
                  <a:lnTo>
                    <a:pt x="298579" y="160522"/>
                  </a:lnTo>
                  <a:cubicBezTo>
                    <a:pt x="298579" y="205851"/>
                    <a:pt x="335325" y="242597"/>
                    <a:pt x="380654" y="242597"/>
                  </a:cubicBezTo>
                  <a:lnTo>
                    <a:pt x="2281679" y="242597"/>
                  </a:lnTo>
                  <a:cubicBezTo>
                    <a:pt x="2327008" y="242597"/>
                    <a:pt x="2363754" y="205851"/>
                    <a:pt x="2363754" y="160522"/>
                  </a:cubicBezTo>
                  <a:lnTo>
                    <a:pt x="2363754" y="0"/>
                  </a:lnTo>
                  <a:lnTo>
                    <a:pt x="2702752" y="0"/>
                  </a:lnTo>
                  <a:cubicBezTo>
                    <a:pt x="2828154" y="0"/>
                    <a:pt x="2929812" y="101658"/>
                    <a:pt x="2929812" y="227060"/>
                  </a:cubicBezTo>
                  <a:lnTo>
                    <a:pt x="2929812" y="2988892"/>
                  </a:lnTo>
                  <a:cubicBezTo>
                    <a:pt x="2929812" y="3114294"/>
                    <a:pt x="2828154" y="3215952"/>
                    <a:pt x="2702752" y="3215952"/>
                  </a:cubicBezTo>
                  <a:lnTo>
                    <a:pt x="227060" y="3215952"/>
                  </a:lnTo>
                  <a:cubicBezTo>
                    <a:pt x="101658" y="3215952"/>
                    <a:pt x="0" y="3114294"/>
                    <a:pt x="0" y="2988892"/>
                  </a:cubicBezTo>
                  <a:lnTo>
                    <a:pt x="0" y="227060"/>
                  </a:lnTo>
                  <a:cubicBezTo>
                    <a:pt x="0" y="101658"/>
                    <a:pt x="101658" y="0"/>
                    <a:pt x="227060" y="0"/>
                  </a:cubicBezTo>
                  <a:close/>
                </a:path>
              </a:pathLst>
            </a:cu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wrap="square"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23" name="Rectangle: Rounded Corners 22">
              <a:extLst>
                <a:ext uri="{FF2B5EF4-FFF2-40B4-BE49-F238E27FC236}">
                  <a16:creationId xmlns:a16="http://schemas.microsoft.com/office/drawing/2014/main" id="{27EBE97C-BDDC-2E28-B484-4D521C8E17D5}"/>
                </a:ext>
              </a:extLst>
            </p:cNvPr>
            <p:cNvSpPr/>
            <p:nvPr/>
          </p:nvSpPr>
          <p:spPr>
            <a:xfrm>
              <a:off x="1069910" y="2157451"/>
              <a:ext cx="2065175" cy="492443"/>
            </a:xfrm>
            <a:prstGeom prst="roundRect">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sz="1600" b="1" dirty="0">
                  <a:solidFill>
                    <a:schemeClr val="bg1"/>
                  </a:solidFill>
                </a:rPr>
                <a:t>Automated Solution</a:t>
              </a:r>
              <a:endParaRPr lang="en-GB" sz="1600" b="1" dirty="0">
                <a:solidFill>
                  <a:schemeClr val="bg1"/>
                </a:solidFill>
              </a:endParaRPr>
            </a:p>
          </p:txBody>
        </p:sp>
      </p:grpSp>
      <p:sp>
        <p:nvSpPr>
          <p:cNvPr id="2" name="Rectangle 1">
            <a:extLst>
              <a:ext uri="{FF2B5EF4-FFF2-40B4-BE49-F238E27FC236}">
                <a16:creationId xmlns:a16="http://schemas.microsoft.com/office/drawing/2014/main" id="{6C5849B0-22A3-6407-A032-7AC95CF4D288}"/>
              </a:ext>
            </a:extLst>
          </p:cNvPr>
          <p:cNvSpPr>
            <a:spLocks noChangeArrowheads="1"/>
          </p:cNvSpPr>
          <p:nvPr/>
        </p:nvSpPr>
        <p:spPr bwMode="auto">
          <a:xfrm>
            <a:off x="4491218" y="3130428"/>
            <a:ext cx="3308949" cy="2031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285750" indent="-285750" eaLnBrk="0" fontAlgn="base" hangingPunct="0">
              <a:spcBef>
                <a:spcPct val="0"/>
              </a:spcBef>
              <a:spcAft>
                <a:spcPct val="0"/>
              </a:spcAft>
              <a:buFont typeface="Arial" panose="020B0604020202020204" pitchFamily="34" charset="0"/>
              <a:buChar char="•"/>
            </a:pPr>
            <a:r>
              <a:rPr lang="en-GB" sz="1400" dirty="0">
                <a:solidFill>
                  <a:schemeClr val="bg1"/>
                </a:solidFill>
              </a:rPr>
              <a:t>Guarantees absolute accuracy by automating the generation and construction of complex tracking URLs, including the mapping of standardized </a:t>
            </a:r>
            <a:r>
              <a:rPr lang="en-GB" sz="1400" dirty="0" err="1">
                <a:solidFill>
                  <a:schemeClr val="bg1"/>
                </a:solidFill>
              </a:rPr>
              <a:t>utm_medium</a:t>
            </a:r>
            <a:r>
              <a:rPr lang="en-GB" sz="1400" dirty="0">
                <a:solidFill>
                  <a:schemeClr val="bg1"/>
                </a:solidFill>
              </a:rPr>
              <a:t> and </a:t>
            </a:r>
            <a:r>
              <a:rPr lang="en-GB" sz="1400" dirty="0" err="1">
                <a:solidFill>
                  <a:schemeClr val="bg1"/>
                </a:solidFill>
              </a:rPr>
              <a:t>utm_source</a:t>
            </a:r>
            <a:r>
              <a:rPr lang="en-GB" sz="1400" dirty="0">
                <a:solidFill>
                  <a:schemeClr val="bg1"/>
                </a:solidFill>
              </a:rPr>
              <a:t> values. This systemic flow completely removes manual intervention and human error from the URL building process.</a:t>
            </a:r>
            <a:endParaRPr lang="en-US" altLang="en-US" sz="1400" dirty="0">
              <a:solidFill>
                <a:schemeClr val="bg1"/>
              </a:solidFill>
            </a:endParaRPr>
          </a:p>
        </p:txBody>
      </p:sp>
      <p:sp>
        <p:nvSpPr>
          <p:cNvPr id="8" name="Rectangle 2">
            <a:extLst>
              <a:ext uri="{FF2B5EF4-FFF2-40B4-BE49-F238E27FC236}">
                <a16:creationId xmlns:a16="http://schemas.microsoft.com/office/drawing/2014/main" id="{0F553525-1DEB-112C-28C4-9F3B3AFC92E3}"/>
              </a:ext>
            </a:extLst>
          </p:cNvPr>
          <p:cNvSpPr>
            <a:spLocks noChangeArrowheads="1"/>
          </p:cNvSpPr>
          <p:nvPr/>
        </p:nvSpPr>
        <p:spPr bwMode="auto">
          <a:xfrm>
            <a:off x="495469" y="2961151"/>
            <a:ext cx="3308950" cy="2031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285750" indent="-285750" eaLnBrk="0" fontAlgn="base" hangingPunct="0">
              <a:spcBef>
                <a:spcPct val="0"/>
              </a:spcBef>
              <a:spcAft>
                <a:spcPct val="0"/>
              </a:spcAft>
              <a:buFont typeface="Arial" panose="020B0604020202020204" pitchFamily="34" charset="0"/>
              <a:buChar char="•"/>
            </a:pPr>
            <a:r>
              <a:rPr lang="en-GB" sz="1400" dirty="0">
                <a:solidFill>
                  <a:schemeClr val="bg1"/>
                </a:solidFill>
              </a:rPr>
              <a:t>Leverages Workfront as the standard, automated intake solution for all campaign activations across digital channels. This approach, built entirely within the unified Adobe ecosystem, consolidates all project requests into one governed pipeline.</a:t>
            </a:r>
            <a:endParaRPr lang="en-US" altLang="en-US" sz="1400" dirty="0">
              <a:solidFill>
                <a:schemeClr val="bg1"/>
              </a:solidFill>
            </a:endParaRPr>
          </a:p>
        </p:txBody>
      </p:sp>
      <p:sp>
        <p:nvSpPr>
          <p:cNvPr id="5" name="TextBox 4">
            <a:extLst>
              <a:ext uri="{FF2B5EF4-FFF2-40B4-BE49-F238E27FC236}">
                <a16:creationId xmlns:a16="http://schemas.microsoft.com/office/drawing/2014/main" id="{A37B09C3-9860-0968-29B4-E6963ACF75F6}"/>
              </a:ext>
            </a:extLst>
          </p:cNvPr>
          <p:cNvSpPr txBox="1"/>
          <p:nvPr/>
        </p:nvSpPr>
        <p:spPr>
          <a:xfrm>
            <a:off x="495469" y="841600"/>
            <a:ext cx="11098635" cy="984375"/>
          </a:xfrm>
          <a:prstGeom prst="rect">
            <a:avLst/>
          </a:prstGeom>
          <a:noFill/>
        </p:spPr>
        <p:txBody>
          <a:bodyPr wrap="square" lIns="0" tIns="0" rIns="0" bIns="0" rtlCol="0" anchor="ctr">
            <a:noAutofit/>
          </a:bodyPr>
          <a:lstStyle/>
          <a:p>
            <a:pPr algn="ctr" defTabSz="912276" fontAlgn="base">
              <a:spcAft>
                <a:spcPts val="1000"/>
              </a:spcAft>
              <a:buClr>
                <a:schemeClr val="bg1"/>
              </a:buClr>
              <a:buSzPct val="100000"/>
            </a:pPr>
            <a:r>
              <a:rPr lang="en-GB" b="1" dirty="0">
                <a:solidFill>
                  <a:schemeClr val="bg1"/>
                </a:solidFill>
              </a:rPr>
              <a:t>Why We Track:</a:t>
            </a:r>
            <a:r>
              <a:rPr lang="en-GB" dirty="0">
                <a:solidFill>
                  <a:schemeClr val="bg1"/>
                </a:solidFill>
              </a:rPr>
              <a:t> Standardizing intake through Workfront ensures every marketing activity is automatically tagged at the point of request, protecting data integrity and simplifying downstream reporting</a:t>
            </a:r>
            <a:endParaRPr lang="en-GB" sz="1600" kern="1200" dirty="0">
              <a:solidFill>
                <a:schemeClr val="bg1"/>
              </a:solidFill>
              <a:latin typeface="+mn-lt"/>
              <a:ea typeface="ＭＳ Ｐゴシック" charset="0"/>
            </a:endParaRPr>
          </a:p>
        </p:txBody>
      </p:sp>
      <p:sp>
        <p:nvSpPr>
          <p:cNvPr id="24" name="TextBox 23"/>
          <p:cNvSpPr txBox="1"/>
          <p:nvPr/>
        </p:nvSpPr>
        <p:spPr>
          <a:xfrm>
            <a:off x="502920" y="6126480"/>
            <a:ext cx="11155680" cy="411480"/>
          </a:xfrm>
          <a:prstGeom prst="rect">
            <a:avLst/>
          </a:prstGeom>
          <a:solidFill>
            <a:srgbClr val="F5F8FB"/>
          </a:solidFill>
          <a:ln>
            <a:solidFill>
              <a:srgbClr val="005596"/>
            </a:solidFill>
          </a:ln>
        </p:spPr>
        <p:txBody>
          <a:bodyPr wrap="none">
            <a:spAutoFit/>
          </a:bodyPr>
          <a:lstStyle/>
          <a:p>
            <a:pPr>
              <a:defRPr sz="1000" b="1">
                <a:solidFill>
                  <a:srgbClr val="005596"/>
                </a:solidFill>
              </a:defRPr>
            </a:pPr>
            <a:r>
              <a:t>Workfront IDs govern intake and automation; CTT IDs still populate lead context until retirement.</a:t>
            </a:r>
          </a:p>
        </p:txBody>
      </p:sp>
    </p:spTree>
    <p:extLst>
      <p:ext uri="{BB962C8B-B14F-4D97-AF65-F5344CB8AC3E}">
        <p14:creationId xmlns:p14="http://schemas.microsoft.com/office/powerpoint/2010/main" val="3152868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76DF71-B314-9FBE-936C-DBC6B186B1B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A6F072F-B1A9-6C64-3798-5122DBE73E33}"/>
              </a:ext>
            </a:extLst>
          </p:cNvPr>
          <p:cNvSpPr>
            <a:spLocks noGrp="1"/>
          </p:cNvSpPr>
          <p:nvPr>
            <p:ph type="title"/>
          </p:nvPr>
        </p:nvSpPr>
        <p:spPr/>
        <p:txBody>
          <a:bodyPr/>
          <a:lstStyle/>
          <a:p>
            <a:r>
              <a:rPr lang="en-US" dirty="0"/>
              <a:t>Workfront ID Types</a:t>
            </a:r>
            <a:endParaRPr lang="en-GB" dirty="0"/>
          </a:p>
        </p:txBody>
      </p:sp>
      <p:cxnSp>
        <p:nvCxnSpPr>
          <p:cNvPr id="3" name="Straight Connector 2">
            <a:extLst>
              <a:ext uri="{FF2B5EF4-FFF2-40B4-BE49-F238E27FC236}">
                <a16:creationId xmlns:a16="http://schemas.microsoft.com/office/drawing/2014/main" id="{4B0CACC8-18D7-47F7-F8CD-A9BAE4600F32}"/>
              </a:ext>
            </a:extLst>
          </p:cNvPr>
          <p:cNvCxnSpPr>
            <a:cxnSpLocks/>
          </p:cNvCxnSpPr>
          <p:nvPr/>
        </p:nvCxnSpPr>
        <p:spPr>
          <a:xfrm>
            <a:off x="0" y="1694919"/>
            <a:ext cx="12192000" cy="0"/>
          </a:xfrm>
          <a:prstGeom prst="line">
            <a:avLst/>
          </a:prstGeom>
          <a:noFill/>
          <a:ln>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cxnSp>
        <p:nvCxnSpPr>
          <p:cNvPr id="28" name="Straight Connector 27">
            <a:extLst>
              <a:ext uri="{FF2B5EF4-FFF2-40B4-BE49-F238E27FC236}">
                <a16:creationId xmlns:a16="http://schemas.microsoft.com/office/drawing/2014/main" id="{D2B8812C-7DB9-021B-A939-3996E374B9D2}"/>
              </a:ext>
            </a:extLst>
          </p:cNvPr>
          <p:cNvCxnSpPr>
            <a:cxnSpLocks/>
          </p:cNvCxnSpPr>
          <p:nvPr/>
        </p:nvCxnSpPr>
        <p:spPr>
          <a:xfrm>
            <a:off x="1892561" y="3204454"/>
            <a:ext cx="9144000" cy="0"/>
          </a:xfrm>
          <a:prstGeom prst="line">
            <a:avLst/>
          </a:prstGeom>
          <a:noFill/>
          <a:ln>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cxnSp>
        <p:nvCxnSpPr>
          <p:cNvPr id="29" name="Straight Connector 28">
            <a:extLst>
              <a:ext uri="{FF2B5EF4-FFF2-40B4-BE49-F238E27FC236}">
                <a16:creationId xmlns:a16="http://schemas.microsoft.com/office/drawing/2014/main" id="{3911B4BC-5173-64B7-5DC7-B6A0DB056F23}"/>
              </a:ext>
            </a:extLst>
          </p:cNvPr>
          <p:cNvCxnSpPr>
            <a:cxnSpLocks/>
          </p:cNvCxnSpPr>
          <p:nvPr/>
        </p:nvCxnSpPr>
        <p:spPr>
          <a:xfrm>
            <a:off x="1972775" y="4075376"/>
            <a:ext cx="9144000" cy="0"/>
          </a:xfrm>
          <a:prstGeom prst="line">
            <a:avLst/>
          </a:prstGeom>
          <a:noFill/>
          <a:ln>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sp>
        <p:nvSpPr>
          <p:cNvPr id="30" name="TextBox 29">
            <a:extLst>
              <a:ext uri="{FF2B5EF4-FFF2-40B4-BE49-F238E27FC236}">
                <a16:creationId xmlns:a16="http://schemas.microsoft.com/office/drawing/2014/main" id="{C6A71EE2-FED0-A37F-CBDF-AB49C18988D8}"/>
              </a:ext>
            </a:extLst>
          </p:cNvPr>
          <p:cNvSpPr txBox="1"/>
          <p:nvPr/>
        </p:nvSpPr>
        <p:spPr>
          <a:xfrm>
            <a:off x="323850" y="3488636"/>
            <a:ext cx="1280160" cy="302558"/>
          </a:xfrm>
          <a:prstGeom prst="rect">
            <a:avLst/>
          </a:prstGeom>
          <a:noFill/>
        </p:spPr>
        <p:txBody>
          <a:bodyPr wrap="square" lIns="0" tIns="0" rIns="0" bIns="0" rtlCol="0">
            <a:noAutofit/>
          </a:bodyPr>
          <a:lstStyle/>
          <a:p>
            <a:pPr algn="l"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What it Does</a:t>
            </a:r>
            <a:endParaRPr lang="en-GB" sz="1600" kern="1200" dirty="0" err="1">
              <a:solidFill>
                <a:schemeClr val="bg1"/>
              </a:solidFill>
              <a:latin typeface="+mn-lt"/>
              <a:ea typeface="ＭＳ Ｐゴシック" charset="0"/>
            </a:endParaRPr>
          </a:p>
        </p:txBody>
      </p:sp>
      <p:sp>
        <p:nvSpPr>
          <p:cNvPr id="31" name="TextBox 30">
            <a:extLst>
              <a:ext uri="{FF2B5EF4-FFF2-40B4-BE49-F238E27FC236}">
                <a16:creationId xmlns:a16="http://schemas.microsoft.com/office/drawing/2014/main" id="{0A5089E0-A062-9D33-6772-E4D5DC7CDEF9}"/>
              </a:ext>
            </a:extLst>
          </p:cNvPr>
          <p:cNvSpPr txBox="1"/>
          <p:nvPr/>
        </p:nvSpPr>
        <p:spPr>
          <a:xfrm>
            <a:off x="323850" y="4754620"/>
            <a:ext cx="1280160" cy="301752"/>
          </a:xfrm>
          <a:prstGeom prst="rect">
            <a:avLst/>
          </a:prstGeom>
          <a:noFill/>
        </p:spPr>
        <p:txBody>
          <a:bodyPr wrap="square" lIns="0" tIns="0" rIns="0" bIns="0" rtlCol="0">
            <a:noAutofit/>
          </a:bodyPr>
          <a:lstStyle/>
          <a:p>
            <a:pPr algn="l"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Key Rules</a:t>
            </a:r>
            <a:endParaRPr lang="en-GB" sz="1600" kern="1200" dirty="0" err="1">
              <a:solidFill>
                <a:schemeClr val="bg1"/>
              </a:solidFill>
              <a:latin typeface="+mn-lt"/>
              <a:ea typeface="ＭＳ Ｐゴシック" charset="0"/>
            </a:endParaRPr>
          </a:p>
        </p:txBody>
      </p:sp>
      <p:sp>
        <p:nvSpPr>
          <p:cNvPr id="32" name="TextBox 31">
            <a:extLst>
              <a:ext uri="{FF2B5EF4-FFF2-40B4-BE49-F238E27FC236}">
                <a16:creationId xmlns:a16="http://schemas.microsoft.com/office/drawing/2014/main" id="{0744194C-825E-76A0-C875-F4C62CC8DE20}"/>
              </a:ext>
            </a:extLst>
          </p:cNvPr>
          <p:cNvSpPr txBox="1"/>
          <p:nvPr/>
        </p:nvSpPr>
        <p:spPr>
          <a:xfrm>
            <a:off x="323850" y="5918709"/>
            <a:ext cx="1280160" cy="301752"/>
          </a:xfrm>
          <a:prstGeom prst="rect">
            <a:avLst/>
          </a:prstGeom>
          <a:noFill/>
        </p:spPr>
        <p:txBody>
          <a:bodyPr wrap="square" lIns="0" tIns="0" rIns="0" bIns="0" rtlCol="0">
            <a:noAutofit/>
          </a:bodyPr>
          <a:lstStyle/>
          <a:p>
            <a:pPr algn="l"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Example</a:t>
            </a:r>
            <a:endParaRPr lang="en-GB" sz="1600" kern="1200" dirty="0" err="1">
              <a:solidFill>
                <a:schemeClr val="bg1"/>
              </a:solidFill>
              <a:latin typeface="+mn-lt"/>
              <a:ea typeface="ＭＳ Ｐゴシック" charset="0"/>
            </a:endParaRPr>
          </a:p>
        </p:txBody>
      </p:sp>
      <p:cxnSp>
        <p:nvCxnSpPr>
          <p:cNvPr id="34" name="Straight Connector 33">
            <a:extLst>
              <a:ext uri="{FF2B5EF4-FFF2-40B4-BE49-F238E27FC236}">
                <a16:creationId xmlns:a16="http://schemas.microsoft.com/office/drawing/2014/main" id="{4A96C7A8-A1F3-8F14-C3E6-DA349B1C5F5D}"/>
              </a:ext>
            </a:extLst>
          </p:cNvPr>
          <p:cNvCxnSpPr>
            <a:cxnSpLocks/>
          </p:cNvCxnSpPr>
          <p:nvPr/>
        </p:nvCxnSpPr>
        <p:spPr>
          <a:xfrm>
            <a:off x="2015542" y="5692106"/>
            <a:ext cx="9144000" cy="0"/>
          </a:xfrm>
          <a:prstGeom prst="line">
            <a:avLst/>
          </a:prstGeom>
          <a:noFill/>
          <a:ln>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sp>
        <p:nvSpPr>
          <p:cNvPr id="6" name="TextBox 5">
            <a:extLst>
              <a:ext uri="{FF2B5EF4-FFF2-40B4-BE49-F238E27FC236}">
                <a16:creationId xmlns:a16="http://schemas.microsoft.com/office/drawing/2014/main" id="{E3BA808C-627E-0AED-2B1B-F7B030BE7124}"/>
              </a:ext>
            </a:extLst>
          </p:cNvPr>
          <p:cNvSpPr txBox="1"/>
          <p:nvPr>
            <p:custDataLst>
              <p:tags r:id="rId1"/>
            </p:custDataLst>
          </p:nvPr>
        </p:nvSpPr>
        <p:spPr>
          <a:xfrm>
            <a:off x="2137968" y="859000"/>
            <a:ext cx="2539848" cy="494379"/>
          </a:xfrm>
          <a:prstGeom prst="rect">
            <a:avLst/>
          </a:prstGeom>
          <a:noFill/>
        </p:spPr>
        <p:txBody>
          <a:bodyPr vert="horz" wrap="square" lIns="18288" tIns="18288" rIns="18288" bIns="18288" rtlCol="0" anchor="ctr">
            <a:normAutofit/>
          </a:bodyPr>
          <a:lstStyle>
            <a:defPPr>
              <a:defRPr lang="en-US"/>
            </a:defPPr>
            <a:lvl1pPr algn="l" defTabSz="609559" rtl="0" fontAlgn="base">
              <a:spcBef>
                <a:spcPct val="0"/>
              </a:spcBef>
              <a:spcAft>
                <a:spcPct val="0"/>
              </a:spcAft>
              <a:defRPr kern="1200">
                <a:solidFill>
                  <a:schemeClr val="tx1"/>
                </a:solidFill>
                <a:latin typeface="Arial"/>
                <a:ea typeface="ＭＳ Ｐゴシック" charset="0"/>
                <a:cs typeface="ＭＳ Ｐゴシック" charset="0"/>
              </a:defRPr>
            </a:lvl1pPr>
            <a:lvl2pPr marL="609559" algn="l" defTabSz="609559" rtl="0" fontAlgn="base">
              <a:spcBef>
                <a:spcPct val="0"/>
              </a:spcBef>
              <a:spcAft>
                <a:spcPct val="0"/>
              </a:spcAft>
              <a:defRPr kern="1200">
                <a:solidFill>
                  <a:schemeClr val="tx1"/>
                </a:solidFill>
                <a:latin typeface="Arial"/>
                <a:ea typeface="ＭＳ Ｐゴシック" charset="0"/>
                <a:cs typeface="ＭＳ Ｐゴシック" charset="0"/>
              </a:defRPr>
            </a:lvl2pPr>
            <a:lvl3pPr marL="1219119" algn="l" defTabSz="609559" rtl="0" fontAlgn="base">
              <a:spcBef>
                <a:spcPct val="0"/>
              </a:spcBef>
              <a:spcAft>
                <a:spcPct val="0"/>
              </a:spcAft>
              <a:defRPr kern="1200">
                <a:solidFill>
                  <a:schemeClr val="tx1"/>
                </a:solidFill>
                <a:latin typeface="Arial"/>
                <a:ea typeface="ＭＳ Ｐゴシック" charset="0"/>
                <a:cs typeface="ＭＳ Ｐゴシック" charset="0"/>
              </a:defRPr>
            </a:lvl3pPr>
            <a:lvl4pPr marL="1828678" algn="l" defTabSz="609559" rtl="0" fontAlgn="base">
              <a:spcBef>
                <a:spcPct val="0"/>
              </a:spcBef>
              <a:spcAft>
                <a:spcPct val="0"/>
              </a:spcAft>
              <a:defRPr kern="1200">
                <a:solidFill>
                  <a:schemeClr val="tx1"/>
                </a:solidFill>
                <a:latin typeface="Arial"/>
                <a:ea typeface="ＭＳ Ｐゴシック" charset="0"/>
                <a:cs typeface="ＭＳ Ｐゴシック" charset="0"/>
              </a:defRPr>
            </a:lvl4pPr>
            <a:lvl5pPr marL="2438238" algn="l" defTabSz="609559" rtl="0" fontAlgn="base">
              <a:spcBef>
                <a:spcPct val="0"/>
              </a:spcBef>
              <a:spcAft>
                <a:spcPct val="0"/>
              </a:spcAft>
              <a:defRPr kern="1200">
                <a:solidFill>
                  <a:schemeClr val="tx1"/>
                </a:solidFill>
                <a:latin typeface="Arial"/>
                <a:ea typeface="ＭＳ Ｐゴシック" charset="0"/>
                <a:cs typeface="ＭＳ Ｐゴシック" charset="0"/>
              </a:defRPr>
            </a:lvl5pPr>
            <a:lvl6pPr marL="3047797" algn="l" defTabSz="609559" rtl="0" eaLnBrk="1" latinLnBrk="0" hangingPunct="1">
              <a:defRPr kern="1200">
                <a:solidFill>
                  <a:schemeClr val="tx1"/>
                </a:solidFill>
                <a:latin typeface="Arial"/>
                <a:ea typeface="ＭＳ Ｐゴシック" charset="0"/>
                <a:cs typeface="ＭＳ Ｐゴシック" charset="0"/>
              </a:defRPr>
            </a:lvl6pPr>
            <a:lvl7pPr marL="3657357" algn="l" defTabSz="609559" rtl="0" eaLnBrk="1" latinLnBrk="0" hangingPunct="1">
              <a:defRPr kern="1200">
                <a:solidFill>
                  <a:schemeClr val="tx1"/>
                </a:solidFill>
                <a:latin typeface="Arial"/>
                <a:ea typeface="ＭＳ Ｐゴシック" charset="0"/>
                <a:cs typeface="ＭＳ Ｐゴシック" charset="0"/>
              </a:defRPr>
            </a:lvl7pPr>
            <a:lvl8pPr marL="4266915" algn="l" defTabSz="609559" rtl="0" eaLnBrk="1" latinLnBrk="0" hangingPunct="1">
              <a:defRPr kern="1200">
                <a:solidFill>
                  <a:schemeClr val="tx1"/>
                </a:solidFill>
                <a:latin typeface="Arial"/>
                <a:ea typeface="ＭＳ Ｐゴシック" charset="0"/>
                <a:cs typeface="ＭＳ Ｐゴシック" charset="0"/>
              </a:defRPr>
            </a:lvl8pPr>
            <a:lvl9pPr marL="4876475" algn="l" defTabSz="609559" rtl="0" eaLnBrk="1" latinLnBrk="0" hangingPunct="1">
              <a:defRPr kern="1200">
                <a:solidFill>
                  <a:schemeClr val="tx1"/>
                </a:solidFill>
                <a:latin typeface="Arial"/>
                <a:ea typeface="ＭＳ Ｐゴシック" charset="0"/>
                <a:cs typeface="ＭＳ Ｐゴシック" charset="0"/>
              </a:defRPr>
            </a:lvl9pPr>
          </a:lstStyle>
          <a:p>
            <a:pPr marL="0" marR="0" lvl="0" indent="0" algn="ctr" defTabSz="609559" fontAlgn="base">
              <a:lnSpc>
                <a:spcPct val="100000"/>
              </a:lnSpc>
              <a:spcBef>
                <a:spcPct val="0"/>
              </a:spcBef>
              <a:spcAft>
                <a:spcPct val="0"/>
              </a:spcAft>
              <a:buSzTx/>
              <a:buNone/>
            </a:pPr>
            <a:r>
              <a:rPr kumimoji="0" lang="en-IN" sz="1800" b="1" i="0" u="none" strike="noStrike" kern="1200" cap="none" spc="0" normalizeH="0" baseline="0" noProof="0" dirty="0">
                <a:solidFill>
                  <a:srgbClr val="07182D"/>
                </a:solidFill>
                <a:uLnTx/>
                <a:uFillTx/>
                <a:latin typeface="CiscoSansTT" panose="020B0503020201020303" pitchFamily="34" charset="0"/>
                <a:ea typeface="ＭＳ Ｐゴシック" charset="0"/>
                <a:cs typeface="CiscoSansTT" panose="020B0503020201020303" pitchFamily="34" charset="0"/>
                <a:sym typeface="Wingdings"/>
              </a:rPr>
              <a:t>Project ID</a:t>
            </a:r>
          </a:p>
        </p:txBody>
      </p:sp>
      <p:grpSp>
        <p:nvGrpSpPr>
          <p:cNvPr id="22" name="Group 21">
            <a:extLst>
              <a:ext uri="{FF2B5EF4-FFF2-40B4-BE49-F238E27FC236}">
                <a16:creationId xmlns:a16="http://schemas.microsoft.com/office/drawing/2014/main" id="{7A1DC304-E0CF-57CB-7ED8-87D52541B371}"/>
              </a:ext>
            </a:extLst>
          </p:cNvPr>
          <p:cNvGrpSpPr/>
          <p:nvPr/>
        </p:nvGrpSpPr>
        <p:grpSpPr>
          <a:xfrm>
            <a:off x="3014726" y="1301754"/>
            <a:ext cx="786332" cy="786331"/>
            <a:chOff x="2401016" y="1237421"/>
            <a:chExt cx="786332" cy="786331"/>
          </a:xfrm>
        </p:grpSpPr>
        <p:sp>
          <p:nvSpPr>
            <p:cNvPr id="5" name="Shape1_20250523_195849">
              <a:extLst>
                <a:ext uri="{FF2B5EF4-FFF2-40B4-BE49-F238E27FC236}">
                  <a16:creationId xmlns:a16="http://schemas.microsoft.com/office/drawing/2014/main" id="{4AB40629-AF1C-66F9-CEA3-5D569C7095D7}"/>
                </a:ext>
              </a:extLst>
            </p:cNvPr>
            <p:cNvSpPr txBox="1">
              <a:spLocks noChangeAspect="1"/>
            </p:cNvSpPr>
            <p:nvPr>
              <p:custDataLst>
                <p:tags r:id="rId14"/>
              </p:custDataLst>
            </p:nvPr>
          </p:nvSpPr>
          <p:spPr>
            <a:xfrm>
              <a:off x="2401016" y="1237421"/>
              <a:ext cx="786332" cy="786331"/>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en-US"/>
              </a:defPPr>
              <a:lvl1pPr algn="ctr">
                <a:defRPr>
                  <a:solidFill>
                    <a:schemeClr val="bg1"/>
                  </a:solidFill>
                </a:defRPr>
              </a:lvl1pPr>
              <a:lvl2pPr>
                <a:defRPr>
                  <a:solidFill>
                    <a:srgbClr val="414244"/>
                  </a:solidFill>
                  <a:latin typeface="CiscoSansTT Light"/>
                  <a:ea typeface="ＭＳ Ｐゴシック" charset="0"/>
                  <a:cs typeface="ＭＳ Ｐゴシック" charset="0"/>
                </a:defRPr>
              </a:lvl2pPr>
              <a:lvl3pPr>
                <a:defRPr>
                  <a:solidFill>
                    <a:srgbClr val="414244"/>
                  </a:solidFill>
                  <a:latin typeface="CiscoSansTT Light"/>
                  <a:ea typeface="ＭＳ Ｐゴシック" charset="0"/>
                  <a:cs typeface="ＭＳ Ｐゴシック" charset="0"/>
                </a:defRPr>
              </a:lvl3pPr>
              <a:lvl4pPr>
                <a:defRPr>
                  <a:solidFill>
                    <a:srgbClr val="414244"/>
                  </a:solidFill>
                  <a:latin typeface="CiscoSansTT Light"/>
                  <a:ea typeface="ＭＳ Ｐゴシック" charset="0"/>
                  <a:cs typeface="ＭＳ Ｐゴシック" charset="0"/>
                </a:defRPr>
              </a:lvl4pPr>
              <a:lvl5pPr>
                <a:defRPr>
                  <a:solidFill>
                    <a:srgbClr val="414244"/>
                  </a:solidFill>
                  <a:latin typeface="CiscoSansTT Light"/>
                  <a:ea typeface="ＭＳ Ｐゴシック" charset="0"/>
                  <a:cs typeface="ＭＳ Ｐゴシック" charset="0"/>
                </a:defRPr>
              </a:lvl5pPr>
              <a:lvl6pPr>
                <a:defRPr>
                  <a:solidFill>
                    <a:srgbClr val="414244"/>
                  </a:solidFill>
                  <a:latin typeface="CiscoSansTT Light"/>
                  <a:ea typeface="ＭＳ Ｐゴシック" charset="0"/>
                  <a:cs typeface="ＭＳ Ｐゴシック" charset="0"/>
                </a:defRPr>
              </a:lvl6pPr>
              <a:lvl7pPr>
                <a:defRPr>
                  <a:solidFill>
                    <a:srgbClr val="414244"/>
                  </a:solidFill>
                  <a:latin typeface="CiscoSansTT Light"/>
                  <a:ea typeface="ＭＳ Ｐゴシック" charset="0"/>
                  <a:cs typeface="ＭＳ Ｐゴシック" charset="0"/>
                </a:defRPr>
              </a:lvl7pPr>
              <a:lvl8pPr>
                <a:defRPr>
                  <a:solidFill>
                    <a:srgbClr val="414244"/>
                  </a:solidFill>
                  <a:latin typeface="CiscoSansTT Light"/>
                  <a:ea typeface="ＭＳ Ｐゴシック" charset="0"/>
                  <a:cs typeface="ＭＳ Ｐゴシック" charset="0"/>
                </a:defRPr>
              </a:lvl8pPr>
              <a:lvl9pPr>
                <a:defRPr>
                  <a:solidFill>
                    <a:srgbClr val="414244"/>
                  </a:solidFill>
                  <a:latin typeface="CiscoSansTT Light"/>
                  <a:ea typeface="ＭＳ Ｐゴシック" charset="0"/>
                  <a:cs typeface="ＭＳ Ｐゴシック" charset="0"/>
                </a:defRPr>
              </a:lvl9pPr>
            </a:lstStyle>
            <a:p>
              <a:r>
                <a:rPr lang="en-IN" dirty="0">
                  <a:sym typeface="Arial"/>
                </a:rPr>
                <a:t> </a:t>
              </a:r>
              <a:endParaRPr dirty="0">
                <a:sym typeface="Arial"/>
              </a:endParaRPr>
            </a:p>
          </p:txBody>
        </p:sp>
        <p:pic>
          <p:nvPicPr>
            <p:cNvPr id="8" name="dark1" descr="Mandala with solid fill">
              <a:extLst>
                <a:ext uri="{FF2B5EF4-FFF2-40B4-BE49-F238E27FC236}">
                  <a16:creationId xmlns:a16="http://schemas.microsoft.com/office/drawing/2014/main" id="{579866CA-53F6-8FF9-BB2A-49CA0E9AE6E5}"/>
                </a:ext>
              </a:extLst>
            </p:cNvPr>
            <p:cNvPicPr>
              <a:picLocks noChangeAspect="1"/>
            </p:cNvPicPr>
            <p:nvPr>
              <p:custDataLst>
                <p:tags r:id="rId15"/>
              </p:custDataLst>
            </p:nvPr>
          </p:nvPicPr>
          <p:blipFill>
            <a:blip>
              <a:extLst>
                <a:ext uri="{96DAC541-7B7A-43D3-8B79-37D633B846F1}">
                  <asvg:svgBlip xmlns:asvg="http://schemas.microsoft.com/office/drawing/2016/SVG/main" r:embed="rId18"/>
                </a:ext>
              </a:extLst>
            </a:blip>
            <a:srcRect/>
            <a:stretch/>
          </p:blipFill>
          <p:spPr>
            <a:xfrm>
              <a:off x="2517484" y="1353888"/>
              <a:ext cx="553396" cy="553396"/>
            </a:xfrm>
            <a:prstGeom prst="rect">
              <a:avLst/>
            </a:prstGeom>
          </p:spPr>
        </p:pic>
      </p:grpSp>
      <p:sp>
        <p:nvSpPr>
          <p:cNvPr id="7" name="TextBox 6">
            <a:extLst>
              <a:ext uri="{FF2B5EF4-FFF2-40B4-BE49-F238E27FC236}">
                <a16:creationId xmlns:a16="http://schemas.microsoft.com/office/drawing/2014/main" id="{DA84A3D3-7AEA-7CB3-0135-1FD90B226593}"/>
              </a:ext>
            </a:extLst>
          </p:cNvPr>
          <p:cNvSpPr txBox="1"/>
          <p:nvPr>
            <p:custDataLst>
              <p:tags r:id="rId2"/>
            </p:custDataLst>
          </p:nvPr>
        </p:nvSpPr>
        <p:spPr>
          <a:xfrm>
            <a:off x="1935708" y="2164436"/>
            <a:ext cx="2944368" cy="970317"/>
          </a:xfrm>
          <a:prstGeom prst="rect">
            <a:avLst/>
          </a:prstGeom>
          <a:noFill/>
        </p:spPr>
        <p:txBody>
          <a:bodyPr vert="horz" wrap="square" lIns="18288" tIns="18288" rIns="18288" bIns="18288" rtlCol="0" anchor="t">
            <a:noAutofit/>
          </a:bodyPr>
          <a:lstStyle>
            <a:defPPr>
              <a:defRPr lang="en-US"/>
            </a:defPPr>
            <a:lvl1pPr algn="l" defTabSz="609559" rtl="0" fontAlgn="base">
              <a:spcBef>
                <a:spcPct val="0"/>
              </a:spcBef>
              <a:spcAft>
                <a:spcPct val="0"/>
              </a:spcAft>
              <a:defRPr kern="1200">
                <a:solidFill>
                  <a:schemeClr val="tx1"/>
                </a:solidFill>
                <a:latin typeface="Arial"/>
                <a:ea typeface="ＭＳ Ｐゴシック" charset="0"/>
                <a:cs typeface="ＭＳ Ｐゴシック" charset="0"/>
              </a:defRPr>
            </a:lvl1pPr>
            <a:lvl2pPr marL="609559" algn="l" defTabSz="609559" rtl="0" fontAlgn="base">
              <a:spcBef>
                <a:spcPct val="0"/>
              </a:spcBef>
              <a:spcAft>
                <a:spcPct val="0"/>
              </a:spcAft>
              <a:defRPr kern="1200">
                <a:solidFill>
                  <a:schemeClr val="tx1"/>
                </a:solidFill>
                <a:latin typeface="Arial"/>
                <a:ea typeface="ＭＳ Ｐゴシック" charset="0"/>
                <a:cs typeface="ＭＳ Ｐゴシック" charset="0"/>
              </a:defRPr>
            </a:lvl2pPr>
            <a:lvl3pPr marL="1219119" algn="l" defTabSz="609559" rtl="0" fontAlgn="base">
              <a:spcBef>
                <a:spcPct val="0"/>
              </a:spcBef>
              <a:spcAft>
                <a:spcPct val="0"/>
              </a:spcAft>
              <a:defRPr kern="1200">
                <a:solidFill>
                  <a:schemeClr val="tx1"/>
                </a:solidFill>
                <a:latin typeface="Arial"/>
                <a:ea typeface="ＭＳ Ｐゴシック" charset="0"/>
                <a:cs typeface="ＭＳ Ｐゴシック" charset="0"/>
              </a:defRPr>
            </a:lvl3pPr>
            <a:lvl4pPr marL="1828678" algn="l" defTabSz="609559" rtl="0" fontAlgn="base">
              <a:spcBef>
                <a:spcPct val="0"/>
              </a:spcBef>
              <a:spcAft>
                <a:spcPct val="0"/>
              </a:spcAft>
              <a:defRPr kern="1200">
                <a:solidFill>
                  <a:schemeClr val="tx1"/>
                </a:solidFill>
                <a:latin typeface="Arial"/>
                <a:ea typeface="ＭＳ Ｐゴシック" charset="0"/>
                <a:cs typeface="ＭＳ Ｐゴシック" charset="0"/>
              </a:defRPr>
            </a:lvl4pPr>
            <a:lvl5pPr marL="2438238" algn="l" defTabSz="609559" rtl="0" fontAlgn="base">
              <a:spcBef>
                <a:spcPct val="0"/>
              </a:spcBef>
              <a:spcAft>
                <a:spcPct val="0"/>
              </a:spcAft>
              <a:defRPr kern="1200">
                <a:solidFill>
                  <a:schemeClr val="tx1"/>
                </a:solidFill>
                <a:latin typeface="Arial"/>
                <a:ea typeface="ＭＳ Ｐゴシック" charset="0"/>
                <a:cs typeface="ＭＳ Ｐゴシック" charset="0"/>
              </a:defRPr>
            </a:lvl5pPr>
            <a:lvl6pPr marL="3047797" algn="l" defTabSz="609559" rtl="0" eaLnBrk="1" latinLnBrk="0" hangingPunct="1">
              <a:defRPr kern="1200">
                <a:solidFill>
                  <a:schemeClr val="tx1"/>
                </a:solidFill>
                <a:latin typeface="Arial"/>
                <a:ea typeface="ＭＳ Ｐゴシック" charset="0"/>
                <a:cs typeface="ＭＳ Ｐゴシック" charset="0"/>
              </a:defRPr>
            </a:lvl6pPr>
            <a:lvl7pPr marL="3657357" algn="l" defTabSz="609559" rtl="0" eaLnBrk="1" latinLnBrk="0" hangingPunct="1">
              <a:defRPr kern="1200">
                <a:solidFill>
                  <a:schemeClr val="tx1"/>
                </a:solidFill>
                <a:latin typeface="Arial"/>
                <a:ea typeface="ＭＳ Ｐゴシック" charset="0"/>
                <a:cs typeface="ＭＳ Ｐゴシック" charset="0"/>
              </a:defRPr>
            </a:lvl7pPr>
            <a:lvl8pPr marL="4266915" algn="l" defTabSz="609559" rtl="0" eaLnBrk="1" latinLnBrk="0" hangingPunct="1">
              <a:defRPr kern="1200">
                <a:solidFill>
                  <a:schemeClr val="tx1"/>
                </a:solidFill>
                <a:latin typeface="Arial"/>
                <a:ea typeface="ＭＳ Ｐゴシック" charset="0"/>
                <a:cs typeface="ＭＳ Ｐゴシック" charset="0"/>
              </a:defRPr>
            </a:lvl8pPr>
            <a:lvl9pPr marL="4876475" algn="l" defTabSz="609559" rtl="0" eaLnBrk="1" latinLnBrk="0" hangingPunct="1">
              <a:defRPr kern="1200">
                <a:solidFill>
                  <a:schemeClr val="tx1"/>
                </a:solidFill>
                <a:latin typeface="Arial"/>
                <a:ea typeface="ＭＳ Ｐゴシック" charset="0"/>
                <a:cs typeface="ＭＳ Ｐゴシック" charset="0"/>
              </a:defRPr>
            </a:lvl9pPr>
          </a:lstStyle>
          <a:p>
            <a:pPr lvl="0" algn="ctr"/>
            <a:r>
              <a:rPr lang="en-GB" sz="1200" dirty="0">
                <a:solidFill>
                  <a:schemeClr val="bg1"/>
                </a:solidFill>
                <a:latin typeface="+mn-lt"/>
                <a:cs typeface="Arial" panose="020B0604020202020204" pitchFamily="34" charset="0"/>
              </a:rPr>
              <a:t>The </a:t>
            </a:r>
            <a:r>
              <a:rPr lang="en-GB" sz="1200" b="1" dirty="0">
                <a:solidFill>
                  <a:schemeClr val="bg1"/>
                </a:solidFill>
                <a:latin typeface="+mn-lt"/>
                <a:cs typeface="Arial" panose="020B0604020202020204" pitchFamily="34" charset="0"/>
              </a:rPr>
              <a:t>Project ID </a:t>
            </a:r>
            <a:r>
              <a:rPr lang="en-GB" sz="1200" dirty="0">
                <a:solidFill>
                  <a:schemeClr val="bg1"/>
                </a:solidFill>
                <a:latin typeface="+mn-lt"/>
                <a:cs typeface="Arial" panose="020B0604020202020204" pitchFamily="34" charset="0"/>
              </a:rPr>
              <a:t>is the umbrella identifier for an overarching marketing initiative created within Workfront, </a:t>
            </a:r>
            <a:endParaRPr kumimoji="0" lang="en-IN" sz="1200" b="0" i="0" u="none" strike="noStrike" kern="1200" cap="none" spc="0" normalizeH="0" baseline="0" noProof="0" dirty="0">
              <a:solidFill>
                <a:schemeClr val="bg1"/>
              </a:solidFill>
              <a:uLnTx/>
              <a:uFillTx/>
              <a:latin typeface="+mn-lt"/>
              <a:cs typeface="Arial" panose="020B0604020202020204" pitchFamily="34" charset="0"/>
              <a:sym typeface="Wingdings"/>
            </a:endParaRPr>
          </a:p>
        </p:txBody>
      </p:sp>
      <p:sp>
        <p:nvSpPr>
          <p:cNvPr id="19" name="TextBox 18">
            <a:extLst>
              <a:ext uri="{FF2B5EF4-FFF2-40B4-BE49-F238E27FC236}">
                <a16:creationId xmlns:a16="http://schemas.microsoft.com/office/drawing/2014/main" id="{F762DE16-A4E2-5FDC-B164-4A35C548E4A9}"/>
              </a:ext>
            </a:extLst>
          </p:cNvPr>
          <p:cNvSpPr txBox="1"/>
          <p:nvPr>
            <p:custDataLst>
              <p:tags r:id="rId3"/>
            </p:custDataLst>
          </p:nvPr>
        </p:nvSpPr>
        <p:spPr>
          <a:xfrm>
            <a:off x="1935708" y="3274155"/>
            <a:ext cx="2944368" cy="731520"/>
          </a:xfrm>
          <a:prstGeom prst="rect">
            <a:avLst/>
          </a:prstGeom>
          <a:noFill/>
        </p:spPr>
        <p:txBody>
          <a:bodyPr vert="horz" wrap="square" lIns="18288" tIns="18288" rIns="18288" bIns="18288" rtlCol="0" anchor="ctr">
            <a:normAutofit lnSpcReduction="10000"/>
          </a:bodyPr>
          <a:lstStyle>
            <a:defPPr>
              <a:defRPr lang="en-US"/>
            </a:defPPr>
            <a:lvl1pPr lvl="0" algn="ctr" defTabSz="609559" fontAlgn="base">
              <a:spcBef>
                <a:spcPct val="0"/>
              </a:spcBef>
              <a:spcAft>
                <a:spcPct val="0"/>
              </a:spcAft>
              <a:defRPr sz="1200">
                <a:solidFill>
                  <a:schemeClr val="bg1"/>
                </a:solidFill>
                <a:ea typeface="ＭＳ Ｐゴシック" charset="0"/>
                <a:cs typeface="ＭＳ Ｐゴシック" charset="0"/>
              </a:defRPr>
            </a:lvl1pPr>
            <a:lvl2pPr marL="609559" defTabSz="609559" fontAlgn="base">
              <a:spcBef>
                <a:spcPct val="0"/>
              </a:spcBef>
              <a:spcAft>
                <a:spcPct val="0"/>
              </a:spcAft>
              <a:defRPr>
                <a:latin typeface="Arial"/>
                <a:ea typeface="ＭＳ Ｐゴシック" charset="0"/>
                <a:cs typeface="ＭＳ Ｐゴシック" charset="0"/>
              </a:defRPr>
            </a:lvl2pPr>
            <a:lvl3pPr marL="1219119" defTabSz="609559" fontAlgn="base">
              <a:spcBef>
                <a:spcPct val="0"/>
              </a:spcBef>
              <a:spcAft>
                <a:spcPct val="0"/>
              </a:spcAft>
              <a:defRPr>
                <a:latin typeface="Arial"/>
                <a:ea typeface="ＭＳ Ｐゴシック" charset="0"/>
                <a:cs typeface="ＭＳ Ｐゴシック" charset="0"/>
              </a:defRPr>
            </a:lvl3pPr>
            <a:lvl4pPr marL="1828678" defTabSz="609559" fontAlgn="base">
              <a:spcBef>
                <a:spcPct val="0"/>
              </a:spcBef>
              <a:spcAft>
                <a:spcPct val="0"/>
              </a:spcAft>
              <a:defRPr>
                <a:latin typeface="Arial"/>
                <a:ea typeface="ＭＳ Ｐゴシック" charset="0"/>
                <a:cs typeface="ＭＳ Ｐゴシック" charset="0"/>
              </a:defRPr>
            </a:lvl4pPr>
            <a:lvl5pPr marL="2438238" defTabSz="609559" fontAlgn="base">
              <a:spcBef>
                <a:spcPct val="0"/>
              </a:spcBef>
              <a:spcAft>
                <a:spcPct val="0"/>
              </a:spcAft>
              <a:defRPr>
                <a:latin typeface="Arial"/>
                <a:ea typeface="ＭＳ Ｐゴシック" charset="0"/>
                <a:cs typeface="ＭＳ Ｐゴシック" charset="0"/>
              </a:defRPr>
            </a:lvl5pPr>
            <a:lvl6pPr marL="3047797" defTabSz="609559">
              <a:defRPr>
                <a:latin typeface="Arial"/>
                <a:ea typeface="ＭＳ Ｐゴシック" charset="0"/>
                <a:cs typeface="ＭＳ Ｐゴシック" charset="0"/>
              </a:defRPr>
            </a:lvl6pPr>
            <a:lvl7pPr marL="3657357" defTabSz="609559">
              <a:defRPr>
                <a:latin typeface="Arial"/>
                <a:ea typeface="ＭＳ Ｐゴシック" charset="0"/>
                <a:cs typeface="ＭＳ Ｐゴシック" charset="0"/>
              </a:defRPr>
            </a:lvl7pPr>
            <a:lvl8pPr marL="4266915" defTabSz="609559">
              <a:defRPr>
                <a:latin typeface="Arial"/>
                <a:ea typeface="ＭＳ Ｐゴシック" charset="0"/>
                <a:cs typeface="ＭＳ Ｐゴシック" charset="0"/>
              </a:defRPr>
            </a:lvl8pPr>
            <a:lvl9pPr marL="4876475" defTabSz="609559">
              <a:defRPr>
                <a:latin typeface="Arial"/>
                <a:ea typeface="ＭＳ Ｐゴシック" charset="0"/>
                <a:cs typeface="ＭＳ Ｐゴシック" charset="0"/>
              </a:defRPr>
            </a:lvl9pPr>
          </a:lstStyle>
          <a:p>
            <a:r>
              <a:rPr lang="en-GB" sz="1000" dirty="0"/>
              <a:t>This identifier does not appear on any external-facing URLs. Instead, it serves as the foundational data link that connects all associated tasks back to the single, comprehensive campaign initiative</a:t>
            </a:r>
            <a:endParaRPr lang="en-IN" sz="1000" dirty="0">
              <a:sym typeface="Wingdings"/>
            </a:endParaRPr>
          </a:p>
        </p:txBody>
      </p:sp>
      <p:sp>
        <p:nvSpPr>
          <p:cNvPr id="39" name="Rectangle 3">
            <a:extLst>
              <a:ext uri="{FF2B5EF4-FFF2-40B4-BE49-F238E27FC236}">
                <a16:creationId xmlns:a16="http://schemas.microsoft.com/office/drawing/2014/main" id="{5D593B9A-0F29-4F87-CC73-D34FE9055DED}"/>
              </a:ext>
            </a:extLst>
          </p:cNvPr>
          <p:cNvSpPr>
            <a:spLocks noChangeArrowheads="1"/>
          </p:cNvSpPr>
          <p:nvPr/>
        </p:nvSpPr>
        <p:spPr bwMode="auto">
          <a:xfrm>
            <a:off x="1935708" y="4145079"/>
            <a:ext cx="2944368" cy="14773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lang="en-GB" sz="1000" b="1" dirty="0">
                <a:solidFill>
                  <a:schemeClr val="bg1"/>
                </a:solidFill>
              </a:rPr>
              <a:t>Operational Link: </a:t>
            </a:r>
            <a:r>
              <a:rPr lang="en-GB" sz="1000" dirty="0">
                <a:solidFill>
                  <a:schemeClr val="bg1"/>
                </a:solidFill>
              </a:rPr>
              <a:t>All individual campaign activations (Channel IDs) and related gated assets (Content IDs) must be nested under one Project ID to guarantee integrated performance reporting.</a:t>
            </a:r>
            <a:endParaRPr lang="en-GB" sz="1000" b="1" dirty="0">
              <a:solidFill>
                <a:schemeClr val="bg1"/>
              </a:solidFill>
            </a:endParaRPr>
          </a:p>
          <a:p>
            <a:pPr lvl="0" eaLnBrk="0" fontAlgn="base" hangingPunct="0">
              <a:spcBef>
                <a:spcPct val="0"/>
              </a:spcBef>
              <a:spcAft>
                <a:spcPct val="0"/>
              </a:spcAft>
            </a:pPr>
            <a:r>
              <a:rPr lang="en-GB" sz="1000" b="1" dirty="0">
                <a:solidFill>
                  <a:schemeClr val="bg1"/>
                </a:solidFill>
              </a:rPr>
              <a:t>URL Usage:</a:t>
            </a:r>
            <a:r>
              <a:rPr lang="en-GB" sz="1000" dirty="0">
                <a:solidFill>
                  <a:schemeClr val="bg1"/>
                </a:solidFill>
              </a:rPr>
              <a:t> Do </a:t>
            </a:r>
            <a:r>
              <a:rPr lang="en-GB" sz="1000" b="1" dirty="0">
                <a:solidFill>
                  <a:schemeClr val="bg1"/>
                </a:solidFill>
              </a:rPr>
              <a:t>NOT</a:t>
            </a:r>
            <a:r>
              <a:rPr lang="en-GB" sz="1000" dirty="0">
                <a:solidFill>
                  <a:schemeClr val="bg1"/>
                </a:solidFill>
              </a:rPr>
              <a:t> use the Project ID on any external query strings (UTM parameters); its usage is strictly internal to maintain data taxonomy.</a:t>
            </a:r>
            <a:endParaRPr kumimoji="0" lang="en-US" altLang="en-US" sz="1000" b="0" i="0" u="none" strike="noStrike" cap="none" normalizeH="0" baseline="0" dirty="0">
              <a:ln>
                <a:noFill/>
              </a:ln>
              <a:solidFill>
                <a:schemeClr val="bg1"/>
              </a:solidFill>
              <a:effectLst/>
            </a:endParaRPr>
          </a:p>
        </p:txBody>
      </p:sp>
      <p:sp>
        <p:nvSpPr>
          <p:cNvPr id="44" name="TextBox 43">
            <a:extLst>
              <a:ext uri="{FF2B5EF4-FFF2-40B4-BE49-F238E27FC236}">
                <a16:creationId xmlns:a16="http://schemas.microsoft.com/office/drawing/2014/main" id="{244D3707-F4BD-3DAD-C99D-FC7CD5A6B39C}"/>
              </a:ext>
            </a:extLst>
          </p:cNvPr>
          <p:cNvSpPr txBox="1"/>
          <p:nvPr/>
        </p:nvSpPr>
        <p:spPr>
          <a:xfrm>
            <a:off x="1935708" y="5761809"/>
            <a:ext cx="2944368" cy="4924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defPPr>
              <a:defRPr lang="en-US"/>
            </a:defPPr>
            <a:lvl1pPr eaLnBrk="0" fontAlgn="base" hangingPunct="0">
              <a:spcBef>
                <a:spcPct val="0"/>
              </a:spcBef>
              <a:spcAft>
                <a:spcPct val="0"/>
              </a:spcAft>
              <a:defRPr sz="1000" b="1">
                <a:solidFill>
                  <a:schemeClr val="bg1"/>
                </a:solidFill>
              </a:defRPr>
            </a:lvl1pPr>
          </a:lstStyle>
          <a:p>
            <a:r>
              <a:rPr lang="en-GB" dirty="0">
                <a:solidFill>
                  <a:schemeClr val="accent2"/>
                </a:solidFill>
              </a:rPr>
              <a:t>PA000120 </a:t>
            </a:r>
          </a:p>
          <a:p>
            <a:r>
              <a:rPr lang="en-US" sz="800" b="0" dirty="0" err="1">
                <a:solidFill>
                  <a:schemeClr val="accent2"/>
                </a:solidFill>
              </a:rPr>
              <a:t>web_pa_Build</a:t>
            </a:r>
            <a:r>
              <a:rPr lang="en-US" sz="800" b="0" dirty="0">
                <a:solidFill>
                  <a:schemeClr val="accent2"/>
                </a:solidFill>
              </a:rPr>
              <a:t> Your Practice - Global Subpage_gl_fy26_07_6586992 (23)</a:t>
            </a:r>
            <a:endParaRPr lang="en-GB" sz="800" b="0" dirty="0">
              <a:solidFill>
                <a:schemeClr val="accent2"/>
              </a:solidFill>
            </a:endParaRPr>
          </a:p>
        </p:txBody>
      </p:sp>
      <p:sp>
        <p:nvSpPr>
          <p:cNvPr id="11" name="TextBox 10">
            <a:extLst>
              <a:ext uri="{FF2B5EF4-FFF2-40B4-BE49-F238E27FC236}">
                <a16:creationId xmlns:a16="http://schemas.microsoft.com/office/drawing/2014/main" id="{44B0FB07-C87C-573C-471A-BB31F77705B9}"/>
              </a:ext>
            </a:extLst>
          </p:cNvPr>
          <p:cNvSpPr txBox="1"/>
          <p:nvPr>
            <p:custDataLst>
              <p:tags r:id="rId4"/>
            </p:custDataLst>
          </p:nvPr>
        </p:nvSpPr>
        <p:spPr>
          <a:xfrm>
            <a:off x="5378526" y="859000"/>
            <a:ext cx="2539848" cy="494379"/>
          </a:xfrm>
          <a:prstGeom prst="rect">
            <a:avLst/>
          </a:prstGeom>
          <a:noFill/>
        </p:spPr>
        <p:txBody>
          <a:bodyPr vert="horz" wrap="square" lIns="18288" tIns="18288" rIns="18288" bIns="18288" rtlCol="0" anchor="ctr">
            <a:normAutofit/>
          </a:bodyPr>
          <a:lstStyle>
            <a:defPPr>
              <a:defRPr lang="en-US"/>
            </a:defPPr>
            <a:lvl1pPr algn="l" defTabSz="609559" rtl="0" fontAlgn="base">
              <a:spcBef>
                <a:spcPct val="0"/>
              </a:spcBef>
              <a:spcAft>
                <a:spcPct val="0"/>
              </a:spcAft>
              <a:defRPr kern="1200">
                <a:solidFill>
                  <a:schemeClr val="tx1"/>
                </a:solidFill>
                <a:latin typeface="Arial"/>
                <a:ea typeface="ＭＳ Ｐゴシック" charset="0"/>
                <a:cs typeface="ＭＳ Ｐゴシック" charset="0"/>
              </a:defRPr>
            </a:lvl1pPr>
            <a:lvl2pPr marL="609559" algn="l" defTabSz="609559" rtl="0" fontAlgn="base">
              <a:spcBef>
                <a:spcPct val="0"/>
              </a:spcBef>
              <a:spcAft>
                <a:spcPct val="0"/>
              </a:spcAft>
              <a:defRPr kern="1200">
                <a:solidFill>
                  <a:schemeClr val="tx1"/>
                </a:solidFill>
                <a:latin typeface="Arial"/>
                <a:ea typeface="ＭＳ Ｐゴシック" charset="0"/>
                <a:cs typeface="ＭＳ Ｐゴシック" charset="0"/>
              </a:defRPr>
            </a:lvl2pPr>
            <a:lvl3pPr marL="1219119" algn="l" defTabSz="609559" rtl="0" fontAlgn="base">
              <a:spcBef>
                <a:spcPct val="0"/>
              </a:spcBef>
              <a:spcAft>
                <a:spcPct val="0"/>
              </a:spcAft>
              <a:defRPr kern="1200">
                <a:solidFill>
                  <a:schemeClr val="tx1"/>
                </a:solidFill>
                <a:latin typeface="Arial"/>
                <a:ea typeface="ＭＳ Ｐゴシック" charset="0"/>
                <a:cs typeface="ＭＳ Ｐゴシック" charset="0"/>
              </a:defRPr>
            </a:lvl3pPr>
            <a:lvl4pPr marL="1828678" algn="l" defTabSz="609559" rtl="0" fontAlgn="base">
              <a:spcBef>
                <a:spcPct val="0"/>
              </a:spcBef>
              <a:spcAft>
                <a:spcPct val="0"/>
              </a:spcAft>
              <a:defRPr kern="1200">
                <a:solidFill>
                  <a:schemeClr val="tx1"/>
                </a:solidFill>
                <a:latin typeface="Arial"/>
                <a:ea typeface="ＭＳ Ｐゴシック" charset="0"/>
                <a:cs typeface="ＭＳ Ｐゴシック" charset="0"/>
              </a:defRPr>
            </a:lvl4pPr>
            <a:lvl5pPr marL="2438238" algn="l" defTabSz="609559" rtl="0" fontAlgn="base">
              <a:spcBef>
                <a:spcPct val="0"/>
              </a:spcBef>
              <a:spcAft>
                <a:spcPct val="0"/>
              </a:spcAft>
              <a:defRPr kern="1200">
                <a:solidFill>
                  <a:schemeClr val="tx1"/>
                </a:solidFill>
                <a:latin typeface="Arial"/>
                <a:ea typeface="ＭＳ Ｐゴシック" charset="0"/>
                <a:cs typeface="ＭＳ Ｐゴシック" charset="0"/>
              </a:defRPr>
            </a:lvl5pPr>
            <a:lvl6pPr marL="3047797" algn="l" defTabSz="609559" rtl="0" eaLnBrk="1" latinLnBrk="0" hangingPunct="1">
              <a:defRPr kern="1200">
                <a:solidFill>
                  <a:schemeClr val="tx1"/>
                </a:solidFill>
                <a:latin typeface="Arial"/>
                <a:ea typeface="ＭＳ Ｐゴシック" charset="0"/>
                <a:cs typeface="ＭＳ Ｐゴシック" charset="0"/>
              </a:defRPr>
            </a:lvl6pPr>
            <a:lvl7pPr marL="3657357" algn="l" defTabSz="609559" rtl="0" eaLnBrk="1" latinLnBrk="0" hangingPunct="1">
              <a:defRPr kern="1200">
                <a:solidFill>
                  <a:schemeClr val="tx1"/>
                </a:solidFill>
                <a:latin typeface="Arial"/>
                <a:ea typeface="ＭＳ Ｐゴシック" charset="0"/>
                <a:cs typeface="ＭＳ Ｐゴシック" charset="0"/>
              </a:defRPr>
            </a:lvl7pPr>
            <a:lvl8pPr marL="4266915" algn="l" defTabSz="609559" rtl="0" eaLnBrk="1" latinLnBrk="0" hangingPunct="1">
              <a:defRPr kern="1200">
                <a:solidFill>
                  <a:schemeClr val="tx1"/>
                </a:solidFill>
                <a:latin typeface="Arial"/>
                <a:ea typeface="ＭＳ Ｐゴシック" charset="0"/>
                <a:cs typeface="ＭＳ Ｐゴシック" charset="0"/>
              </a:defRPr>
            </a:lvl8pPr>
            <a:lvl9pPr marL="4876475" algn="l" defTabSz="609559" rtl="0" eaLnBrk="1" latinLnBrk="0" hangingPunct="1">
              <a:defRPr kern="1200">
                <a:solidFill>
                  <a:schemeClr val="tx1"/>
                </a:solidFill>
                <a:latin typeface="Arial"/>
                <a:ea typeface="ＭＳ Ｐゴシック" charset="0"/>
                <a:cs typeface="ＭＳ Ｐゴシック" charset="0"/>
              </a:defRPr>
            </a:lvl9pPr>
          </a:lstStyle>
          <a:p>
            <a:pPr marL="0" marR="0" lvl="0" indent="0" algn="ctr" defTabSz="609559" fontAlgn="base">
              <a:lnSpc>
                <a:spcPct val="100000"/>
              </a:lnSpc>
              <a:spcBef>
                <a:spcPct val="0"/>
              </a:spcBef>
              <a:spcAft>
                <a:spcPct val="0"/>
              </a:spcAft>
              <a:buSzTx/>
              <a:buNone/>
            </a:pPr>
            <a:r>
              <a:rPr lang="en-IN" b="1" dirty="0">
                <a:solidFill>
                  <a:srgbClr val="07182D"/>
                </a:solidFill>
                <a:latin typeface="CiscoSansTT" panose="020B0503020201020303" pitchFamily="34" charset="0"/>
                <a:cs typeface="CiscoSansTT" panose="020B0503020201020303" pitchFamily="34" charset="0"/>
                <a:sym typeface="Wingdings"/>
              </a:rPr>
              <a:t>Channel </a:t>
            </a:r>
            <a:r>
              <a:rPr kumimoji="0" lang="en-IN" sz="1800" b="1" i="0" u="none" strike="noStrike" kern="1200" cap="none" spc="0" normalizeH="0" baseline="0" noProof="0" dirty="0">
                <a:solidFill>
                  <a:srgbClr val="07182D"/>
                </a:solidFill>
                <a:uLnTx/>
                <a:uFillTx/>
                <a:latin typeface="CiscoSansTT" panose="020B0503020201020303" pitchFamily="34" charset="0"/>
                <a:ea typeface="ＭＳ Ｐゴシック" charset="0"/>
                <a:cs typeface="CiscoSansTT" panose="020B0503020201020303" pitchFamily="34" charset="0"/>
                <a:sym typeface="Wingdings"/>
              </a:rPr>
              <a:t>ID</a:t>
            </a:r>
          </a:p>
        </p:txBody>
      </p:sp>
      <p:grpSp>
        <p:nvGrpSpPr>
          <p:cNvPr id="23" name="Group 22">
            <a:extLst>
              <a:ext uri="{FF2B5EF4-FFF2-40B4-BE49-F238E27FC236}">
                <a16:creationId xmlns:a16="http://schemas.microsoft.com/office/drawing/2014/main" id="{89D01208-2D19-8635-3193-8854610F6A81}"/>
              </a:ext>
            </a:extLst>
          </p:cNvPr>
          <p:cNvGrpSpPr/>
          <p:nvPr/>
        </p:nvGrpSpPr>
        <p:grpSpPr>
          <a:xfrm>
            <a:off x="6255284" y="1301754"/>
            <a:ext cx="786332" cy="786331"/>
            <a:chOff x="4981422" y="1366087"/>
            <a:chExt cx="786332" cy="786331"/>
          </a:xfrm>
        </p:grpSpPr>
        <p:sp>
          <p:nvSpPr>
            <p:cNvPr id="10" name="Shape2_20250523_195849">
              <a:extLst>
                <a:ext uri="{FF2B5EF4-FFF2-40B4-BE49-F238E27FC236}">
                  <a16:creationId xmlns:a16="http://schemas.microsoft.com/office/drawing/2014/main" id="{E2834A97-0AE3-AEF1-1F83-F616E9EAB0DD}"/>
                </a:ext>
              </a:extLst>
            </p:cNvPr>
            <p:cNvSpPr txBox="1">
              <a:spLocks noChangeAspect="1"/>
            </p:cNvSpPr>
            <p:nvPr>
              <p:custDataLst>
                <p:tags r:id="rId12"/>
              </p:custDataLst>
            </p:nvPr>
          </p:nvSpPr>
          <p:spPr>
            <a:xfrm>
              <a:off x="4981422" y="1366087"/>
              <a:ext cx="786332" cy="786331"/>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en-US"/>
              </a:defPPr>
              <a:lvl1pPr algn="ctr">
                <a:defRPr>
                  <a:solidFill>
                    <a:schemeClr val="bg1"/>
                  </a:solidFill>
                </a:defRPr>
              </a:lvl1pPr>
              <a:lvl2pPr>
                <a:defRPr>
                  <a:solidFill>
                    <a:srgbClr val="414244"/>
                  </a:solidFill>
                  <a:latin typeface="CiscoSansTT Light"/>
                  <a:ea typeface="ＭＳ Ｐゴシック" charset="0"/>
                  <a:cs typeface="ＭＳ Ｐゴシック" charset="0"/>
                </a:defRPr>
              </a:lvl2pPr>
              <a:lvl3pPr>
                <a:defRPr>
                  <a:solidFill>
                    <a:srgbClr val="414244"/>
                  </a:solidFill>
                  <a:latin typeface="CiscoSansTT Light"/>
                  <a:ea typeface="ＭＳ Ｐゴシック" charset="0"/>
                  <a:cs typeface="ＭＳ Ｐゴシック" charset="0"/>
                </a:defRPr>
              </a:lvl3pPr>
              <a:lvl4pPr>
                <a:defRPr>
                  <a:solidFill>
                    <a:srgbClr val="414244"/>
                  </a:solidFill>
                  <a:latin typeface="CiscoSansTT Light"/>
                  <a:ea typeface="ＭＳ Ｐゴシック" charset="0"/>
                  <a:cs typeface="ＭＳ Ｐゴシック" charset="0"/>
                </a:defRPr>
              </a:lvl4pPr>
              <a:lvl5pPr>
                <a:defRPr>
                  <a:solidFill>
                    <a:srgbClr val="414244"/>
                  </a:solidFill>
                  <a:latin typeface="CiscoSansTT Light"/>
                  <a:ea typeface="ＭＳ Ｐゴシック" charset="0"/>
                  <a:cs typeface="ＭＳ Ｐゴシック" charset="0"/>
                </a:defRPr>
              </a:lvl5pPr>
              <a:lvl6pPr>
                <a:defRPr>
                  <a:solidFill>
                    <a:srgbClr val="414244"/>
                  </a:solidFill>
                  <a:latin typeface="CiscoSansTT Light"/>
                  <a:ea typeface="ＭＳ Ｐゴシック" charset="0"/>
                  <a:cs typeface="ＭＳ Ｐゴシック" charset="0"/>
                </a:defRPr>
              </a:lvl6pPr>
              <a:lvl7pPr>
                <a:defRPr>
                  <a:solidFill>
                    <a:srgbClr val="414244"/>
                  </a:solidFill>
                  <a:latin typeface="CiscoSansTT Light"/>
                  <a:ea typeface="ＭＳ Ｐゴシック" charset="0"/>
                  <a:cs typeface="ＭＳ Ｐゴシック" charset="0"/>
                </a:defRPr>
              </a:lvl7pPr>
              <a:lvl8pPr>
                <a:defRPr>
                  <a:solidFill>
                    <a:srgbClr val="414244"/>
                  </a:solidFill>
                  <a:latin typeface="CiscoSansTT Light"/>
                  <a:ea typeface="ＭＳ Ｐゴシック" charset="0"/>
                  <a:cs typeface="ＭＳ Ｐゴシック" charset="0"/>
                </a:defRPr>
              </a:lvl8pPr>
              <a:lvl9pPr>
                <a:defRPr>
                  <a:solidFill>
                    <a:srgbClr val="414244"/>
                  </a:solidFill>
                  <a:latin typeface="CiscoSansTT Light"/>
                  <a:ea typeface="ＭＳ Ｐゴシック" charset="0"/>
                  <a:cs typeface="ＭＳ Ｐゴシック" charset="0"/>
                </a:defRPr>
              </a:lvl9pPr>
            </a:lstStyle>
            <a:p>
              <a:r>
                <a:rPr lang="en-IN">
                  <a:sym typeface="Arial"/>
                </a:rPr>
                <a:t> </a:t>
              </a:r>
              <a:endParaRPr>
                <a:sym typeface="Arial"/>
              </a:endParaRPr>
            </a:p>
          </p:txBody>
        </p:sp>
        <p:pic>
          <p:nvPicPr>
            <p:cNvPr id="13" name="dark2" descr="Steering Wheel with solid fill">
              <a:extLst>
                <a:ext uri="{FF2B5EF4-FFF2-40B4-BE49-F238E27FC236}">
                  <a16:creationId xmlns:a16="http://schemas.microsoft.com/office/drawing/2014/main" id="{D4F3D855-383A-51D6-9D24-B3413704BBEC}"/>
                </a:ext>
              </a:extLst>
            </p:cNvPr>
            <p:cNvPicPr>
              <a:picLocks noChangeAspect="1"/>
            </p:cNvPicPr>
            <p:nvPr>
              <p:custDataLst>
                <p:tags r:id="rId13"/>
              </p:custDataLst>
            </p:nvPr>
          </p:nvPicPr>
          <p:blipFill>
            <a:blip>
              <a:extLst>
                <a:ext uri="{96DAC541-7B7A-43D3-8B79-37D633B846F1}">
                  <asvg:svgBlip xmlns:asvg="http://schemas.microsoft.com/office/drawing/2016/SVG/main" r:embed="rId19"/>
                </a:ext>
              </a:extLst>
            </a:blip>
            <a:srcRect/>
            <a:stretch/>
          </p:blipFill>
          <p:spPr>
            <a:xfrm>
              <a:off x="5102911" y="1487575"/>
              <a:ext cx="543355" cy="543355"/>
            </a:xfrm>
            <a:prstGeom prst="rect">
              <a:avLst/>
            </a:prstGeom>
          </p:spPr>
        </p:pic>
      </p:grpSp>
      <p:sp>
        <p:nvSpPr>
          <p:cNvPr id="12" name="TextBox 11">
            <a:extLst>
              <a:ext uri="{FF2B5EF4-FFF2-40B4-BE49-F238E27FC236}">
                <a16:creationId xmlns:a16="http://schemas.microsoft.com/office/drawing/2014/main" id="{3E0E654D-0FC9-479D-88F6-B8ECB42B7C95}"/>
              </a:ext>
            </a:extLst>
          </p:cNvPr>
          <p:cNvSpPr txBox="1"/>
          <p:nvPr>
            <p:custDataLst>
              <p:tags r:id="rId5"/>
            </p:custDataLst>
          </p:nvPr>
        </p:nvSpPr>
        <p:spPr>
          <a:xfrm>
            <a:off x="5176266" y="2164436"/>
            <a:ext cx="2944368" cy="970317"/>
          </a:xfrm>
          <a:prstGeom prst="rect">
            <a:avLst/>
          </a:prstGeom>
          <a:noFill/>
        </p:spPr>
        <p:txBody>
          <a:bodyPr vert="horz" wrap="square" lIns="18288" tIns="18288" rIns="18288" bIns="18288" rtlCol="0" anchor="t">
            <a:noAutofit/>
          </a:bodyPr>
          <a:lstStyle>
            <a:defPPr>
              <a:defRPr lang="en-US"/>
            </a:defPPr>
            <a:lvl1pPr lvl="0" algn="ctr" defTabSz="609559" fontAlgn="base">
              <a:spcBef>
                <a:spcPct val="0"/>
              </a:spcBef>
              <a:spcAft>
                <a:spcPct val="0"/>
              </a:spcAft>
              <a:defRPr sz="1200">
                <a:solidFill>
                  <a:schemeClr val="bg1"/>
                </a:solidFill>
                <a:ea typeface="ＭＳ Ｐゴシック" charset="0"/>
                <a:cs typeface="ＭＳ Ｐゴシック" charset="0"/>
              </a:defRPr>
            </a:lvl1pPr>
            <a:lvl2pPr marL="609559" defTabSz="609559" fontAlgn="base">
              <a:spcBef>
                <a:spcPct val="0"/>
              </a:spcBef>
              <a:spcAft>
                <a:spcPct val="0"/>
              </a:spcAft>
              <a:defRPr>
                <a:latin typeface="Arial"/>
                <a:ea typeface="ＭＳ Ｐゴシック" charset="0"/>
                <a:cs typeface="ＭＳ Ｐゴシック" charset="0"/>
              </a:defRPr>
            </a:lvl2pPr>
            <a:lvl3pPr marL="1219119" defTabSz="609559" fontAlgn="base">
              <a:spcBef>
                <a:spcPct val="0"/>
              </a:spcBef>
              <a:spcAft>
                <a:spcPct val="0"/>
              </a:spcAft>
              <a:defRPr>
                <a:latin typeface="Arial"/>
                <a:ea typeface="ＭＳ Ｐゴシック" charset="0"/>
                <a:cs typeface="ＭＳ Ｐゴシック" charset="0"/>
              </a:defRPr>
            </a:lvl3pPr>
            <a:lvl4pPr marL="1828678" defTabSz="609559" fontAlgn="base">
              <a:spcBef>
                <a:spcPct val="0"/>
              </a:spcBef>
              <a:spcAft>
                <a:spcPct val="0"/>
              </a:spcAft>
              <a:defRPr>
                <a:latin typeface="Arial"/>
                <a:ea typeface="ＭＳ Ｐゴシック" charset="0"/>
                <a:cs typeface="ＭＳ Ｐゴシック" charset="0"/>
              </a:defRPr>
            </a:lvl4pPr>
            <a:lvl5pPr marL="2438238" defTabSz="609559" fontAlgn="base">
              <a:spcBef>
                <a:spcPct val="0"/>
              </a:spcBef>
              <a:spcAft>
                <a:spcPct val="0"/>
              </a:spcAft>
              <a:defRPr>
                <a:latin typeface="Arial"/>
                <a:ea typeface="ＭＳ Ｐゴシック" charset="0"/>
                <a:cs typeface="ＭＳ Ｐゴシック" charset="0"/>
              </a:defRPr>
            </a:lvl5pPr>
            <a:lvl6pPr marL="3047797" defTabSz="609559">
              <a:defRPr>
                <a:latin typeface="Arial"/>
                <a:ea typeface="ＭＳ Ｐゴシック" charset="0"/>
                <a:cs typeface="ＭＳ Ｐゴシック" charset="0"/>
              </a:defRPr>
            </a:lvl6pPr>
            <a:lvl7pPr marL="3657357" defTabSz="609559">
              <a:defRPr>
                <a:latin typeface="Arial"/>
                <a:ea typeface="ＭＳ Ｐゴシック" charset="0"/>
                <a:cs typeface="ＭＳ Ｐゴシック" charset="0"/>
              </a:defRPr>
            </a:lvl7pPr>
            <a:lvl8pPr marL="4266915" defTabSz="609559">
              <a:defRPr>
                <a:latin typeface="Arial"/>
                <a:ea typeface="ＭＳ Ｐゴシック" charset="0"/>
                <a:cs typeface="ＭＳ Ｐゴシック" charset="0"/>
              </a:defRPr>
            </a:lvl8pPr>
            <a:lvl9pPr marL="4876475" defTabSz="609559">
              <a:defRPr>
                <a:latin typeface="Arial"/>
                <a:ea typeface="ＭＳ Ｐゴシック" charset="0"/>
                <a:cs typeface="ＭＳ Ｐゴシック" charset="0"/>
              </a:defRPr>
            </a:lvl9pPr>
          </a:lstStyle>
          <a:p>
            <a:r>
              <a:rPr lang="en-GB" dirty="0"/>
              <a:t>The </a:t>
            </a:r>
            <a:r>
              <a:rPr lang="en-GB" b="1" dirty="0"/>
              <a:t>Channel ID</a:t>
            </a:r>
            <a:r>
              <a:rPr lang="en-GB" dirty="0"/>
              <a:t> denotes a unique, specific marketing execution vehicle that is automatically generated within a Workfront project</a:t>
            </a:r>
            <a:endParaRPr lang="en-IN" dirty="0">
              <a:sym typeface="Wingdings"/>
            </a:endParaRPr>
          </a:p>
        </p:txBody>
      </p:sp>
      <p:sp>
        <p:nvSpPr>
          <p:cNvPr id="20" name="TextBox 19">
            <a:extLst>
              <a:ext uri="{FF2B5EF4-FFF2-40B4-BE49-F238E27FC236}">
                <a16:creationId xmlns:a16="http://schemas.microsoft.com/office/drawing/2014/main" id="{9DCB46F8-4E23-26FB-92DB-C14B60ADBB94}"/>
              </a:ext>
            </a:extLst>
          </p:cNvPr>
          <p:cNvSpPr txBox="1"/>
          <p:nvPr>
            <p:custDataLst>
              <p:tags r:id="rId6"/>
            </p:custDataLst>
          </p:nvPr>
        </p:nvSpPr>
        <p:spPr>
          <a:xfrm>
            <a:off x="5176266" y="3274155"/>
            <a:ext cx="2944368" cy="731520"/>
          </a:xfrm>
          <a:prstGeom prst="rect">
            <a:avLst/>
          </a:prstGeom>
          <a:noFill/>
        </p:spPr>
        <p:txBody>
          <a:bodyPr vert="horz" wrap="square" lIns="18288" tIns="18288" rIns="18288" bIns="18288" rtlCol="0" anchor="ctr">
            <a:normAutofit/>
          </a:bodyPr>
          <a:lstStyle>
            <a:defPPr>
              <a:defRPr lang="en-US"/>
            </a:defPPr>
            <a:lvl1pPr lvl="0" algn="ctr" defTabSz="609559" fontAlgn="base">
              <a:spcBef>
                <a:spcPct val="0"/>
              </a:spcBef>
              <a:spcAft>
                <a:spcPct val="0"/>
              </a:spcAft>
              <a:defRPr sz="1200">
                <a:solidFill>
                  <a:schemeClr val="bg1"/>
                </a:solidFill>
                <a:ea typeface="ＭＳ Ｐゴシック" charset="0"/>
                <a:cs typeface="ＭＳ Ｐゴシック" charset="0"/>
              </a:defRPr>
            </a:lvl1pPr>
            <a:lvl2pPr marL="609559" defTabSz="609559" fontAlgn="base">
              <a:spcBef>
                <a:spcPct val="0"/>
              </a:spcBef>
              <a:spcAft>
                <a:spcPct val="0"/>
              </a:spcAft>
              <a:defRPr>
                <a:latin typeface="Arial"/>
                <a:ea typeface="ＭＳ Ｐゴシック" charset="0"/>
                <a:cs typeface="ＭＳ Ｐゴシック" charset="0"/>
              </a:defRPr>
            </a:lvl2pPr>
            <a:lvl3pPr marL="1219119" defTabSz="609559" fontAlgn="base">
              <a:spcBef>
                <a:spcPct val="0"/>
              </a:spcBef>
              <a:spcAft>
                <a:spcPct val="0"/>
              </a:spcAft>
              <a:defRPr>
                <a:latin typeface="Arial"/>
                <a:ea typeface="ＭＳ Ｐゴシック" charset="0"/>
                <a:cs typeface="ＭＳ Ｐゴシック" charset="0"/>
              </a:defRPr>
            </a:lvl3pPr>
            <a:lvl4pPr marL="1828678" defTabSz="609559" fontAlgn="base">
              <a:spcBef>
                <a:spcPct val="0"/>
              </a:spcBef>
              <a:spcAft>
                <a:spcPct val="0"/>
              </a:spcAft>
              <a:defRPr>
                <a:latin typeface="Arial"/>
                <a:ea typeface="ＭＳ Ｐゴシック" charset="0"/>
                <a:cs typeface="ＭＳ Ｐゴシック" charset="0"/>
              </a:defRPr>
            </a:lvl4pPr>
            <a:lvl5pPr marL="2438238" defTabSz="609559" fontAlgn="base">
              <a:spcBef>
                <a:spcPct val="0"/>
              </a:spcBef>
              <a:spcAft>
                <a:spcPct val="0"/>
              </a:spcAft>
              <a:defRPr>
                <a:latin typeface="Arial"/>
                <a:ea typeface="ＭＳ Ｐゴシック" charset="0"/>
                <a:cs typeface="ＭＳ Ｐゴシック" charset="0"/>
              </a:defRPr>
            </a:lvl5pPr>
            <a:lvl6pPr marL="3047797" defTabSz="609559">
              <a:defRPr>
                <a:latin typeface="Arial"/>
                <a:ea typeface="ＭＳ Ｐゴシック" charset="0"/>
                <a:cs typeface="ＭＳ Ｐゴシック" charset="0"/>
              </a:defRPr>
            </a:lvl6pPr>
            <a:lvl7pPr marL="3657357" defTabSz="609559">
              <a:defRPr>
                <a:latin typeface="Arial"/>
                <a:ea typeface="ＭＳ Ｐゴシック" charset="0"/>
                <a:cs typeface="ＭＳ Ｐゴシック" charset="0"/>
              </a:defRPr>
            </a:lvl7pPr>
            <a:lvl8pPr marL="4266915" defTabSz="609559">
              <a:defRPr>
                <a:latin typeface="Arial"/>
                <a:ea typeface="ＭＳ Ｐゴシック" charset="0"/>
                <a:cs typeface="ＭＳ Ｐゴシック" charset="0"/>
              </a:defRPr>
            </a:lvl8pPr>
            <a:lvl9pPr marL="4876475" defTabSz="609559">
              <a:defRPr>
                <a:latin typeface="Arial"/>
                <a:ea typeface="ＭＳ Ｐゴシック" charset="0"/>
                <a:cs typeface="ＭＳ Ｐゴシック" charset="0"/>
              </a:defRPr>
            </a:lvl9pPr>
          </a:lstStyle>
          <a:p>
            <a:pPr>
              <a:defRPr sz="900" b="0">
                <a:solidFill>
                  <a:srgbClr val="1F2937"/>
                </a:solidFill>
              </a:defRPr>
            </a:pPr>
            <a:r>
              <a:t>Today: utm_id must equal ccid on every external URL. Future: Workfront Channel ID will replace ccid in utm_id once governance confirms go-live.</a:t>
            </a:r>
            <a:endParaRPr lang="en-IN" sz="1000" dirty="0">
              <a:sym typeface="Wingdings"/>
            </a:endParaRPr>
          </a:p>
        </p:txBody>
      </p:sp>
      <p:sp>
        <p:nvSpPr>
          <p:cNvPr id="41" name="Rectangle 4">
            <a:extLst>
              <a:ext uri="{FF2B5EF4-FFF2-40B4-BE49-F238E27FC236}">
                <a16:creationId xmlns:a16="http://schemas.microsoft.com/office/drawing/2014/main" id="{6F91EFB1-988C-659B-FF41-CFF40EEB8B60}"/>
              </a:ext>
            </a:extLst>
          </p:cNvPr>
          <p:cNvSpPr>
            <a:spLocks noChangeArrowheads="1"/>
          </p:cNvSpPr>
          <p:nvPr/>
        </p:nvSpPr>
        <p:spPr bwMode="auto">
          <a:xfrm>
            <a:off x="5176266" y="4145078"/>
            <a:ext cx="2944368" cy="14773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GB" sz="1000" b="1" dirty="0">
                <a:solidFill>
                  <a:schemeClr val="bg1"/>
                </a:solidFill>
              </a:rPr>
              <a:t>Unique Execution Key:</a:t>
            </a:r>
            <a:r>
              <a:rPr lang="en-GB" sz="1000" dirty="0">
                <a:solidFill>
                  <a:schemeClr val="bg1"/>
                </a:solidFill>
              </a:rPr>
              <a:t> Create one (and only one) Channel ID per specific platform activation. If a project deploys two emails and one social post, three distinct Channel IDs must be generated.</a:t>
            </a:r>
          </a:p>
          <a:p>
            <a:pPr eaLnBrk="0" fontAlgn="base" hangingPunct="0">
              <a:spcBef>
                <a:spcPct val="0"/>
              </a:spcBef>
              <a:spcAft>
                <a:spcPct val="0"/>
              </a:spcAft>
            </a:pPr>
            <a:r>
              <a:rPr lang="en-GB" altLang="en-US" sz="1000" b="1" dirty="0">
                <a:solidFill>
                  <a:schemeClr val="bg1"/>
                </a:solidFill>
              </a:rPr>
              <a:t>UTM Integrations: </a:t>
            </a:r>
            <a:r>
              <a:rPr lang="en-GB" sz="1000" dirty="0">
                <a:solidFill>
                  <a:schemeClr val="bg1"/>
                </a:solidFill>
              </a:rPr>
              <a:t>The system uses the information associated with the Channel ID to automatically map standardized </a:t>
            </a:r>
            <a:r>
              <a:rPr lang="en-GB" sz="1000" dirty="0" err="1">
                <a:solidFill>
                  <a:schemeClr val="bg1"/>
                </a:solidFill>
              </a:rPr>
              <a:t>utm_source</a:t>
            </a:r>
            <a:r>
              <a:rPr lang="en-GB" sz="1000" dirty="0">
                <a:solidFill>
                  <a:schemeClr val="bg1"/>
                </a:solidFill>
              </a:rPr>
              <a:t> and </a:t>
            </a:r>
            <a:r>
              <a:rPr lang="en-GB" sz="1000" dirty="0" err="1">
                <a:solidFill>
                  <a:schemeClr val="bg1"/>
                </a:solidFill>
              </a:rPr>
              <a:t>utm_medium</a:t>
            </a:r>
            <a:r>
              <a:rPr lang="en-GB" sz="1000" dirty="0">
                <a:solidFill>
                  <a:schemeClr val="bg1"/>
                </a:solidFill>
              </a:rPr>
              <a:t> values to the query string</a:t>
            </a:r>
            <a:endParaRPr lang="en-US" altLang="en-US" sz="1000" dirty="0">
              <a:solidFill>
                <a:schemeClr val="bg1"/>
              </a:solidFill>
            </a:endParaRPr>
          </a:p>
        </p:txBody>
      </p:sp>
      <p:sp>
        <p:nvSpPr>
          <p:cNvPr id="45" name="TextBox 44">
            <a:extLst>
              <a:ext uri="{FF2B5EF4-FFF2-40B4-BE49-F238E27FC236}">
                <a16:creationId xmlns:a16="http://schemas.microsoft.com/office/drawing/2014/main" id="{07F4407F-561D-96F8-938A-4EE66CD12E5B}"/>
              </a:ext>
            </a:extLst>
          </p:cNvPr>
          <p:cNvSpPr txBox="1"/>
          <p:nvPr/>
        </p:nvSpPr>
        <p:spPr>
          <a:xfrm>
            <a:off x="5176266" y="5761809"/>
            <a:ext cx="294436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defPPr>
              <a:defRPr lang="en-US"/>
            </a:defPPr>
            <a:lvl1pPr eaLnBrk="0" fontAlgn="base" hangingPunct="0">
              <a:spcBef>
                <a:spcPct val="0"/>
              </a:spcBef>
              <a:spcAft>
                <a:spcPct val="0"/>
              </a:spcAft>
              <a:defRPr sz="800" b="1">
                <a:solidFill>
                  <a:schemeClr val="accent2"/>
                </a:solidFill>
              </a:defRPr>
            </a:lvl1pPr>
          </a:lstStyle>
          <a:p>
            <a:r>
              <a:rPr lang="en-GB" sz="1000" dirty="0"/>
              <a:t>CHL000100</a:t>
            </a:r>
          </a:p>
          <a:p>
            <a:r>
              <a:rPr lang="en-GB" b="0" dirty="0" err="1"/>
              <a:t>SecureCampus-ContainThreats_PSRD</a:t>
            </a:r>
            <a:endParaRPr lang="en-GB" b="0" dirty="0"/>
          </a:p>
        </p:txBody>
      </p:sp>
      <p:sp>
        <p:nvSpPr>
          <p:cNvPr id="16" name="TextBox 15">
            <a:extLst>
              <a:ext uri="{FF2B5EF4-FFF2-40B4-BE49-F238E27FC236}">
                <a16:creationId xmlns:a16="http://schemas.microsoft.com/office/drawing/2014/main" id="{4AF94D62-3ECA-85D9-A5BF-D528D1AE5930}"/>
              </a:ext>
            </a:extLst>
          </p:cNvPr>
          <p:cNvSpPr txBox="1"/>
          <p:nvPr>
            <p:custDataLst>
              <p:tags r:id="rId7"/>
            </p:custDataLst>
          </p:nvPr>
        </p:nvSpPr>
        <p:spPr>
          <a:xfrm>
            <a:off x="8619084" y="859000"/>
            <a:ext cx="2539848" cy="494379"/>
          </a:xfrm>
          <a:prstGeom prst="rect">
            <a:avLst/>
          </a:prstGeom>
          <a:noFill/>
        </p:spPr>
        <p:txBody>
          <a:bodyPr vert="horz" wrap="square" lIns="18288" tIns="18288" rIns="18288" bIns="18288" rtlCol="0" anchor="ctr">
            <a:normAutofit/>
          </a:bodyPr>
          <a:lstStyle>
            <a:defPPr>
              <a:defRPr lang="en-US"/>
            </a:defPPr>
            <a:lvl1pPr algn="l" defTabSz="609559" rtl="0" fontAlgn="base">
              <a:spcBef>
                <a:spcPct val="0"/>
              </a:spcBef>
              <a:spcAft>
                <a:spcPct val="0"/>
              </a:spcAft>
              <a:defRPr kern="1200">
                <a:solidFill>
                  <a:schemeClr val="tx1"/>
                </a:solidFill>
                <a:latin typeface="Arial"/>
                <a:ea typeface="ＭＳ Ｐゴシック" charset="0"/>
                <a:cs typeface="ＭＳ Ｐゴシック" charset="0"/>
              </a:defRPr>
            </a:lvl1pPr>
            <a:lvl2pPr marL="609559" algn="l" defTabSz="609559" rtl="0" fontAlgn="base">
              <a:spcBef>
                <a:spcPct val="0"/>
              </a:spcBef>
              <a:spcAft>
                <a:spcPct val="0"/>
              </a:spcAft>
              <a:defRPr kern="1200">
                <a:solidFill>
                  <a:schemeClr val="tx1"/>
                </a:solidFill>
                <a:latin typeface="Arial"/>
                <a:ea typeface="ＭＳ Ｐゴシック" charset="0"/>
                <a:cs typeface="ＭＳ Ｐゴシック" charset="0"/>
              </a:defRPr>
            </a:lvl2pPr>
            <a:lvl3pPr marL="1219119" algn="l" defTabSz="609559" rtl="0" fontAlgn="base">
              <a:spcBef>
                <a:spcPct val="0"/>
              </a:spcBef>
              <a:spcAft>
                <a:spcPct val="0"/>
              </a:spcAft>
              <a:defRPr kern="1200">
                <a:solidFill>
                  <a:schemeClr val="tx1"/>
                </a:solidFill>
                <a:latin typeface="Arial"/>
                <a:ea typeface="ＭＳ Ｐゴシック" charset="0"/>
                <a:cs typeface="ＭＳ Ｐゴシック" charset="0"/>
              </a:defRPr>
            </a:lvl3pPr>
            <a:lvl4pPr marL="1828678" algn="l" defTabSz="609559" rtl="0" fontAlgn="base">
              <a:spcBef>
                <a:spcPct val="0"/>
              </a:spcBef>
              <a:spcAft>
                <a:spcPct val="0"/>
              </a:spcAft>
              <a:defRPr kern="1200">
                <a:solidFill>
                  <a:schemeClr val="tx1"/>
                </a:solidFill>
                <a:latin typeface="Arial"/>
                <a:ea typeface="ＭＳ Ｐゴシック" charset="0"/>
                <a:cs typeface="ＭＳ Ｐゴシック" charset="0"/>
              </a:defRPr>
            </a:lvl4pPr>
            <a:lvl5pPr marL="2438238" algn="l" defTabSz="609559" rtl="0" fontAlgn="base">
              <a:spcBef>
                <a:spcPct val="0"/>
              </a:spcBef>
              <a:spcAft>
                <a:spcPct val="0"/>
              </a:spcAft>
              <a:defRPr kern="1200">
                <a:solidFill>
                  <a:schemeClr val="tx1"/>
                </a:solidFill>
                <a:latin typeface="Arial"/>
                <a:ea typeface="ＭＳ Ｐゴシック" charset="0"/>
                <a:cs typeface="ＭＳ Ｐゴシック" charset="0"/>
              </a:defRPr>
            </a:lvl5pPr>
            <a:lvl6pPr marL="3047797" algn="l" defTabSz="609559" rtl="0" eaLnBrk="1" latinLnBrk="0" hangingPunct="1">
              <a:defRPr kern="1200">
                <a:solidFill>
                  <a:schemeClr val="tx1"/>
                </a:solidFill>
                <a:latin typeface="Arial"/>
                <a:ea typeface="ＭＳ Ｐゴシック" charset="0"/>
                <a:cs typeface="ＭＳ Ｐゴシック" charset="0"/>
              </a:defRPr>
            </a:lvl6pPr>
            <a:lvl7pPr marL="3657357" algn="l" defTabSz="609559" rtl="0" eaLnBrk="1" latinLnBrk="0" hangingPunct="1">
              <a:defRPr kern="1200">
                <a:solidFill>
                  <a:schemeClr val="tx1"/>
                </a:solidFill>
                <a:latin typeface="Arial"/>
                <a:ea typeface="ＭＳ Ｐゴシック" charset="0"/>
                <a:cs typeface="ＭＳ Ｐゴシック" charset="0"/>
              </a:defRPr>
            </a:lvl7pPr>
            <a:lvl8pPr marL="4266915" algn="l" defTabSz="609559" rtl="0" eaLnBrk="1" latinLnBrk="0" hangingPunct="1">
              <a:defRPr kern="1200">
                <a:solidFill>
                  <a:schemeClr val="tx1"/>
                </a:solidFill>
                <a:latin typeface="Arial"/>
                <a:ea typeface="ＭＳ Ｐゴシック" charset="0"/>
                <a:cs typeface="ＭＳ Ｐゴシック" charset="0"/>
              </a:defRPr>
            </a:lvl8pPr>
            <a:lvl9pPr marL="4876475" algn="l" defTabSz="609559" rtl="0" eaLnBrk="1" latinLnBrk="0" hangingPunct="1">
              <a:defRPr kern="1200">
                <a:solidFill>
                  <a:schemeClr val="tx1"/>
                </a:solidFill>
                <a:latin typeface="Arial"/>
                <a:ea typeface="ＭＳ Ｐゴシック" charset="0"/>
                <a:cs typeface="ＭＳ Ｐゴシック" charset="0"/>
              </a:defRPr>
            </a:lvl9pPr>
          </a:lstStyle>
          <a:p>
            <a:pPr marL="0" marR="0" lvl="0" indent="0" algn="ctr" defTabSz="609559" fontAlgn="base">
              <a:lnSpc>
                <a:spcPct val="100000"/>
              </a:lnSpc>
              <a:spcBef>
                <a:spcPct val="0"/>
              </a:spcBef>
              <a:spcAft>
                <a:spcPct val="0"/>
              </a:spcAft>
              <a:buSzTx/>
              <a:buNone/>
            </a:pPr>
            <a:r>
              <a:rPr lang="en-IN" b="1" dirty="0">
                <a:solidFill>
                  <a:srgbClr val="07182D"/>
                </a:solidFill>
                <a:latin typeface="CiscoSansTT" panose="020B0503020201020303" pitchFamily="34" charset="0"/>
                <a:cs typeface="CiscoSansTT" panose="020B0503020201020303" pitchFamily="34" charset="0"/>
                <a:sym typeface="Wingdings"/>
              </a:rPr>
              <a:t>Content ID</a:t>
            </a:r>
            <a:endParaRPr kumimoji="0" lang="en-IN" sz="1800" b="1" i="0" u="none" strike="noStrike" kern="1200" cap="none" spc="0" normalizeH="0" baseline="0" noProof="0" dirty="0">
              <a:solidFill>
                <a:srgbClr val="07182D"/>
              </a:solidFill>
              <a:uLnTx/>
              <a:uFillTx/>
              <a:latin typeface="CiscoSansTT" panose="020B0503020201020303" pitchFamily="34" charset="0"/>
              <a:ea typeface="ＭＳ Ｐゴシック" charset="0"/>
              <a:cs typeface="CiscoSansTT" panose="020B0503020201020303" pitchFamily="34" charset="0"/>
              <a:sym typeface="Wingdings"/>
            </a:endParaRPr>
          </a:p>
        </p:txBody>
      </p:sp>
      <p:sp>
        <p:nvSpPr>
          <p:cNvPr id="17" name="TextBox 16">
            <a:extLst>
              <a:ext uri="{FF2B5EF4-FFF2-40B4-BE49-F238E27FC236}">
                <a16:creationId xmlns:a16="http://schemas.microsoft.com/office/drawing/2014/main" id="{ECA5D570-38EB-E3AA-115F-20B382BDA00B}"/>
              </a:ext>
            </a:extLst>
          </p:cNvPr>
          <p:cNvSpPr txBox="1"/>
          <p:nvPr>
            <p:custDataLst>
              <p:tags r:id="rId8"/>
            </p:custDataLst>
          </p:nvPr>
        </p:nvSpPr>
        <p:spPr>
          <a:xfrm>
            <a:off x="8416824" y="2164436"/>
            <a:ext cx="2944368" cy="970317"/>
          </a:xfrm>
          <a:prstGeom prst="rect">
            <a:avLst/>
          </a:prstGeom>
          <a:noFill/>
        </p:spPr>
        <p:txBody>
          <a:bodyPr vert="horz" wrap="square" lIns="18288" tIns="18288" rIns="18288" bIns="18288" rtlCol="0" anchor="t">
            <a:normAutofit/>
          </a:bodyPr>
          <a:lstStyle>
            <a:defPPr>
              <a:defRPr lang="en-US"/>
            </a:defPPr>
            <a:lvl1pPr lvl="0" algn="ctr" defTabSz="609559" fontAlgn="base">
              <a:spcBef>
                <a:spcPct val="0"/>
              </a:spcBef>
              <a:spcAft>
                <a:spcPct val="0"/>
              </a:spcAft>
              <a:defRPr sz="1200">
                <a:solidFill>
                  <a:schemeClr val="bg1"/>
                </a:solidFill>
                <a:ea typeface="ＭＳ Ｐゴシック" charset="0"/>
                <a:cs typeface="ＭＳ Ｐゴシック" charset="0"/>
              </a:defRPr>
            </a:lvl1pPr>
            <a:lvl2pPr marL="609559" defTabSz="609559" fontAlgn="base">
              <a:spcBef>
                <a:spcPct val="0"/>
              </a:spcBef>
              <a:spcAft>
                <a:spcPct val="0"/>
              </a:spcAft>
              <a:defRPr>
                <a:latin typeface="Arial"/>
                <a:ea typeface="ＭＳ Ｐゴシック" charset="0"/>
                <a:cs typeface="ＭＳ Ｐゴシック" charset="0"/>
              </a:defRPr>
            </a:lvl2pPr>
            <a:lvl3pPr marL="1219119" defTabSz="609559" fontAlgn="base">
              <a:spcBef>
                <a:spcPct val="0"/>
              </a:spcBef>
              <a:spcAft>
                <a:spcPct val="0"/>
              </a:spcAft>
              <a:defRPr>
                <a:latin typeface="Arial"/>
                <a:ea typeface="ＭＳ Ｐゴシック" charset="0"/>
                <a:cs typeface="ＭＳ Ｐゴシック" charset="0"/>
              </a:defRPr>
            </a:lvl3pPr>
            <a:lvl4pPr marL="1828678" defTabSz="609559" fontAlgn="base">
              <a:spcBef>
                <a:spcPct val="0"/>
              </a:spcBef>
              <a:spcAft>
                <a:spcPct val="0"/>
              </a:spcAft>
              <a:defRPr>
                <a:latin typeface="Arial"/>
                <a:ea typeface="ＭＳ Ｐゴシック" charset="0"/>
                <a:cs typeface="ＭＳ Ｐゴシック" charset="0"/>
              </a:defRPr>
            </a:lvl4pPr>
            <a:lvl5pPr marL="2438238" defTabSz="609559" fontAlgn="base">
              <a:spcBef>
                <a:spcPct val="0"/>
              </a:spcBef>
              <a:spcAft>
                <a:spcPct val="0"/>
              </a:spcAft>
              <a:defRPr>
                <a:latin typeface="Arial"/>
                <a:ea typeface="ＭＳ Ｐゴシック" charset="0"/>
                <a:cs typeface="ＭＳ Ｐゴシック" charset="0"/>
              </a:defRPr>
            </a:lvl5pPr>
            <a:lvl6pPr marL="3047797" defTabSz="609559">
              <a:defRPr>
                <a:latin typeface="Arial"/>
                <a:ea typeface="ＭＳ Ｐゴシック" charset="0"/>
                <a:cs typeface="ＭＳ Ｐゴシック" charset="0"/>
              </a:defRPr>
            </a:lvl6pPr>
            <a:lvl7pPr marL="3657357" defTabSz="609559">
              <a:defRPr>
                <a:latin typeface="Arial"/>
                <a:ea typeface="ＭＳ Ｐゴシック" charset="0"/>
                <a:cs typeface="ＭＳ Ｐゴシック" charset="0"/>
              </a:defRPr>
            </a:lvl7pPr>
            <a:lvl8pPr marL="4266915" defTabSz="609559">
              <a:defRPr>
                <a:latin typeface="Arial"/>
                <a:ea typeface="ＭＳ Ｐゴシック" charset="0"/>
                <a:cs typeface="ＭＳ Ｐゴシック" charset="0"/>
              </a:defRPr>
            </a:lvl8pPr>
            <a:lvl9pPr marL="4876475" defTabSz="609559">
              <a:defRPr>
                <a:latin typeface="Arial"/>
                <a:ea typeface="ＭＳ Ｐゴシック" charset="0"/>
                <a:cs typeface="ＭＳ Ｐゴシック" charset="0"/>
              </a:defRPr>
            </a:lvl9pPr>
          </a:lstStyle>
          <a:p>
            <a:r>
              <a:rPr lang="en-GB" dirty="0"/>
              <a:t>The </a:t>
            </a:r>
            <a:r>
              <a:rPr lang="en-GB" b="1" dirty="0"/>
              <a:t>Content ID</a:t>
            </a:r>
            <a:r>
              <a:rPr lang="en-GB" dirty="0"/>
              <a:t> is a task-level identifier nested under the Project ID that tracks specific customer-consumed assets</a:t>
            </a:r>
            <a:endParaRPr lang="en-IN" dirty="0">
              <a:sym typeface="Wingdings"/>
            </a:endParaRPr>
          </a:p>
        </p:txBody>
      </p:sp>
      <p:grpSp>
        <p:nvGrpSpPr>
          <p:cNvPr id="24" name="Group 23">
            <a:extLst>
              <a:ext uri="{FF2B5EF4-FFF2-40B4-BE49-F238E27FC236}">
                <a16:creationId xmlns:a16="http://schemas.microsoft.com/office/drawing/2014/main" id="{D8A169E6-00A7-E6F2-9DF6-4E55280E5736}"/>
              </a:ext>
            </a:extLst>
          </p:cNvPr>
          <p:cNvGrpSpPr/>
          <p:nvPr/>
        </p:nvGrpSpPr>
        <p:grpSpPr>
          <a:xfrm>
            <a:off x="9495842" y="1301754"/>
            <a:ext cx="786332" cy="786331"/>
            <a:chOff x="9431957" y="1247111"/>
            <a:chExt cx="786332" cy="786331"/>
          </a:xfrm>
        </p:grpSpPr>
        <p:sp>
          <p:nvSpPr>
            <p:cNvPr id="15" name="Shape3_20250523_195849">
              <a:extLst>
                <a:ext uri="{FF2B5EF4-FFF2-40B4-BE49-F238E27FC236}">
                  <a16:creationId xmlns:a16="http://schemas.microsoft.com/office/drawing/2014/main" id="{4E2200F8-483D-B389-E88D-7AD530199EC3}"/>
                </a:ext>
              </a:extLst>
            </p:cNvPr>
            <p:cNvSpPr txBox="1">
              <a:spLocks noChangeAspect="1"/>
            </p:cNvSpPr>
            <p:nvPr>
              <p:custDataLst>
                <p:tags r:id="rId10"/>
              </p:custDataLst>
            </p:nvPr>
          </p:nvSpPr>
          <p:spPr>
            <a:xfrm>
              <a:off x="9431957" y="1247111"/>
              <a:ext cx="786332" cy="786331"/>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en-US"/>
              </a:defPPr>
              <a:lvl1pPr algn="ctr">
                <a:defRPr>
                  <a:solidFill>
                    <a:schemeClr val="bg1"/>
                  </a:solidFill>
                </a:defRPr>
              </a:lvl1pPr>
              <a:lvl2pPr>
                <a:defRPr>
                  <a:solidFill>
                    <a:srgbClr val="414244"/>
                  </a:solidFill>
                  <a:latin typeface="CiscoSansTT Light"/>
                  <a:ea typeface="ＭＳ Ｐゴシック" charset="0"/>
                  <a:cs typeface="ＭＳ Ｐゴシック" charset="0"/>
                </a:defRPr>
              </a:lvl2pPr>
              <a:lvl3pPr>
                <a:defRPr>
                  <a:solidFill>
                    <a:srgbClr val="414244"/>
                  </a:solidFill>
                  <a:latin typeface="CiscoSansTT Light"/>
                  <a:ea typeface="ＭＳ Ｐゴシック" charset="0"/>
                  <a:cs typeface="ＭＳ Ｐゴシック" charset="0"/>
                </a:defRPr>
              </a:lvl3pPr>
              <a:lvl4pPr>
                <a:defRPr>
                  <a:solidFill>
                    <a:srgbClr val="414244"/>
                  </a:solidFill>
                  <a:latin typeface="CiscoSansTT Light"/>
                  <a:ea typeface="ＭＳ Ｐゴシック" charset="0"/>
                  <a:cs typeface="ＭＳ Ｐゴシック" charset="0"/>
                </a:defRPr>
              </a:lvl4pPr>
              <a:lvl5pPr>
                <a:defRPr>
                  <a:solidFill>
                    <a:srgbClr val="414244"/>
                  </a:solidFill>
                  <a:latin typeface="CiscoSansTT Light"/>
                  <a:ea typeface="ＭＳ Ｐゴシック" charset="0"/>
                  <a:cs typeface="ＭＳ Ｐゴシック" charset="0"/>
                </a:defRPr>
              </a:lvl5pPr>
              <a:lvl6pPr>
                <a:defRPr>
                  <a:solidFill>
                    <a:srgbClr val="414244"/>
                  </a:solidFill>
                  <a:latin typeface="CiscoSansTT Light"/>
                  <a:ea typeface="ＭＳ Ｐゴシック" charset="0"/>
                  <a:cs typeface="ＭＳ Ｐゴシック" charset="0"/>
                </a:defRPr>
              </a:lvl6pPr>
              <a:lvl7pPr>
                <a:defRPr>
                  <a:solidFill>
                    <a:srgbClr val="414244"/>
                  </a:solidFill>
                  <a:latin typeface="CiscoSansTT Light"/>
                  <a:ea typeface="ＭＳ Ｐゴシック" charset="0"/>
                  <a:cs typeface="ＭＳ Ｐゴシック" charset="0"/>
                </a:defRPr>
              </a:lvl7pPr>
              <a:lvl8pPr>
                <a:defRPr>
                  <a:solidFill>
                    <a:srgbClr val="414244"/>
                  </a:solidFill>
                  <a:latin typeface="CiscoSansTT Light"/>
                  <a:ea typeface="ＭＳ Ｐゴシック" charset="0"/>
                  <a:cs typeface="ＭＳ Ｐゴシック" charset="0"/>
                </a:defRPr>
              </a:lvl8pPr>
              <a:lvl9pPr>
                <a:defRPr>
                  <a:solidFill>
                    <a:srgbClr val="414244"/>
                  </a:solidFill>
                  <a:latin typeface="CiscoSansTT Light"/>
                  <a:ea typeface="ＭＳ Ｐゴシック" charset="0"/>
                  <a:cs typeface="ＭＳ Ｐゴシック" charset="0"/>
                </a:defRPr>
              </a:lvl9pPr>
            </a:lstStyle>
            <a:p>
              <a:r>
                <a:rPr lang="en-IN" dirty="0">
                  <a:sym typeface="Arial"/>
                </a:rPr>
                <a:t> </a:t>
              </a:r>
              <a:endParaRPr dirty="0">
                <a:sym typeface="Arial"/>
              </a:endParaRPr>
            </a:p>
          </p:txBody>
        </p:sp>
        <p:pic>
          <p:nvPicPr>
            <p:cNvPr id="18" name="dark3" descr="Shield Tick with solid fill">
              <a:extLst>
                <a:ext uri="{FF2B5EF4-FFF2-40B4-BE49-F238E27FC236}">
                  <a16:creationId xmlns:a16="http://schemas.microsoft.com/office/drawing/2014/main" id="{C4B1BA4A-A104-0C2B-B485-2BDBEA1A21C9}"/>
                </a:ext>
              </a:extLst>
            </p:cNvPr>
            <p:cNvPicPr>
              <a:picLocks noChangeAspect="1"/>
            </p:cNvPicPr>
            <p:nvPr>
              <p:custDataLst>
                <p:tags r:id="rId11"/>
              </p:custDataLst>
            </p:nvPr>
          </p:nvPicPr>
          <p:blipFill>
            <a:blip>
              <a:extLst>
                <a:ext uri="{96DAC541-7B7A-43D3-8B79-37D633B846F1}">
                  <asvg:svgBlip xmlns:asvg="http://schemas.microsoft.com/office/drawing/2016/SVG/main" r:embed="rId20"/>
                </a:ext>
              </a:extLst>
            </a:blip>
            <a:srcRect/>
            <a:stretch/>
          </p:blipFill>
          <p:spPr>
            <a:xfrm>
              <a:off x="9548425" y="1363578"/>
              <a:ext cx="553396" cy="553396"/>
            </a:xfrm>
            <a:prstGeom prst="rect">
              <a:avLst/>
            </a:prstGeom>
          </p:spPr>
        </p:pic>
      </p:grpSp>
      <p:sp>
        <p:nvSpPr>
          <p:cNvPr id="21" name="TextBox 20">
            <a:extLst>
              <a:ext uri="{FF2B5EF4-FFF2-40B4-BE49-F238E27FC236}">
                <a16:creationId xmlns:a16="http://schemas.microsoft.com/office/drawing/2014/main" id="{13ECEE5B-2FA1-62CB-89DF-880566F2D425}"/>
              </a:ext>
            </a:extLst>
          </p:cNvPr>
          <p:cNvSpPr txBox="1"/>
          <p:nvPr>
            <p:custDataLst>
              <p:tags r:id="rId9"/>
            </p:custDataLst>
          </p:nvPr>
        </p:nvSpPr>
        <p:spPr>
          <a:xfrm>
            <a:off x="8416824" y="3274155"/>
            <a:ext cx="2944368" cy="731520"/>
          </a:xfrm>
          <a:prstGeom prst="rect">
            <a:avLst/>
          </a:prstGeom>
          <a:noFill/>
        </p:spPr>
        <p:txBody>
          <a:bodyPr vert="horz" wrap="square" lIns="18288" tIns="18288" rIns="18288" bIns="18288" rtlCol="0" anchor="ctr">
            <a:normAutofit lnSpcReduction="10000"/>
          </a:bodyPr>
          <a:lstStyle>
            <a:defPPr>
              <a:defRPr lang="en-US"/>
            </a:defPPr>
            <a:lvl1pPr lvl="0" algn="ctr" defTabSz="609559" fontAlgn="base">
              <a:spcBef>
                <a:spcPct val="0"/>
              </a:spcBef>
              <a:spcAft>
                <a:spcPct val="0"/>
              </a:spcAft>
              <a:defRPr sz="1200">
                <a:solidFill>
                  <a:schemeClr val="bg1"/>
                </a:solidFill>
                <a:ea typeface="ＭＳ Ｐゴシック" charset="0"/>
                <a:cs typeface="ＭＳ Ｐゴシック" charset="0"/>
              </a:defRPr>
            </a:lvl1pPr>
            <a:lvl2pPr marL="609559" defTabSz="609559" fontAlgn="base">
              <a:spcBef>
                <a:spcPct val="0"/>
              </a:spcBef>
              <a:spcAft>
                <a:spcPct val="0"/>
              </a:spcAft>
              <a:defRPr>
                <a:latin typeface="Arial"/>
                <a:ea typeface="ＭＳ Ｐゴシック" charset="0"/>
                <a:cs typeface="ＭＳ Ｐゴシック" charset="0"/>
              </a:defRPr>
            </a:lvl2pPr>
            <a:lvl3pPr marL="1219119" defTabSz="609559" fontAlgn="base">
              <a:spcBef>
                <a:spcPct val="0"/>
              </a:spcBef>
              <a:spcAft>
                <a:spcPct val="0"/>
              </a:spcAft>
              <a:defRPr>
                <a:latin typeface="Arial"/>
                <a:ea typeface="ＭＳ Ｐゴシック" charset="0"/>
                <a:cs typeface="ＭＳ Ｐゴシック" charset="0"/>
              </a:defRPr>
            </a:lvl3pPr>
            <a:lvl4pPr marL="1828678" defTabSz="609559" fontAlgn="base">
              <a:spcBef>
                <a:spcPct val="0"/>
              </a:spcBef>
              <a:spcAft>
                <a:spcPct val="0"/>
              </a:spcAft>
              <a:defRPr>
                <a:latin typeface="Arial"/>
                <a:ea typeface="ＭＳ Ｐゴシック" charset="0"/>
                <a:cs typeface="ＭＳ Ｐゴシック" charset="0"/>
              </a:defRPr>
            </a:lvl4pPr>
            <a:lvl5pPr marL="2438238" defTabSz="609559" fontAlgn="base">
              <a:spcBef>
                <a:spcPct val="0"/>
              </a:spcBef>
              <a:spcAft>
                <a:spcPct val="0"/>
              </a:spcAft>
              <a:defRPr>
                <a:latin typeface="Arial"/>
                <a:ea typeface="ＭＳ Ｐゴシック" charset="0"/>
                <a:cs typeface="ＭＳ Ｐゴシック" charset="0"/>
              </a:defRPr>
            </a:lvl5pPr>
            <a:lvl6pPr marL="3047797" defTabSz="609559">
              <a:defRPr>
                <a:latin typeface="Arial"/>
                <a:ea typeface="ＭＳ Ｐゴシック" charset="0"/>
                <a:cs typeface="ＭＳ Ｐゴシック" charset="0"/>
              </a:defRPr>
            </a:lvl6pPr>
            <a:lvl7pPr marL="3657357" defTabSz="609559">
              <a:defRPr>
                <a:latin typeface="Arial"/>
                <a:ea typeface="ＭＳ Ｐゴシック" charset="0"/>
                <a:cs typeface="ＭＳ Ｐゴシック" charset="0"/>
              </a:defRPr>
            </a:lvl7pPr>
            <a:lvl8pPr marL="4266915" defTabSz="609559">
              <a:defRPr>
                <a:latin typeface="Arial"/>
                <a:ea typeface="ＭＳ Ｐゴシック" charset="0"/>
                <a:cs typeface="ＭＳ Ｐゴシック" charset="0"/>
              </a:defRPr>
            </a:lvl8pPr>
            <a:lvl9pPr marL="4876475" defTabSz="609559">
              <a:defRPr>
                <a:latin typeface="Arial"/>
                <a:ea typeface="ＭＳ Ｐゴシック" charset="0"/>
                <a:cs typeface="ＭＳ Ｐゴシック" charset="0"/>
              </a:defRPr>
            </a:lvl9pPr>
          </a:lstStyle>
          <a:p>
            <a:r>
              <a:rPr lang="en-GB" sz="1000" dirty="0"/>
              <a:t>The Content ID ensures that all customer interactions with an asset (touches) are accurately aligned with the master marketing initiative (the Project) for fractional attribution and touchpoint analytics</a:t>
            </a:r>
            <a:endParaRPr lang="en-IN" sz="1000" dirty="0">
              <a:sym typeface="Wingdings"/>
            </a:endParaRPr>
          </a:p>
        </p:txBody>
      </p:sp>
      <p:sp>
        <p:nvSpPr>
          <p:cNvPr id="43" name="Rectangle 5">
            <a:extLst>
              <a:ext uri="{FF2B5EF4-FFF2-40B4-BE49-F238E27FC236}">
                <a16:creationId xmlns:a16="http://schemas.microsoft.com/office/drawing/2014/main" id="{30C23347-9A78-9CEF-3AB5-E77988D37BED}"/>
              </a:ext>
            </a:extLst>
          </p:cNvPr>
          <p:cNvSpPr>
            <a:spLocks noChangeArrowheads="1"/>
          </p:cNvSpPr>
          <p:nvPr/>
        </p:nvSpPr>
        <p:spPr bwMode="auto">
          <a:xfrm>
            <a:off x="8416824" y="4145077"/>
            <a:ext cx="2944368" cy="14773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a:r>
              <a:rPr lang="en-GB" sz="1000" b="1" dirty="0">
                <a:solidFill>
                  <a:schemeClr val="bg1"/>
                </a:solidFill>
              </a:rPr>
              <a:t>Content and Page Mapping:</a:t>
            </a:r>
            <a:r>
              <a:rPr lang="en-GB" sz="1000" dirty="0">
                <a:solidFill>
                  <a:schemeClr val="bg1"/>
                </a:solidFill>
              </a:rPr>
              <a:t> The Content ID must be appended to the specific Adobe Experience Manager (AEM) page where the content is hosted.</a:t>
            </a:r>
          </a:p>
          <a:p>
            <a:pPr lvl="0"/>
            <a:r>
              <a:rPr lang="en-GB" sz="1000" b="1" dirty="0">
                <a:solidFill>
                  <a:schemeClr val="bg1"/>
                </a:solidFill>
              </a:rPr>
              <a:t>Multi-Offer Support:</a:t>
            </a:r>
            <a:r>
              <a:rPr lang="en-GB" sz="1000" dirty="0">
                <a:solidFill>
                  <a:schemeClr val="bg1"/>
                </a:solidFill>
              </a:rPr>
              <a:t> A single Project ID can contain multiple Content IDs. For example, one campaign can offer a white paper </a:t>
            </a:r>
            <a:r>
              <a:rPr lang="en-GB" sz="1000" i="1" dirty="0">
                <a:solidFill>
                  <a:schemeClr val="bg1"/>
                </a:solidFill>
              </a:rPr>
              <a:t>and</a:t>
            </a:r>
            <a:r>
              <a:rPr lang="en-GB" sz="1000" dirty="0">
                <a:solidFill>
                  <a:schemeClr val="bg1"/>
                </a:solidFill>
              </a:rPr>
              <a:t> a free trial simultaneously.</a:t>
            </a:r>
          </a:p>
          <a:p>
            <a:pPr eaLnBrk="0" fontAlgn="base" hangingPunct="0">
              <a:spcBef>
                <a:spcPct val="0"/>
              </a:spcBef>
              <a:spcAft>
                <a:spcPct val="0"/>
              </a:spcAft>
            </a:pPr>
            <a:endParaRPr lang="en-US" altLang="en-US" sz="1000" dirty="0">
              <a:solidFill>
                <a:schemeClr val="bg1"/>
              </a:solidFill>
            </a:endParaRPr>
          </a:p>
        </p:txBody>
      </p:sp>
      <p:sp>
        <p:nvSpPr>
          <p:cNvPr id="46" name="TextBox 45">
            <a:extLst>
              <a:ext uri="{FF2B5EF4-FFF2-40B4-BE49-F238E27FC236}">
                <a16:creationId xmlns:a16="http://schemas.microsoft.com/office/drawing/2014/main" id="{CAD16127-52CB-12A1-7C04-4CD88B58A28B}"/>
              </a:ext>
            </a:extLst>
          </p:cNvPr>
          <p:cNvSpPr txBox="1"/>
          <p:nvPr/>
        </p:nvSpPr>
        <p:spPr>
          <a:xfrm>
            <a:off x="8416824" y="5761809"/>
            <a:ext cx="2944368"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defPPr>
              <a:defRPr lang="en-US"/>
            </a:defPPr>
            <a:lvl1pPr eaLnBrk="0" fontAlgn="base" hangingPunct="0">
              <a:spcBef>
                <a:spcPct val="0"/>
              </a:spcBef>
              <a:spcAft>
                <a:spcPct val="0"/>
              </a:spcAft>
              <a:defRPr sz="1000" b="1">
                <a:solidFill>
                  <a:schemeClr val="accent2"/>
                </a:solidFill>
              </a:defRPr>
            </a:lvl1pPr>
          </a:lstStyle>
          <a:p>
            <a:r>
              <a:rPr lang="en-GB" dirty="0"/>
              <a:t>CON001089 </a:t>
            </a:r>
          </a:p>
          <a:p>
            <a:r>
              <a:rPr lang="en-US" b="0" dirty="0"/>
              <a:t>customer story or case study-banco do brasil (</a:t>
            </a:r>
            <a:r>
              <a:rPr lang="en-US" b="0" dirty="0" err="1"/>
              <a:t>portuguese</a:t>
            </a:r>
            <a:r>
              <a:rPr lang="en-US" b="0" dirty="0"/>
              <a:t>) customer story-us-</a:t>
            </a:r>
            <a:r>
              <a:rPr lang="en-US" b="0" dirty="0" err="1"/>
              <a:t>en</a:t>
            </a:r>
            <a:endParaRPr lang="en-GB" b="0" dirty="0"/>
          </a:p>
        </p:txBody>
      </p:sp>
    </p:spTree>
    <p:extLst>
      <p:ext uri="{BB962C8B-B14F-4D97-AF65-F5344CB8AC3E}">
        <p14:creationId xmlns:p14="http://schemas.microsoft.com/office/powerpoint/2010/main" val="10978659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D92C7B-9A85-5248-3137-FB6348038FA2}"/>
            </a:ext>
          </a:extLst>
        </p:cNvPr>
        <p:cNvGrpSpPr/>
        <p:nvPr/>
      </p:nvGrpSpPr>
      <p:grpSpPr>
        <a:xfrm>
          <a:off x="0" y="0"/>
          <a:ext cx="0" cy="0"/>
          <a:chOff x="0" y="0"/>
          <a:chExt cx="0" cy="0"/>
        </a:xfrm>
      </p:grpSpPr>
      <p:sp>
        <p:nvSpPr>
          <p:cNvPr id="48" name="Rectangle: Rounded Corners 47">
            <a:extLst>
              <a:ext uri="{FF2B5EF4-FFF2-40B4-BE49-F238E27FC236}">
                <a16:creationId xmlns:a16="http://schemas.microsoft.com/office/drawing/2014/main" id="{03F7597C-B0F7-1F07-DC14-A40912DBC687}"/>
              </a:ext>
            </a:extLst>
          </p:cNvPr>
          <p:cNvSpPr/>
          <p:nvPr/>
        </p:nvSpPr>
        <p:spPr>
          <a:xfrm>
            <a:off x="466272" y="1914966"/>
            <a:ext cx="5682781" cy="3899066"/>
          </a:xfrm>
          <a:prstGeom prst="roundRect">
            <a:avLst>
              <a:gd name="adj" fmla="val 5289"/>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wrap="square" lIns="182880" tIns="182880" rIns="182880" bIns="182880" rtlCol="0" anchor="t" anchorCtr="0">
            <a:noAutofit/>
          </a:bodyPr>
          <a:lstStyle/>
          <a:p>
            <a:pPr marL="182880" indent="-182880">
              <a:buFont typeface="Arial" panose="020B0604020202020204" pitchFamily="34" charset="0"/>
              <a:buChar char="•"/>
            </a:pPr>
            <a:endParaRPr lang="en-GB" sz="1600" dirty="0">
              <a:solidFill>
                <a:schemeClr val="bg1"/>
              </a:solidFill>
            </a:endParaRPr>
          </a:p>
        </p:txBody>
      </p:sp>
      <p:sp>
        <p:nvSpPr>
          <p:cNvPr id="2" name="Title 1">
            <a:extLst>
              <a:ext uri="{FF2B5EF4-FFF2-40B4-BE49-F238E27FC236}">
                <a16:creationId xmlns:a16="http://schemas.microsoft.com/office/drawing/2014/main" id="{D0DD7B32-C127-C5C7-C0A8-5075EEE655B9}"/>
              </a:ext>
            </a:extLst>
          </p:cNvPr>
          <p:cNvSpPr>
            <a:spLocks noGrp="1"/>
          </p:cNvSpPr>
          <p:nvPr>
            <p:ph type="title"/>
          </p:nvPr>
        </p:nvSpPr>
        <p:spPr/>
        <p:txBody>
          <a:bodyPr/>
          <a:lstStyle/>
          <a:p>
            <a:pPr>
              <a:defRPr sz="2400" b="1">
                <a:solidFill>
                  <a:srgbClr val="005596"/>
                </a:solidFill>
              </a:defRPr>
            </a:pPr>
            <a:r>
              <a:t>Structure of a Channel ID</a:t>
            </a:r>
            <a:endParaRPr lang="en-GB" dirty="0"/>
          </a:p>
        </p:txBody>
      </p:sp>
      <p:grpSp>
        <p:nvGrpSpPr>
          <p:cNvPr id="45" name="Group 44">
            <a:extLst>
              <a:ext uri="{FF2B5EF4-FFF2-40B4-BE49-F238E27FC236}">
                <a16:creationId xmlns:a16="http://schemas.microsoft.com/office/drawing/2014/main" id="{9022214C-10EA-4DCE-5837-9A72F5DE5E15}"/>
              </a:ext>
            </a:extLst>
          </p:cNvPr>
          <p:cNvGrpSpPr/>
          <p:nvPr/>
        </p:nvGrpSpPr>
        <p:grpSpPr>
          <a:xfrm>
            <a:off x="2702173" y="4826778"/>
            <a:ext cx="1411101" cy="832570"/>
            <a:chOff x="5225124" y="4067734"/>
            <a:chExt cx="2267712" cy="1337983"/>
          </a:xfrm>
        </p:grpSpPr>
        <p:grpSp>
          <p:nvGrpSpPr>
            <p:cNvPr id="8" name="Group 7">
              <a:extLst>
                <a:ext uri="{FF2B5EF4-FFF2-40B4-BE49-F238E27FC236}">
                  <a16:creationId xmlns:a16="http://schemas.microsoft.com/office/drawing/2014/main" id="{8A3EE545-32C3-71B3-1ED7-1C121D4C7652}"/>
                </a:ext>
              </a:extLst>
            </p:cNvPr>
            <p:cNvGrpSpPr/>
            <p:nvPr/>
          </p:nvGrpSpPr>
          <p:grpSpPr>
            <a:xfrm>
              <a:off x="5225124" y="4067734"/>
              <a:ext cx="2267712" cy="1337983"/>
              <a:chOff x="2521324" y="4067735"/>
              <a:chExt cx="2267712" cy="1337983"/>
            </a:xfrm>
          </p:grpSpPr>
          <p:sp>
            <p:nvSpPr>
              <p:cNvPr id="9" name="Rectangle: Rounded Corners 8">
                <a:extLst>
                  <a:ext uri="{FF2B5EF4-FFF2-40B4-BE49-F238E27FC236}">
                    <a16:creationId xmlns:a16="http://schemas.microsoft.com/office/drawing/2014/main" id="{1B01C232-48FD-80E0-427B-099EF43F0A8F}"/>
                  </a:ext>
                </a:extLst>
              </p:cNvPr>
              <p:cNvSpPr/>
              <p:nvPr/>
            </p:nvSpPr>
            <p:spPr>
              <a:xfrm>
                <a:off x="2522266" y="4067735"/>
                <a:ext cx="2265829" cy="1337983"/>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cxnSp>
            <p:nvCxnSpPr>
              <p:cNvPr id="10" name="Straight Connector 9">
                <a:extLst>
                  <a:ext uri="{FF2B5EF4-FFF2-40B4-BE49-F238E27FC236}">
                    <a16:creationId xmlns:a16="http://schemas.microsoft.com/office/drawing/2014/main" id="{15C81CBB-9918-F013-EB36-E29FCA7893FA}"/>
                  </a:ext>
                </a:extLst>
              </p:cNvPr>
              <p:cNvCxnSpPr>
                <a:cxnSpLocks/>
              </p:cNvCxnSpPr>
              <p:nvPr/>
            </p:nvCxnSpPr>
            <p:spPr>
              <a:xfrm>
                <a:off x="2521324" y="4492235"/>
                <a:ext cx="2267712" cy="0"/>
              </a:xfrm>
              <a:prstGeom prst="line">
                <a:avLst/>
              </a:prstGeom>
              <a:noFill/>
              <a:ln w="79375">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sp>
            <p:nvSpPr>
              <p:cNvPr id="11" name="TextBox 10">
                <a:extLst>
                  <a:ext uri="{FF2B5EF4-FFF2-40B4-BE49-F238E27FC236}">
                    <a16:creationId xmlns:a16="http://schemas.microsoft.com/office/drawing/2014/main" id="{3FDE351F-93C8-B6C7-91C1-53767A4598DD}"/>
                  </a:ext>
                </a:extLst>
              </p:cNvPr>
              <p:cNvSpPr txBox="1"/>
              <p:nvPr/>
            </p:nvSpPr>
            <p:spPr>
              <a:xfrm>
                <a:off x="2959295" y="4067735"/>
                <a:ext cx="1391771" cy="349623"/>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kern="1200" dirty="0">
                    <a:solidFill>
                      <a:schemeClr val="accent3"/>
                    </a:solidFill>
                    <a:latin typeface="+mn-lt"/>
                    <a:ea typeface="ＭＳ Ｐゴシック" charset="0"/>
                  </a:rPr>
                  <a:t>Program</a:t>
                </a:r>
                <a:endParaRPr lang="en-GB" sz="1000" kern="1200" dirty="0" err="1">
                  <a:solidFill>
                    <a:schemeClr val="accent3"/>
                  </a:solidFill>
                  <a:latin typeface="+mn-lt"/>
                  <a:ea typeface="ＭＳ Ｐゴシック" charset="0"/>
                </a:endParaRPr>
              </a:p>
            </p:txBody>
          </p:sp>
          <p:sp>
            <p:nvSpPr>
              <p:cNvPr id="12" name="TextBox 11">
                <a:extLst>
                  <a:ext uri="{FF2B5EF4-FFF2-40B4-BE49-F238E27FC236}">
                    <a16:creationId xmlns:a16="http://schemas.microsoft.com/office/drawing/2014/main" id="{A8ADB29D-CF0A-C998-80A8-4CDE8EDC1464}"/>
                  </a:ext>
                </a:extLst>
              </p:cNvPr>
              <p:cNvSpPr txBox="1"/>
              <p:nvPr/>
            </p:nvSpPr>
            <p:spPr>
              <a:xfrm>
                <a:off x="2767025" y="4628544"/>
                <a:ext cx="1776311" cy="576384"/>
              </a:xfrm>
              <a:prstGeom prst="rect">
                <a:avLst/>
              </a:prstGeom>
              <a:noFill/>
            </p:spPr>
            <p:txBody>
              <a:bodyPr wrap="square" lIns="0" tIns="0" rIns="0" bIns="0" rtlCol="0" anchor="ctr">
                <a:noAutofit/>
              </a:bodyPr>
              <a:lstStyle/>
              <a:p>
                <a:pPr algn="ctr" defTabSz="912276" fontAlgn="base">
                  <a:spcAft>
                    <a:spcPts val="1000"/>
                  </a:spcAft>
                  <a:buClr>
                    <a:schemeClr val="bg1"/>
                  </a:buClr>
                  <a:buSzPct val="100000"/>
                </a:pPr>
                <a:r>
                  <a:rPr lang="en-GB" sz="1000" dirty="0">
                    <a:solidFill>
                      <a:schemeClr val="bg1"/>
                    </a:solidFill>
                  </a:rPr>
                  <a:t>Mid Market - Less uh-ohs. More ah-has.</a:t>
                </a:r>
                <a:endParaRPr lang="en-GB" sz="1000" kern="1200" dirty="0">
                  <a:solidFill>
                    <a:schemeClr val="bg1"/>
                  </a:solidFill>
                  <a:latin typeface="+mn-lt"/>
                  <a:ea typeface="ＭＳ Ｐゴシック" charset="0"/>
                </a:endParaRPr>
              </a:p>
            </p:txBody>
          </p:sp>
        </p:grpSp>
        <p:pic>
          <p:nvPicPr>
            <p:cNvPr id="39" name="Graphic 38" descr="Processor with solid fill">
              <a:extLst>
                <a:ext uri="{FF2B5EF4-FFF2-40B4-BE49-F238E27FC236}">
                  <a16:creationId xmlns:a16="http://schemas.microsoft.com/office/drawing/2014/main" id="{E154655C-029C-543D-FED7-E7E44020FD7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71355" y="4079929"/>
              <a:ext cx="400110" cy="400110"/>
            </a:xfrm>
            <a:prstGeom prst="rect">
              <a:avLst/>
            </a:prstGeom>
          </p:spPr>
        </p:pic>
      </p:grpSp>
      <p:grpSp>
        <p:nvGrpSpPr>
          <p:cNvPr id="44" name="Group 43">
            <a:extLst>
              <a:ext uri="{FF2B5EF4-FFF2-40B4-BE49-F238E27FC236}">
                <a16:creationId xmlns:a16="http://schemas.microsoft.com/office/drawing/2014/main" id="{078CB278-9B42-279A-D406-E0B99EEB09FD}"/>
              </a:ext>
            </a:extLst>
          </p:cNvPr>
          <p:cNvGrpSpPr/>
          <p:nvPr/>
        </p:nvGrpSpPr>
        <p:grpSpPr>
          <a:xfrm>
            <a:off x="4544889" y="4826778"/>
            <a:ext cx="1411101" cy="832570"/>
            <a:chOff x="7928924" y="4067733"/>
            <a:chExt cx="2267712" cy="1337983"/>
          </a:xfrm>
        </p:grpSpPr>
        <p:grpSp>
          <p:nvGrpSpPr>
            <p:cNvPr id="13" name="Group 12">
              <a:extLst>
                <a:ext uri="{FF2B5EF4-FFF2-40B4-BE49-F238E27FC236}">
                  <a16:creationId xmlns:a16="http://schemas.microsoft.com/office/drawing/2014/main" id="{4D27DF86-84C6-F0FF-5066-B9B213CFB5C5}"/>
                </a:ext>
              </a:extLst>
            </p:cNvPr>
            <p:cNvGrpSpPr/>
            <p:nvPr/>
          </p:nvGrpSpPr>
          <p:grpSpPr>
            <a:xfrm>
              <a:off x="7928924" y="4067733"/>
              <a:ext cx="2267712" cy="1337983"/>
              <a:chOff x="2521324" y="4067735"/>
              <a:chExt cx="2267712" cy="1337983"/>
            </a:xfrm>
          </p:grpSpPr>
          <p:sp>
            <p:nvSpPr>
              <p:cNvPr id="14" name="Rectangle: Rounded Corners 13">
                <a:extLst>
                  <a:ext uri="{FF2B5EF4-FFF2-40B4-BE49-F238E27FC236}">
                    <a16:creationId xmlns:a16="http://schemas.microsoft.com/office/drawing/2014/main" id="{C0C14DD2-5405-F0E5-0247-924DF4FC1693}"/>
                  </a:ext>
                </a:extLst>
              </p:cNvPr>
              <p:cNvSpPr/>
              <p:nvPr/>
            </p:nvSpPr>
            <p:spPr>
              <a:xfrm>
                <a:off x="2522266" y="4067735"/>
                <a:ext cx="2265829" cy="1337983"/>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cxnSp>
            <p:nvCxnSpPr>
              <p:cNvPr id="15" name="Straight Connector 14">
                <a:extLst>
                  <a:ext uri="{FF2B5EF4-FFF2-40B4-BE49-F238E27FC236}">
                    <a16:creationId xmlns:a16="http://schemas.microsoft.com/office/drawing/2014/main" id="{249B1969-5C5D-1092-AC92-C8A3A5A60497}"/>
                  </a:ext>
                </a:extLst>
              </p:cNvPr>
              <p:cNvCxnSpPr>
                <a:cxnSpLocks/>
              </p:cNvCxnSpPr>
              <p:nvPr/>
            </p:nvCxnSpPr>
            <p:spPr>
              <a:xfrm>
                <a:off x="2521324" y="4492235"/>
                <a:ext cx="2267712" cy="0"/>
              </a:xfrm>
              <a:prstGeom prst="line">
                <a:avLst/>
              </a:prstGeom>
              <a:noFill/>
              <a:ln w="79375">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sp>
            <p:nvSpPr>
              <p:cNvPr id="16" name="TextBox 15">
                <a:extLst>
                  <a:ext uri="{FF2B5EF4-FFF2-40B4-BE49-F238E27FC236}">
                    <a16:creationId xmlns:a16="http://schemas.microsoft.com/office/drawing/2014/main" id="{2DAAC22B-18C5-E6F8-2B9B-A05D50E70457}"/>
                  </a:ext>
                </a:extLst>
              </p:cNvPr>
              <p:cNvSpPr txBox="1"/>
              <p:nvPr/>
            </p:nvSpPr>
            <p:spPr>
              <a:xfrm>
                <a:off x="2959295" y="4067735"/>
                <a:ext cx="1391771" cy="349623"/>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kern="1200" dirty="0">
                    <a:solidFill>
                      <a:schemeClr val="accent4"/>
                    </a:solidFill>
                    <a:latin typeface="+mn-lt"/>
                    <a:ea typeface="ＭＳ Ｐゴシック" charset="0"/>
                  </a:rPr>
                  <a:t>Funnel Stage</a:t>
                </a:r>
                <a:endParaRPr lang="en-GB" sz="1000" kern="1200" dirty="0" err="1">
                  <a:solidFill>
                    <a:schemeClr val="accent4"/>
                  </a:solidFill>
                  <a:latin typeface="+mn-lt"/>
                  <a:ea typeface="ＭＳ Ｐゴシック" charset="0"/>
                </a:endParaRPr>
              </a:p>
            </p:txBody>
          </p:sp>
          <p:sp>
            <p:nvSpPr>
              <p:cNvPr id="17" name="TextBox 16">
                <a:extLst>
                  <a:ext uri="{FF2B5EF4-FFF2-40B4-BE49-F238E27FC236}">
                    <a16:creationId xmlns:a16="http://schemas.microsoft.com/office/drawing/2014/main" id="{EF15A85B-A314-77CA-8195-B3904A72903F}"/>
                  </a:ext>
                </a:extLst>
              </p:cNvPr>
              <p:cNvSpPr txBox="1"/>
              <p:nvPr/>
            </p:nvSpPr>
            <p:spPr>
              <a:xfrm>
                <a:off x="2767025" y="4628544"/>
                <a:ext cx="1776311" cy="576384"/>
              </a:xfrm>
              <a:prstGeom prst="rect">
                <a:avLst/>
              </a:prstGeom>
              <a:noFill/>
            </p:spPr>
            <p:txBody>
              <a:bodyPr wrap="square" lIns="0" tIns="0" rIns="0" bIns="0" rtlCol="0" anchor="ctr">
                <a:noAutofit/>
              </a:bodyPr>
              <a:lstStyle/>
              <a:p>
                <a:pPr algn="ctr" defTabSz="912276" fontAlgn="base">
                  <a:spcAft>
                    <a:spcPts val="1000"/>
                  </a:spcAft>
                  <a:buClr>
                    <a:schemeClr val="bg1"/>
                  </a:buClr>
                  <a:buSzPct val="100000"/>
                </a:pPr>
                <a:r>
                  <a:rPr lang="en-US" sz="1000" dirty="0">
                    <a:solidFill>
                      <a:schemeClr val="bg1"/>
                    </a:solidFill>
                    <a:ea typeface="ＭＳ Ｐゴシック" charset="0"/>
                  </a:rPr>
                  <a:t>Awareness </a:t>
                </a:r>
                <a:endParaRPr lang="en-GB" sz="1000" kern="1200" dirty="0" err="1">
                  <a:solidFill>
                    <a:schemeClr val="bg1"/>
                  </a:solidFill>
                  <a:latin typeface="+mn-lt"/>
                  <a:ea typeface="ＭＳ Ｐゴシック" charset="0"/>
                </a:endParaRPr>
              </a:p>
            </p:txBody>
          </p:sp>
        </p:grpSp>
        <p:pic>
          <p:nvPicPr>
            <p:cNvPr id="41" name="Graphic 40" descr="Circles with arrows with solid fill">
              <a:extLst>
                <a:ext uri="{FF2B5EF4-FFF2-40B4-BE49-F238E27FC236}">
                  <a16:creationId xmlns:a16="http://schemas.microsoft.com/office/drawing/2014/main" id="{9D02C7C8-DAE9-EBEB-B580-ECDA21CA07D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000955" y="4079928"/>
              <a:ext cx="400110" cy="400110"/>
            </a:xfrm>
            <a:prstGeom prst="rect">
              <a:avLst/>
            </a:prstGeom>
          </p:spPr>
        </p:pic>
      </p:grpSp>
      <p:grpSp>
        <p:nvGrpSpPr>
          <p:cNvPr id="46" name="Group 45">
            <a:extLst>
              <a:ext uri="{FF2B5EF4-FFF2-40B4-BE49-F238E27FC236}">
                <a16:creationId xmlns:a16="http://schemas.microsoft.com/office/drawing/2014/main" id="{1C5D3E3A-9C96-746C-5A91-76C010D2FB45}"/>
              </a:ext>
            </a:extLst>
          </p:cNvPr>
          <p:cNvGrpSpPr/>
          <p:nvPr/>
        </p:nvGrpSpPr>
        <p:grpSpPr>
          <a:xfrm>
            <a:off x="859457" y="4826778"/>
            <a:ext cx="1411101" cy="840689"/>
            <a:chOff x="2521324" y="4054687"/>
            <a:chExt cx="2267712" cy="1351031"/>
          </a:xfrm>
        </p:grpSpPr>
        <p:grpSp>
          <p:nvGrpSpPr>
            <p:cNvPr id="7" name="Group 6">
              <a:extLst>
                <a:ext uri="{FF2B5EF4-FFF2-40B4-BE49-F238E27FC236}">
                  <a16:creationId xmlns:a16="http://schemas.microsoft.com/office/drawing/2014/main" id="{8F63B529-293A-6C28-6153-09FD0796332B}"/>
                </a:ext>
              </a:extLst>
            </p:cNvPr>
            <p:cNvGrpSpPr/>
            <p:nvPr/>
          </p:nvGrpSpPr>
          <p:grpSpPr>
            <a:xfrm>
              <a:off x="2521324" y="4067735"/>
              <a:ext cx="2267712" cy="1337983"/>
              <a:chOff x="2521324" y="4067735"/>
              <a:chExt cx="2267712" cy="1337983"/>
            </a:xfrm>
          </p:grpSpPr>
          <p:sp>
            <p:nvSpPr>
              <p:cNvPr id="3" name="Rectangle: Rounded Corners 2">
                <a:extLst>
                  <a:ext uri="{FF2B5EF4-FFF2-40B4-BE49-F238E27FC236}">
                    <a16:creationId xmlns:a16="http://schemas.microsoft.com/office/drawing/2014/main" id="{5B84D2E4-DE1F-9A0D-975D-32CE4671B1DD}"/>
                  </a:ext>
                </a:extLst>
              </p:cNvPr>
              <p:cNvSpPr/>
              <p:nvPr/>
            </p:nvSpPr>
            <p:spPr>
              <a:xfrm>
                <a:off x="2522266" y="4067735"/>
                <a:ext cx="2265829" cy="1337983"/>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cxnSp>
            <p:nvCxnSpPr>
              <p:cNvPr id="4" name="Straight Connector 3">
                <a:extLst>
                  <a:ext uri="{FF2B5EF4-FFF2-40B4-BE49-F238E27FC236}">
                    <a16:creationId xmlns:a16="http://schemas.microsoft.com/office/drawing/2014/main" id="{70826E5F-A589-6D9C-37D9-38D24BD2691E}"/>
                  </a:ext>
                </a:extLst>
              </p:cNvPr>
              <p:cNvCxnSpPr>
                <a:cxnSpLocks/>
              </p:cNvCxnSpPr>
              <p:nvPr/>
            </p:nvCxnSpPr>
            <p:spPr>
              <a:xfrm>
                <a:off x="2521324" y="4492235"/>
                <a:ext cx="2267712" cy="0"/>
              </a:xfrm>
              <a:prstGeom prst="line">
                <a:avLst/>
              </a:prstGeom>
              <a:noFill/>
              <a:ln w="79375">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sp>
            <p:nvSpPr>
              <p:cNvPr id="5" name="TextBox 4">
                <a:extLst>
                  <a:ext uri="{FF2B5EF4-FFF2-40B4-BE49-F238E27FC236}">
                    <a16:creationId xmlns:a16="http://schemas.microsoft.com/office/drawing/2014/main" id="{FD817D2C-BDF6-E5A7-2E75-EDEE92B0D892}"/>
                  </a:ext>
                </a:extLst>
              </p:cNvPr>
              <p:cNvSpPr txBox="1"/>
              <p:nvPr/>
            </p:nvSpPr>
            <p:spPr>
              <a:xfrm>
                <a:off x="2959295" y="4067735"/>
                <a:ext cx="1391771" cy="349623"/>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kern="1200" dirty="0">
                    <a:solidFill>
                      <a:schemeClr val="accent2"/>
                    </a:solidFill>
                    <a:latin typeface="+mn-lt"/>
                    <a:ea typeface="ＭＳ Ｐゴシック" charset="0"/>
                  </a:rPr>
                  <a:t>Campaign</a:t>
                </a:r>
                <a:endParaRPr lang="en-GB" sz="1000" kern="1200" dirty="0" err="1">
                  <a:solidFill>
                    <a:schemeClr val="accent2"/>
                  </a:solidFill>
                  <a:latin typeface="+mn-lt"/>
                  <a:ea typeface="ＭＳ Ｐゴシック" charset="0"/>
                </a:endParaRPr>
              </a:p>
            </p:txBody>
          </p:sp>
          <p:sp>
            <p:nvSpPr>
              <p:cNvPr id="6" name="TextBox 5">
                <a:extLst>
                  <a:ext uri="{FF2B5EF4-FFF2-40B4-BE49-F238E27FC236}">
                    <a16:creationId xmlns:a16="http://schemas.microsoft.com/office/drawing/2014/main" id="{586EA5C3-4165-55EC-F238-CB33ADCEB0AE}"/>
                  </a:ext>
                </a:extLst>
              </p:cNvPr>
              <p:cNvSpPr txBox="1"/>
              <p:nvPr/>
            </p:nvSpPr>
            <p:spPr>
              <a:xfrm>
                <a:off x="2796964" y="4674789"/>
                <a:ext cx="1776311" cy="576384"/>
              </a:xfrm>
              <a:prstGeom prst="rect">
                <a:avLst/>
              </a:prstGeom>
              <a:noFill/>
            </p:spPr>
            <p:txBody>
              <a:bodyPr wrap="square" lIns="0" tIns="0" rIns="0" bIns="0" rtlCol="0" anchor="ctr">
                <a:noAutofit/>
              </a:bodyPr>
              <a:lstStyle/>
              <a:p>
                <a:pPr algn="ctr" defTabSz="912276" fontAlgn="base">
                  <a:spcAft>
                    <a:spcPts val="1000"/>
                  </a:spcAft>
                  <a:buClr>
                    <a:schemeClr val="bg1"/>
                  </a:buClr>
                  <a:buSzPct val="100000"/>
                </a:pPr>
                <a:r>
                  <a:rPr lang="en-GB" sz="1000" dirty="0">
                    <a:solidFill>
                      <a:schemeClr val="bg1"/>
                    </a:solidFill>
                  </a:rPr>
                  <a:t>Mid Market - Modernize and Secure Network</a:t>
                </a:r>
                <a:endParaRPr lang="en-GB" sz="1000" kern="1200" dirty="0">
                  <a:solidFill>
                    <a:schemeClr val="bg1"/>
                  </a:solidFill>
                  <a:latin typeface="+mn-lt"/>
                  <a:ea typeface="ＭＳ Ｐゴシック" charset="0"/>
                </a:endParaRPr>
              </a:p>
            </p:txBody>
          </p:sp>
        </p:grpSp>
        <p:pic>
          <p:nvPicPr>
            <p:cNvPr id="43" name="Graphic 42" descr="Cycle with people with solid fill">
              <a:extLst>
                <a:ext uri="{FF2B5EF4-FFF2-40B4-BE49-F238E27FC236}">
                  <a16:creationId xmlns:a16="http://schemas.microsoft.com/office/drawing/2014/main" id="{B30D1E78-CBAF-4F21-D7A7-FF8A36DDB24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646830" y="4054687"/>
              <a:ext cx="400110" cy="400110"/>
            </a:xfrm>
            <a:prstGeom prst="rect">
              <a:avLst/>
            </a:prstGeom>
          </p:spPr>
        </p:pic>
      </p:grpSp>
      <p:sp>
        <p:nvSpPr>
          <p:cNvPr id="47" name="TextBox 46">
            <a:extLst>
              <a:ext uri="{FF2B5EF4-FFF2-40B4-BE49-F238E27FC236}">
                <a16:creationId xmlns:a16="http://schemas.microsoft.com/office/drawing/2014/main" id="{9897F81F-E210-BAEF-4ED5-C4239D3C7A02}"/>
              </a:ext>
            </a:extLst>
          </p:cNvPr>
          <p:cNvSpPr txBox="1"/>
          <p:nvPr/>
        </p:nvSpPr>
        <p:spPr>
          <a:xfrm>
            <a:off x="589988" y="2166715"/>
            <a:ext cx="5499311" cy="1398208"/>
          </a:xfrm>
          <a:prstGeom prst="rect">
            <a:avLst/>
          </a:prstGeom>
          <a:noFill/>
        </p:spPr>
        <p:txBody>
          <a:bodyPr wrap="square" lIns="0" tIns="0" rIns="0" bIns="0" rtlCol="0">
            <a:noAutofit/>
          </a:bodyPr>
          <a:lstStyle/>
          <a:p>
            <a:pPr defTabSz="912276" fontAlgn="base">
              <a:buClr>
                <a:schemeClr val="bg1"/>
              </a:buClr>
              <a:buSzPct val="100000"/>
            </a:pPr>
            <a:r>
              <a:rPr lang="en-US" sz="1000" b="1" kern="1200" dirty="0">
                <a:solidFill>
                  <a:schemeClr val="bg1"/>
                </a:solidFill>
                <a:latin typeface="+mn-lt"/>
                <a:ea typeface="ＭＳ Ｐゴシック" charset="0"/>
              </a:rPr>
              <a:t>Name:</a:t>
            </a:r>
          </a:p>
          <a:p>
            <a:pPr marL="285750" indent="-285750" defTabSz="912276" fontAlgn="base">
              <a:buClr>
                <a:schemeClr val="bg1"/>
              </a:buClr>
              <a:buSzPct val="100000"/>
              <a:buFont typeface="Arial" panose="020B0604020202020204" pitchFamily="34" charset="0"/>
              <a:buChar char="•"/>
            </a:pPr>
            <a:r>
              <a:rPr lang="en-GB" sz="1000" dirty="0" err="1">
                <a:solidFill>
                  <a:schemeClr val="accent2"/>
                </a:solidFill>
              </a:rPr>
              <a:t>SecureCampusTransformation</a:t>
            </a:r>
            <a:endParaRPr lang="en-GB" sz="1000" dirty="0">
              <a:solidFill>
                <a:schemeClr val="accent2"/>
              </a:solidFill>
            </a:endParaRPr>
          </a:p>
          <a:p>
            <a:pPr defTabSz="912276" fontAlgn="base">
              <a:buClr>
                <a:schemeClr val="bg1"/>
              </a:buClr>
              <a:buSzPct val="100000"/>
            </a:pPr>
            <a:endParaRPr lang="en-GB" sz="1000" dirty="0">
              <a:solidFill>
                <a:schemeClr val="accent2"/>
              </a:solidFill>
            </a:endParaRPr>
          </a:p>
          <a:p>
            <a:pPr defTabSz="912276" fontAlgn="base">
              <a:buClr>
                <a:schemeClr val="bg1"/>
              </a:buClr>
              <a:buSzPct val="100000"/>
            </a:pPr>
            <a:r>
              <a:rPr lang="en-GB" sz="1000" b="1" dirty="0">
                <a:solidFill>
                  <a:schemeClr val="bg1"/>
                </a:solidFill>
                <a:ea typeface="ＭＳ Ｐゴシック" charset="0"/>
              </a:rPr>
              <a:t>Description: </a:t>
            </a:r>
          </a:p>
          <a:p>
            <a:pPr marL="171450" indent="-171450" defTabSz="912276" fontAlgn="base">
              <a:buClr>
                <a:schemeClr val="bg1"/>
              </a:buClr>
              <a:buSzPct val="100000"/>
              <a:buFont typeface="Arial" panose="020B0604020202020204" pitchFamily="34" charset="0"/>
              <a:buChar char="•"/>
            </a:pPr>
            <a:r>
              <a:rPr lang="en-GB" sz="1000" dirty="0">
                <a:solidFill>
                  <a:schemeClr val="accent2"/>
                </a:solidFill>
              </a:rPr>
              <a:t>Reduce lateral movement by 70% in the AI era. Cisco helps you contain threats at machine speed with identity-based segmentation, zero-trust access, and post-quantum-ready protection.</a:t>
            </a:r>
            <a:endParaRPr lang="en-GB" sz="1000" b="1" dirty="0">
              <a:solidFill>
                <a:schemeClr val="accent2"/>
              </a:solidFill>
              <a:ea typeface="ＭＳ Ｐゴシック" charset="0"/>
            </a:endParaRPr>
          </a:p>
        </p:txBody>
      </p:sp>
      <p:grpSp>
        <p:nvGrpSpPr>
          <p:cNvPr id="60" name="Group 59">
            <a:extLst>
              <a:ext uri="{FF2B5EF4-FFF2-40B4-BE49-F238E27FC236}">
                <a16:creationId xmlns:a16="http://schemas.microsoft.com/office/drawing/2014/main" id="{B5BB69D2-4F94-5068-23ED-2307412FB9F7}"/>
              </a:ext>
            </a:extLst>
          </p:cNvPr>
          <p:cNvGrpSpPr/>
          <p:nvPr/>
        </p:nvGrpSpPr>
        <p:grpSpPr>
          <a:xfrm>
            <a:off x="911970" y="1631412"/>
            <a:ext cx="4180978" cy="567111"/>
            <a:chOff x="2568046" y="940853"/>
            <a:chExt cx="6719046" cy="911376"/>
          </a:xfrm>
        </p:grpSpPr>
        <p:sp>
          <p:nvSpPr>
            <p:cNvPr id="58" name="Rectangle: Rounded Corners 57">
              <a:extLst>
                <a:ext uri="{FF2B5EF4-FFF2-40B4-BE49-F238E27FC236}">
                  <a16:creationId xmlns:a16="http://schemas.microsoft.com/office/drawing/2014/main" id="{F220588B-0D03-F1E4-A24D-5F004F08AB00}"/>
                </a:ext>
              </a:extLst>
            </p:cNvPr>
            <p:cNvSpPr/>
            <p:nvPr/>
          </p:nvSpPr>
          <p:spPr>
            <a:xfrm>
              <a:off x="2568046" y="940853"/>
              <a:ext cx="6719046" cy="911376"/>
            </a:xfrm>
            <a:prstGeom prst="roundRect">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GB" dirty="0">
                <a:solidFill>
                  <a:schemeClr val="bg1"/>
                </a:solidFill>
              </a:endParaRPr>
            </a:p>
          </p:txBody>
        </p:sp>
        <p:sp>
          <p:nvSpPr>
            <p:cNvPr id="57" name="TextBox 56">
              <a:extLst>
                <a:ext uri="{FF2B5EF4-FFF2-40B4-BE49-F238E27FC236}">
                  <a16:creationId xmlns:a16="http://schemas.microsoft.com/office/drawing/2014/main" id="{90826F3E-4E62-95A3-DD7B-5F7CD867E196}"/>
                </a:ext>
              </a:extLst>
            </p:cNvPr>
            <p:cNvSpPr txBox="1"/>
            <p:nvPr/>
          </p:nvSpPr>
          <p:spPr>
            <a:xfrm>
              <a:off x="3980329" y="1058663"/>
              <a:ext cx="3745006" cy="597856"/>
            </a:xfrm>
            <a:prstGeom prst="rect">
              <a:avLst/>
            </a:prstGeom>
            <a:noFill/>
          </p:spPr>
          <p:txBody>
            <a:bodyPr wrap="square" lIns="0" tIns="0" rIns="0" bIns="0" rtlCol="0">
              <a:noAutofit/>
            </a:bodyPr>
            <a:lstStyle/>
            <a:p>
              <a:r>
                <a:rPr lang="en-GB" sz="2400" dirty="0">
                  <a:solidFill>
                    <a:schemeClr val="accent2"/>
                  </a:solidFill>
                </a:rPr>
                <a:t>CHL000093</a:t>
              </a:r>
            </a:p>
          </p:txBody>
        </p:sp>
      </p:grpSp>
      <p:cxnSp>
        <p:nvCxnSpPr>
          <p:cNvPr id="102" name="Straight Connector 101">
            <a:extLst>
              <a:ext uri="{FF2B5EF4-FFF2-40B4-BE49-F238E27FC236}">
                <a16:creationId xmlns:a16="http://schemas.microsoft.com/office/drawing/2014/main" id="{8C098731-2E8C-33E4-1483-8D9BB328ECB2}"/>
              </a:ext>
            </a:extLst>
          </p:cNvPr>
          <p:cNvCxnSpPr>
            <a:cxnSpLocks/>
          </p:cNvCxnSpPr>
          <p:nvPr/>
        </p:nvCxnSpPr>
        <p:spPr>
          <a:xfrm>
            <a:off x="6489479" y="1049032"/>
            <a:ext cx="0" cy="5120640"/>
          </a:xfrm>
          <a:prstGeom prst="line">
            <a:avLst/>
          </a:prstGeom>
          <a:noFill/>
          <a:ln w="44450">
            <a:gradFill>
              <a:gsLst>
                <a:gs pos="37000">
                  <a:srgbClr val="02C8FF"/>
                </a:gs>
                <a:gs pos="5000">
                  <a:srgbClr val="0A60FF"/>
                </a:gs>
                <a:gs pos="44000">
                  <a:srgbClr val="02C8FF"/>
                </a:gs>
                <a:gs pos="75000">
                  <a:srgbClr val="FF007F"/>
                </a:gs>
                <a:gs pos="95000">
                  <a:srgbClr val="FF9000"/>
                </a:gs>
              </a:gsLst>
              <a:lin ang="5400000" scaled="1"/>
            </a:gradFill>
            <a:prstDash val="solid"/>
          </a:ln>
          <a:effectLst/>
        </p:spPr>
        <p:style>
          <a:lnRef idx="2">
            <a:schemeClr val="accent1">
              <a:shade val="50000"/>
            </a:schemeClr>
          </a:lnRef>
          <a:fillRef idx="1">
            <a:schemeClr val="accent1"/>
          </a:fillRef>
          <a:effectRef idx="0">
            <a:schemeClr val="accent1"/>
          </a:effectRef>
          <a:fontRef idx="minor">
            <a:schemeClr val="lt1"/>
          </a:fontRef>
        </p:style>
      </p:cxnSp>
      <p:grpSp>
        <p:nvGrpSpPr>
          <p:cNvPr id="131" name="Group 130">
            <a:extLst>
              <a:ext uri="{FF2B5EF4-FFF2-40B4-BE49-F238E27FC236}">
                <a16:creationId xmlns:a16="http://schemas.microsoft.com/office/drawing/2014/main" id="{CD96CB44-B144-A80F-589A-B8E52CE070B9}"/>
              </a:ext>
            </a:extLst>
          </p:cNvPr>
          <p:cNvGrpSpPr/>
          <p:nvPr/>
        </p:nvGrpSpPr>
        <p:grpSpPr>
          <a:xfrm>
            <a:off x="6679726" y="540599"/>
            <a:ext cx="5179799" cy="529877"/>
            <a:chOff x="6689663" y="2085046"/>
            <a:chExt cx="5179799" cy="529877"/>
          </a:xfrm>
        </p:grpSpPr>
        <p:sp>
          <p:nvSpPr>
            <p:cNvPr id="104" name="Rectangle: Rounded Corners 103">
              <a:extLst>
                <a:ext uri="{FF2B5EF4-FFF2-40B4-BE49-F238E27FC236}">
                  <a16:creationId xmlns:a16="http://schemas.microsoft.com/office/drawing/2014/main" id="{D78387FF-ED39-222E-200E-B892CB933423}"/>
                </a:ext>
              </a:extLst>
            </p:cNvPr>
            <p:cNvSpPr/>
            <p:nvPr/>
          </p:nvSpPr>
          <p:spPr>
            <a:xfrm>
              <a:off x="7937542" y="2112425"/>
              <a:ext cx="3931920" cy="475118"/>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05" name="Arrow: Pentagon 104">
              <a:extLst>
                <a:ext uri="{FF2B5EF4-FFF2-40B4-BE49-F238E27FC236}">
                  <a16:creationId xmlns:a16="http://schemas.microsoft.com/office/drawing/2014/main" id="{02F79C3A-38BF-C52D-4D23-DAFA3A4832AE}"/>
                </a:ext>
              </a:extLst>
            </p:cNvPr>
            <p:cNvSpPr/>
            <p:nvPr/>
          </p:nvSpPr>
          <p:spPr>
            <a:xfrm>
              <a:off x="7036575" y="2112425"/>
              <a:ext cx="1532098" cy="475118"/>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06" name="TextBox 105">
              <a:extLst>
                <a:ext uri="{FF2B5EF4-FFF2-40B4-BE49-F238E27FC236}">
                  <a16:creationId xmlns:a16="http://schemas.microsoft.com/office/drawing/2014/main" id="{F5688128-6AA4-360F-858F-E119F2CCA745}"/>
                </a:ext>
              </a:extLst>
            </p:cNvPr>
            <p:cNvSpPr txBox="1"/>
            <p:nvPr/>
          </p:nvSpPr>
          <p:spPr>
            <a:xfrm>
              <a:off x="7276762" y="2272968"/>
              <a:ext cx="1140447" cy="178894"/>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Channel ID</a:t>
              </a:r>
              <a:endParaRPr lang="en-GB" sz="1600" kern="1200" dirty="0" err="1">
                <a:solidFill>
                  <a:schemeClr val="bg1"/>
                </a:solidFill>
                <a:latin typeface="+mn-lt"/>
                <a:ea typeface="ＭＳ Ｐゴシック" charset="0"/>
              </a:endParaRPr>
            </a:p>
          </p:txBody>
        </p:sp>
        <p:sp>
          <p:nvSpPr>
            <p:cNvPr id="108" name="TextBox 107">
              <a:extLst>
                <a:ext uri="{FF2B5EF4-FFF2-40B4-BE49-F238E27FC236}">
                  <a16:creationId xmlns:a16="http://schemas.microsoft.com/office/drawing/2014/main" id="{32C1199B-943F-10AB-45E8-C920005DDFCA}"/>
                </a:ext>
              </a:extLst>
            </p:cNvPr>
            <p:cNvSpPr txBox="1"/>
            <p:nvPr/>
          </p:nvSpPr>
          <p:spPr>
            <a:xfrm>
              <a:off x="8642230" y="2184234"/>
              <a:ext cx="2637800" cy="331500"/>
            </a:xfrm>
            <a:prstGeom prst="rect">
              <a:avLst/>
            </a:prstGeom>
            <a:noFill/>
          </p:spPr>
          <p:txBody>
            <a:bodyPr wrap="square" lIns="0" tIns="0" rIns="0" bIns="0" rtlCol="0">
              <a:noAutofit/>
            </a:bodyPr>
            <a:lstStyle>
              <a:defPPr>
                <a:defRPr lang="en-US"/>
              </a:defPPr>
              <a:lvl1pPr marL="182880" indent="-182880" defTabSz="912276" fontAlgn="base">
                <a:spcAft>
                  <a:spcPts val="1000"/>
                </a:spcAft>
                <a:buClr>
                  <a:schemeClr val="bg1"/>
                </a:buClr>
                <a:buSzPct val="100000"/>
                <a:buFont typeface="Arial" panose="020B0604020202020204" pitchFamily="34" charset="0"/>
                <a:buChar char="•"/>
                <a:defRPr sz="1200">
                  <a:solidFill>
                    <a:schemeClr val="bg1"/>
                  </a:solidFill>
                </a:defRPr>
              </a:lvl1pPr>
            </a:lstStyle>
            <a:p>
              <a:pPr marL="0" indent="0">
                <a:buNone/>
              </a:pPr>
              <a:r>
                <a:rPr lang="en-GB" sz="1000" dirty="0"/>
                <a:t>On Creation of Workfront Channel Task a Channel ID is automatically generated</a:t>
              </a:r>
            </a:p>
          </p:txBody>
        </p:sp>
        <p:sp>
          <p:nvSpPr>
            <p:cNvPr id="111" name="Oval 110">
              <a:extLst>
                <a:ext uri="{FF2B5EF4-FFF2-40B4-BE49-F238E27FC236}">
                  <a16:creationId xmlns:a16="http://schemas.microsoft.com/office/drawing/2014/main" id="{3380818E-E1C5-3F68-8846-1D66E8F83D31}"/>
                </a:ext>
              </a:extLst>
            </p:cNvPr>
            <p:cNvSpPr/>
            <p:nvPr/>
          </p:nvSpPr>
          <p:spPr>
            <a:xfrm>
              <a:off x="6689663" y="2085046"/>
              <a:ext cx="529877" cy="52987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1</a:t>
              </a:r>
              <a:endParaRPr lang="en-GB" dirty="0">
                <a:solidFill>
                  <a:schemeClr val="bg1"/>
                </a:solidFill>
              </a:endParaRPr>
            </a:p>
          </p:txBody>
        </p:sp>
      </p:grpSp>
      <p:grpSp>
        <p:nvGrpSpPr>
          <p:cNvPr id="132" name="Group 131">
            <a:extLst>
              <a:ext uri="{FF2B5EF4-FFF2-40B4-BE49-F238E27FC236}">
                <a16:creationId xmlns:a16="http://schemas.microsoft.com/office/drawing/2014/main" id="{E2165673-2862-8D26-E3B1-033626287A46}"/>
              </a:ext>
            </a:extLst>
          </p:cNvPr>
          <p:cNvGrpSpPr/>
          <p:nvPr/>
        </p:nvGrpSpPr>
        <p:grpSpPr>
          <a:xfrm>
            <a:off x="6679726" y="1325985"/>
            <a:ext cx="5179799" cy="529877"/>
            <a:chOff x="6689663" y="2850599"/>
            <a:chExt cx="5179799" cy="529877"/>
          </a:xfrm>
        </p:grpSpPr>
        <p:sp>
          <p:nvSpPr>
            <p:cNvPr id="114" name="Rectangle: Rounded Corners 113">
              <a:extLst>
                <a:ext uri="{FF2B5EF4-FFF2-40B4-BE49-F238E27FC236}">
                  <a16:creationId xmlns:a16="http://schemas.microsoft.com/office/drawing/2014/main" id="{E7A2ECFB-5CE5-A6B2-C97F-958B90315624}"/>
                </a:ext>
              </a:extLst>
            </p:cNvPr>
            <p:cNvSpPr/>
            <p:nvPr/>
          </p:nvSpPr>
          <p:spPr>
            <a:xfrm>
              <a:off x="7937542" y="2877978"/>
              <a:ext cx="3931920" cy="475118"/>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15" name="Arrow: Pentagon 114">
              <a:extLst>
                <a:ext uri="{FF2B5EF4-FFF2-40B4-BE49-F238E27FC236}">
                  <a16:creationId xmlns:a16="http://schemas.microsoft.com/office/drawing/2014/main" id="{20D72D84-D5C3-3859-DD3F-5BEBE2B5B5B5}"/>
                </a:ext>
              </a:extLst>
            </p:cNvPr>
            <p:cNvSpPr/>
            <p:nvPr/>
          </p:nvSpPr>
          <p:spPr>
            <a:xfrm>
              <a:off x="7036575" y="2877978"/>
              <a:ext cx="1532098" cy="475118"/>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16" name="TextBox 115">
              <a:extLst>
                <a:ext uri="{FF2B5EF4-FFF2-40B4-BE49-F238E27FC236}">
                  <a16:creationId xmlns:a16="http://schemas.microsoft.com/office/drawing/2014/main" id="{B2E02AEF-ABD3-3474-A270-8E6BF0DA099C}"/>
                </a:ext>
              </a:extLst>
            </p:cNvPr>
            <p:cNvSpPr txBox="1"/>
            <p:nvPr/>
          </p:nvSpPr>
          <p:spPr>
            <a:xfrm>
              <a:off x="7293096" y="3019814"/>
              <a:ext cx="1140447" cy="178894"/>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Description</a:t>
              </a:r>
              <a:endParaRPr lang="en-GB" sz="1600" kern="1200" dirty="0" err="1">
                <a:solidFill>
                  <a:schemeClr val="bg1"/>
                </a:solidFill>
                <a:latin typeface="+mn-lt"/>
                <a:ea typeface="ＭＳ Ｐゴシック" charset="0"/>
              </a:endParaRPr>
            </a:p>
          </p:txBody>
        </p:sp>
        <p:sp>
          <p:nvSpPr>
            <p:cNvPr id="117" name="TextBox 116">
              <a:extLst>
                <a:ext uri="{FF2B5EF4-FFF2-40B4-BE49-F238E27FC236}">
                  <a16:creationId xmlns:a16="http://schemas.microsoft.com/office/drawing/2014/main" id="{B88A71D9-6618-478A-0A16-308296095C9C}"/>
                </a:ext>
              </a:extLst>
            </p:cNvPr>
            <p:cNvSpPr txBox="1"/>
            <p:nvPr/>
          </p:nvSpPr>
          <p:spPr>
            <a:xfrm>
              <a:off x="8642230" y="2877979"/>
              <a:ext cx="2637800" cy="475117"/>
            </a:xfrm>
            <a:prstGeom prst="rect">
              <a:avLst/>
            </a:prstGeom>
            <a:noFill/>
          </p:spPr>
          <p:txBody>
            <a:bodyPr wrap="square" lIns="0" tIns="0" rIns="0" bIns="0" rtlCol="0">
              <a:noAutofit/>
            </a:bodyPr>
            <a:lstStyle>
              <a:defPPr>
                <a:defRPr lang="en-US"/>
              </a:defPPr>
              <a:lvl1pPr marL="182880" indent="-182880" defTabSz="912276" fontAlgn="base">
                <a:spcAft>
                  <a:spcPts val="1000"/>
                </a:spcAft>
                <a:buClr>
                  <a:schemeClr val="bg1"/>
                </a:buClr>
                <a:buSzPct val="100000"/>
                <a:buFont typeface="Arial" panose="020B0604020202020204" pitchFamily="34" charset="0"/>
                <a:buChar char="•"/>
                <a:defRPr sz="1200">
                  <a:solidFill>
                    <a:schemeClr val="bg1"/>
                  </a:solidFill>
                </a:defRPr>
              </a:lvl1pPr>
            </a:lstStyle>
            <a:p>
              <a:pPr marL="0" indent="0">
                <a:buNone/>
              </a:pPr>
              <a:r>
                <a:rPr lang="en-GB" sz="1000" dirty="0"/>
                <a:t>Passed downstream to sellers &amp; must reflect the specific marketing activity used to target the customer.</a:t>
              </a:r>
            </a:p>
          </p:txBody>
        </p:sp>
        <p:sp>
          <p:nvSpPr>
            <p:cNvPr id="118" name="Oval 117">
              <a:extLst>
                <a:ext uri="{FF2B5EF4-FFF2-40B4-BE49-F238E27FC236}">
                  <a16:creationId xmlns:a16="http://schemas.microsoft.com/office/drawing/2014/main" id="{F2D598BC-1BA1-11CA-9685-15FF62106CC6}"/>
                </a:ext>
              </a:extLst>
            </p:cNvPr>
            <p:cNvSpPr/>
            <p:nvPr/>
          </p:nvSpPr>
          <p:spPr>
            <a:xfrm>
              <a:off x="6689663" y="2850599"/>
              <a:ext cx="529877" cy="52987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2</a:t>
              </a:r>
              <a:endParaRPr lang="en-GB" dirty="0">
                <a:solidFill>
                  <a:schemeClr val="bg1"/>
                </a:solidFill>
              </a:endParaRPr>
            </a:p>
          </p:txBody>
        </p:sp>
      </p:grpSp>
      <p:grpSp>
        <p:nvGrpSpPr>
          <p:cNvPr id="133" name="Group 132">
            <a:extLst>
              <a:ext uri="{FF2B5EF4-FFF2-40B4-BE49-F238E27FC236}">
                <a16:creationId xmlns:a16="http://schemas.microsoft.com/office/drawing/2014/main" id="{311FE0A6-0F31-E110-D21F-429B84F09554}"/>
              </a:ext>
            </a:extLst>
          </p:cNvPr>
          <p:cNvGrpSpPr/>
          <p:nvPr/>
        </p:nvGrpSpPr>
        <p:grpSpPr>
          <a:xfrm>
            <a:off x="6679726" y="4467529"/>
            <a:ext cx="5179799" cy="529877"/>
            <a:chOff x="6704329" y="3670911"/>
            <a:chExt cx="5179799" cy="529877"/>
          </a:xfrm>
        </p:grpSpPr>
        <p:sp>
          <p:nvSpPr>
            <p:cNvPr id="120" name="Rectangle: Rounded Corners 119">
              <a:extLst>
                <a:ext uri="{FF2B5EF4-FFF2-40B4-BE49-F238E27FC236}">
                  <a16:creationId xmlns:a16="http://schemas.microsoft.com/office/drawing/2014/main" id="{17665B62-02B0-2E7E-0CFB-26CA937E2686}"/>
                </a:ext>
              </a:extLst>
            </p:cNvPr>
            <p:cNvSpPr/>
            <p:nvPr/>
          </p:nvSpPr>
          <p:spPr>
            <a:xfrm>
              <a:off x="7952208" y="3698290"/>
              <a:ext cx="3931920" cy="475118"/>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21" name="Arrow: Pentagon 120">
              <a:extLst>
                <a:ext uri="{FF2B5EF4-FFF2-40B4-BE49-F238E27FC236}">
                  <a16:creationId xmlns:a16="http://schemas.microsoft.com/office/drawing/2014/main" id="{D4FC5C7D-DC31-7298-4263-79D9105EFF44}"/>
                </a:ext>
              </a:extLst>
            </p:cNvPr>
            <p:cNvSpPr/>
            <p:nvPr/>
          </p:nvSpPr>
          <p:spPr>
            <a:xfrm>
              <a:off x="7051241" y="3698290"/>
              <a:ext cx="1532098" cy="475118"/>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22" name="TextBox 121">
              <a:extLst>
                <a:ext uri="{FF2B5EF4-FFF2-40B4-BE49-F238E27FC236}">
                  <a16:creationId xmlns:a16="http://schemas.microsoft.com/office/drawing/2014/main" id="{B42D6ED5-0AAE-7A6C-BB00-4A808FFB2D5D}"/>
                </a:ext>
              </a:extLst>
            </p:cNvPr>
            <p:cNvSpPr txBox="1"/>
            <p:nvPr/>
          </p:nvSpPr>
          <p:spPr>
            <a:xfrm>
              <a:off x="7324371" y="3858854"/>
              <a:ext cx="1140447" cy="178894"/>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Campaign</a:t>
              </a:r>
              <a:endParaRPr lang="en-GB" sz="1600" kern="1200" dirty="0" err="1">
                <a:solidFill>
                  <a:schemeClr val="bg1"/>
                </a:solidFill>
                <a:latin typeface="+mn-lt"/>
                <a:ea typeface="ＭＳ Ｐゴシック" charset="0"/>
              </a:endParaRPr>
            </a:p>
          </p:txBody>
        </p:sp>
        <p:sp>
          <p:nvSpPr>
            <p:cNvPr id="123" name="TextBox 122">
              <a:extLst>
                <a:ext uri="{FF2B5EF4-FFF2-40B4-BE49-F238E27FC236}">
                  <a16:creationId xmlns:a16="http://schemas.microsoft.com/office/drawing/2014/main" id="{1A9B86C3-CBF6-5E3D-77E7-E05BD045F668}"/>
                </a:ext>
              </a:extLst>
            </p:cNvPr>
            <p:cNvSpPr txBox="1"/>
            <p:nvPr/>
          </p:nvSpPr>
          <p:spPr>
            <a:xfrm>
              <a:off x="8656896" y="3698291"/>
              <a:ext cx="3211254" cy="475117"/>
            </a:xfrm>
            <a:prstGeom prst="rect">
              <a:avLst/>
            </a:prstGeom>
            <a:noFill/>
          </p:spPr>
          <p:txBody>
            <a:bodyPr wrap="square" lIns="0" tIns="0" rIns="0" bIns="0" rtlCol="0">
              <a:noAutofit/>
            </a:bodyPr>
            <a:lstStyle>
              <a:defPPr>
                <a:defRPr lang="en-US"/>
              </a:defPPr>
              <a:lvl1pPr marL="182880" indent="-182880" defTabSz="912276" fontAlgn="base">
                <a:spcAft>
                  <a:spcPts val="1000"/>
                </a:spcAft>
                <a:buClr>
                  <a:schemeClr val="bg1"/>
                </a:buClr>
                <a:buSzPct val="100000"/>
                <a:buFont typeface="Arial" panose="020B0604020202020204" pitchFamily="34" charset="0"/>
                <a:buChar char="•"/>
                <a:defRPr sz="1200">
                  <a:solidFill>
                    <a:schemeClr val="bg1"/>
                  </a:solidFill>
                </a:defRPr>
              </a:lvl1pPr>
            </a:lstStyle>
            <a:p>
              <a:pPr marL="0" indent="0">
                <a:buNone/>
              </a:pPr>
              <a:r>
                <a:rPr lang="en-GB" sz="1000" dirty="0"/>
                <a:t>A coordinated, structured set of marketing activities targeted at a specific audience segment to achieve a defined, short-term objective..</a:t>
              </a:r>
            </a:p>
          </p:txBody>
        </p:sp>
        <p:sp>
          <p:nvSpPr>
            <p:cNvPr id="124" name="Oval 123">
              <a:extLst>
                <a:ext uri="{FF2B5EF4-FFF2-40B4-BE49-F238E27FC236}">
                  <a16:creationId xmlns:a16="http://schemas.microsoft.com/office/drawing/2014/main" id="{DF412CCB-4528-1A46-9BB0-EA08351C098B}"/>
                </a:ext>
              </a:extLst>
            </p:cNvPr>
            <p:cNvSpPr/>
            <p:nvPr/>
          </p:nvSpPr>
          <p:spPr>
            <a:xfrm>
              <a:off x="6704329" y="3670911"/>
              <a:ext cx="529877" cy="52987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6</a:t>
              </a:r>
              <a:endParaRPr lang="en-GB" dirty="0">
                <a:solidFill>
                  <a:schemeClr val="bg1"/>
                </a:solidFill>
              </a:endParaRPr>
            </a:p>
          </p:txBody>
        </p:sp>
      </p:grpSp>
      <p:grpSp>
        <p:nvGrpSpPr>
          <p:cNvPr id="134" name="Group 133">
            <a:extLst>
              <a:ext uri="{FF2B5EF4-FFF2-40B4-BE49-F238E27FC236}">
                <a16:creationId xmlns:a16="http://schemas.microsoft.com/office/drawing/2014/main" id="{28E52BF6-D3CF-8879-95E9-86841C8AA734}"/>
              </a:ext>
            </a:extLst>
          </p:cNvPr>
          <p:cNvGrpSpPr/>
          <p:nvPr/>
        </p:nvGrpSpPr>
        <p:grpSpPr>
          <a:xfrm>
            <a:off x="6679726" y="5252915"/>
            <a:ext cx="5179799" cy="529877"/>
            <a:chOff x="6775864" y="4491223"/>
            <a:chExt cx="5179799" cy="529877"/>
          </a:xfrm>
        </p:grpSpPr>
        <p:sp>
          <p:nvSpPr>
            <p:cNvPr id="126" name="Rectangle: Rounded Corners 125">
              <a:extLst>
                <a:ext uri="{FF2B5EF4-FFF2-40B4-BE49-F238E27FC236}">
                  <a16:creationId xmlns:a16="http://schemas.microsoft.com/office/drawing/2014/main" id="{F93234C6-CA52-531A-B251-0A89E5C90E15}"/>
                </a:ext>
              </a:extLst>
            </p:cNvPr>
            <p:cNvSpPr/>
            <p:nvPr/>
          </p:nvSpPr>
          <p:spPr>
            <a:xfrm>
              <a:off x="8023743" y="4518602"/>
              <a:ext cx="3931920" cy="475118"/>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27" name="Arrow: Pentagon 126">
              <a:extLst>
                <a:ext uri="{FF2B5EF4-FFF2-40B4-BE49-F238E27FC236}">
                  <a16:creationId xmlns:a16="http://schemas.microsoft.com/office/drawing/2014/main" id="{11297E98-769D-B65C-923C-F01C0D53A904}"/>
                </a:ext>
              </a:extLst>
            </p:cNvPr>
            <p:cNvSpPr/>
            <p:nvPr/>
          </p:nvSpPr>
          <p:spPr>
            <a:xfrm>
              <a:off x="7122776" y="4518602"/>
              <a:ext cx="1532098" cy="475118"/>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28" name="TextBox 127">
              <a:extLst>
                <a:ext uri="{FF2B5EF4-FFF2-40B4-BE49-F238E27FC236}">
                  <a16:creationId xmlns:a16="http://schemas.microsoft.com/office/drawing/2014/main" id="{12BED1CB-27FE-8A37-BC6F-24AAD593265D}"/>
                </a:ext>
              </a:extLst>
            </p:cNvPr>
            <p:cNvSpPr txBox="1"/>
            <p:nvPr/>
          </p:nvSpPr>
          <p:spPr>
            <a:xfrm>
              <a:off x="7395906" y="4666714"/>
              <a:ext cx="1140447" cy="178894"/>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Program</a:t>
              </a:r>
              <a:endParaRPr lang="en-GB" sz="1600" kern="1200" dirty="0" err="1">
                <a:solidFill>
                  <a:schemeClr val="bg1"/>
                </a:solidFill>
                <a:latin typeface="+mn-lt"/>
                <a:ea typeface="ＭＳ Ｐゴシック" charset="0"/>
              </a:endParaRPr>
            </a:p>
          </p:txBody>
        </p:sp>
        <p:sp>
          <p:nvSpPr>
            <p:cNvPr id="129" name="TextBox 128">
              <a:extLst>
                <a:ext uri="{FF2B5EF4-FFF2-40B4-BE49-F238E27FC236}">
                  <a16:creationId xmlns:a16="http://schemas.microsoft.com/office/drawing/2014/main" id="{FB586898-EC66-453E-574F-D3D1CAE61E43}"/>
                </a:ext>
              </a:extLst>
            </p:cNvPr>
            <p:cNvSpPr txBox="1"/>
            <p:nvPr/>
          </p:nvSpPr>
          <p:spPr>
            <a:xfrm>
              <a:off x="8728430" y="4518603"/>
              <a:ext cx="3155697" cy="475117"/>
            </a:xfrm>
            <a:prstGeom prst="rect">
              <a:avLst/>
            </a:prstGeom>
            <a:noFill/>
          </p:spPr>
          <p:txBody>
            <a:bodyPr wrap="square" lIns="0" tIns="0" rIns="0" bIns="0" rtlCol="0">
              <a:noAutofit/>
            </a:bodyPr>
            <a:lstStyle>
              <a:defPPr>
                <a:defRPr lang="en-US"/>
              </a:defPPr>
              <a:lvl1pPr marL="182880" indent="-182880" defTabSz="912276" fontAlgn="base">
                <a:spcAft>
                  <a:spcPts val="1000"/>
                </a:spcAft>
                <a:buClr>
                  <a:schemeClr val="bg1"/>
                </a:buClr>
                <a:buSzPct val="100000"/>
                <a:buFont typeface="Arial" panose="020B0604020202020204" pitchFamily="34" charset="0"/>
                <a:buChar char="•"/>
                <a:defRPr sz="1200">
                  <a:solidFill>
                    <a:schemeClr val="bg1"/>
                  </a:solidFill>
                </a:defRPr>
              </a:lvl1pPr>
            </a:lstStyle>
            <a:p>
              <a:pPr marL="0" indent="0">
                <a:buNone/>
              </a:pPr>
              <a:r>
                <a:rPr lang="en-GB" sz="1000" dirty="0"/>
                <a:t>A broader, ongoing strategic framework that encompasses and coordinates multiple related campaigns and initiatives over a longer period.</a:t>
              </a:r>
            </a:p>
          </p:txBody>
        </p:sp>
        <p:sp>
          <p:nvSpPr>
            <p:cNvPr id="130" name="Oval 129">
              <a:extLst>
                <a:ext uri="{FF2B5EF4-FFF2-40B4-BE49-F238E27FC236}">
                  <a16:creationId xmlns:a16="http://schemas.microsoft.com/office/drawing/2014/main" id="{F96B52DC-E944-AC27-FD30-3FF1F8F444F0}"/>
                </a:ext>
              </a:extLst>
            </p:cNvPr>
            <p:cNvSpPr/>
            <p:nvPr/>
          </p:nvSpPr>
          <p:spPr>
            <a:xfrm>
              <a:off x="6775864" y="4491223"/>
              <a:ext cx="529877" cy="52987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7</a:t>
              </a:r>
              <a:endParaRPr lang="en-GB" dirty="0">
                <a:solidFill>
                  <a:schemeClr val="bg1"/>
                </a:solidFill>
              </a:endParaRPr>
            </a:p>
          </p:txBody>
        </p:sp>
      </p:grpSp>
      <p:grpSp>
        <p:nvGrpSpPr>
          <p:cNvPr id="135" name="Group 134">
            <a:extLst>
              <a:ext uri="{FF2B5EF4-FFF2-40B4-BE49-F238E27FC236}">
                <a16:creationId xmlns:a16="http://schemas.microsoft.com/office/drawing/2014/main" id="{9BF3B291-3600-118E-FE5C-2353BF17C526}"/>
              </a:ext>
            </a:extLst>
          </p:cNvPr>
          <p:cNvGrpSpPr/>
          <p:nvPr/>
        </p:nvGrpSpPr>
        <p:grpSpPr>
          <a:xfrm>
            <a:off x="6679726" y="6038299"/>
            <a:ext cx="5179799" cy="529877"/>
            <a:chOff x="6775864" y="4491223"/>
            <a:chExt cx="5179799" cy="529877"/>
          </a:xfrm>
        </p:grpSpPr>
        <p:sp>
          <p:nvSpPr>
            <p:cNvPr id="136" name="Rectangle: Rounded Corners 135">
              <a:extLst>
                <a:ext uri="{FF2B5EF4-FFF2-40B4-BE49-F238E27FC236}">
                  <a16:creationId xmlns:a16="http://schemas.microsoft.com/office/drawing/2014/main" id="{B41D92BA-8FDC-30FC-A7EA-4E7C18D8AD38}"/>
                </a:ext>
              </a:extLst>
            </p:cNvPr>
            <p:cNvSpPr/>
            <p:nvPr/>
          </p:nvSpPr>
          <p:spPr>
            <a:xfrm>
              <a:off x="8023743" y="4518602"/>
              <a:ext cx="3931920" cy="475118"/>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37" name="Arrow: Pentagon 136">
              <a:extLst>
                <a:ext uri="{FF2B5EF4-FFF2-40B4-BE49-F238E27FC236}">
                  <a16:creationId xmlns:a16="http://schemas.microsoft.com/office/drawing/2014/main" id="{292DC541-7C92-5A43-53F1-D04B1CC88419}"/>
                </a:ext>
              </a:extLst>
            </p:cNvPr>
            <p:cNvSpPr/>
            <p:nvPr/>
          </p:nvSpPr>
          <p:spPr>
            <a:xfrm>
              <a:off x="7122776" y="4518602"/>
              <a:ext cx="1532098" cy="475118"/>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138" name="TextBox 137">
              <a:extLst>
                <a:ext uri="{FF2B5EF4-FFF2-40B4-BE49-F238E27FC236}">
                  <a16:creationId xmlns:a16="http://schemas.microsoft.com/office/drawing/2014/main" id="{9513A231-27A9-B8C2-192F-7BEA08148794}"/>
                </a:ext>
              </a:extLst>
            </p:cNvPr>
            <p:cNvSpPr txBox="1"/>
            <p:nvPr/>
          </p:nvSpPr>
          <p:spPr>
            <a:xfrm>
              <a:off x="7481625" y="4666714"/>
              <a:ext cx="1140447" cy="178894"/>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Funnel</a:t>
              </a:r>
              <a:endParaRPr lang="en-GB" sz="1600" kern="1200" dirty="0" err="1">
                <a:solidFill>
                  <a:schemeClr val="bg1"/>
                </a:solidFill>
                <a:latin typeface="+mn-lt"/>
                <a:ea typeface="ＭＳ Ｐゴシック" charset="0"/>
              </a:endParaRPr>
            </a:p>
          </p:txBody>
        </p:sp>
        <p:sp>
          <p:nvSpPr>
            <p:cNvPr id="139" name="TextBox 138">
              <a:extLst>
                <a:ext uri="{FF2B5EF4-FFF2-40B4-BE49-F238E27FC236}">
                  <a16:creationId xmlns:a16="http://schemas.microsoft.com/office/drawing/2014/main" id="{3830D71F-B3DD-C6B8-519D-2E8DE61FE512}"/>
                </a:ext>
              </a:extLst>
            </p:cNvPr>
            <p:cNvSpPr txBox="1"/>
            <p:nvPr/>
          </p:nvSpPr>
          <p:spPr>
            <a:xfrm>
              <a:off x="8728430" y="4518603"/>
              <a:ext cx="3155697" cy="475117"/>
            </a:xfrm>
            <a:prstGeom prst="rect">
              <a:avLst/>
            </a:prstGeom>
            <a:noFill/>
          </p:spPr>
          <p:txBody>
            <a:bodyPr wrap="square" lIns="0" tIns="0" rIns="0" bIns="0" rtlCol="0">
              <a:noAutofit/>
            </a:bodyPr>
            <a:lstStyle>
              <a:defPPr>
                <a:defRPr lang="en-US"/>
              </a:defPPr>
              <a:lvl1pPr marL="182880" indent="-182880" defTabSz="912276" fontAlgn="base">
                <a:spcAft>
                  <a:spcPts val="1000"/>
                </a:spcAft>
                <a:buClr>
                  <a:schemeClr val="bg1"/>
                </a:buClr>
                <a:buSzPct val="100000"/>
                <a:buFont typeface="Arial" panose="020B0604020202020204" pitchFamily="34" charset="0"/>
                <a:buChar char="•"/>
                <a:defRPr sz="1200">
                  <a:solidFill>
                    <a:schemeClr val="bg1"/>
                  </a:solidFill>
                </a:defRPr>
              </a:lvl1pPr>
            </a:lstStyle>
            <a:p>
              <a:pPr marL="0" indent="0">
                <a:buNone/>
              </a:pPr>
              <a:r>
                <a:rPr lang="en-GB" sz="1000" dirty="0"/>
                <a:t>A step in the customer journey that categorizes prospects based on their level of awareness, intent, and readiness to purchase.</a:t>
              </a:r>
            </a:p>
          </p:txBody>
        </p:sp>
        <p:sp>
          <p:nvSpPr>
            <p:cNvPr id="140" name="Oval 139">
              <a:extLst>
                <a:ext uri="{FF2B5EF4-FFF2-40B4-BE49-F238E27FC236}">
                  <a16:creationId xmlns:a16="http://schemas.microsoft.com/office/drawing/2014/main" id="{2BBA1A4A-45D3-5081-1138-0D4596742C89}"/>
                </a:ext>
              </a:extLst>
            </p:cNvPr>
            <p:cNvSpPr/>
            <p:nvPr/>
          </p:nvSpPr>
          <p:spPr>
            <a:xfrm>
              <a:off x="6775864" y="4491223"/>
              <a:ext cx="529877" cy="52987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8</a:t>
              </a:r>
              <a:endParaRPr lang="en-GB" dirty="0">
                <a:solidFill>
                  <a:schemeClr val="bg1"/>
                </a:solidFill>
              </a:endParaRPr>
            </a:p>
          </p:txBody>
        </p:sp>
      </p:grpSp>
      <p:sp>
        <p:nvSpPr>
          <p:cNvPr id="141" name="Oval 140">
            <a:extLst>
              <a:ext uri="{FF2B5EF4-FFF2-40B4-BE49-F238E27FC236}">
                <a16:creationId xmlns:a16="http://schemas.microsoft.com/office/drawing/2014/main" id="{1F24B262-E075-6B43-7EB7-CABE411A09A2}"/>
              </a:ext>
            </a:extLst>
          </p:cNvPr>
          <p:cNvSpPr/>
          <p:nvPr/>
        </p:nvSpPr>
        <p:spPr>
          <a:xfrm>
            <a:off x="114664" y="1681827"/>
            <a:ext cx="274320" cy="274320"/>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sz="1100" dirty="0">
                <a:solidFill>
                  <a:schemeClr val="bg1"/>
                </a:solidFill>
              </a:rPr>
              <a:t>1</a:t>
            </a:r>
            <a:endParaRPr lang="en-GB" sz="1100" dirty="0">
              <a:solidFill>
                <a:schemeClr val="bg1"/>
              </a:solidFill>
            </a:endParaRPr>
          </a:p>
        </p:txBody>
      </p:sp>
      <p:sp>
        <p:nvSpPr>
          <p:cNvPr id="142" name="Oval 141">
            <a:extLst>
              <a:ext uri="{FF2B5EF4-FFF2-40B4-BE49-F238E27FC236}">
                <a16:creationId xmlns:a16="http://schemas.microsoft.com/office/drawing/2014/main" id="{DFBC2AA2-C70C-0C24-90C2-D311F1F0B508}"/>
              </a:ext>
            </a:extLst>
          </p:cNvPr>
          <p:cNvSpPr/>
          <p:nvPr/>
        </p:nvSpPr>
        <p:spPr>
          <a:xfrm>
            <a:off x="109510" y="2625852"/>
            <a:ext cx="274320" cy="274320"/>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sz="1100" dirty="0">
                <a:solidFill>
                  <a:schemeClr val="bg1"/>
                </a:solidFill>
              </a:rPr>
              <a:t>2</a:t>
            </a:r>
            <a:endParaRPr lang="en-GB" sz="1100" dirty="0">
              <a:solidFill>
                <a:schemeClr val="bg1"/>
              </a:solidFill>
            </a:endParaRPr>
          </a:p>
        </p:txBody>
      </p:sp>
      <p:sp>
        <p:nvSpPr>
          <p:cNvPr id="143" name="Oval 142">
            <a:extLst>
              <a:ext uri="{FF2B5EF4-FFF2-40B4-BE49-F238E27FC236}">
                <a16:creationId xmlns:a16="http://schemas.microsoft.com/office/drawing/2014/main" id="{16D0CC27-6309-6E9F-4153-F107D4E2F9CF}"/>
              </a:ext>
            </a:extLst>
          </p:cNvPr>
          <p:cNvSpPr/>
          <p:nvPr/>
        </p:nvSpPr>
        <p:spPr>
          <a:xfrm>
            <a:off x="1382040" y="3371524"/>
            <a:ext cx="274320" cy="274320"/>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sz="1100" dirty="0">
                <a:solidFill>
                  <a:schemeClr val="bg1"/>
                </a:solidFill>
              </a:rPr>
              <a:t>3</a:t>
            </a:r>
            <a:endParaRPr lang="en-GB" sz="1100" dirty="0">
              <a:solidFill>
                <a:schemeClr val="bg1"/>
              </a:solidFill>
            </a:endParaRPr>
          </a:p>
        </p:txBody>
      </p:sp>
      <p:sp>
        <p:nvSpPr>
          <p:cNvPr id="144" name="Oval 143">
            <a:extLst>
              <a:ext uri="{FF2B5EF4-FFF2-40B4-BE49-F238E27FC236}">
                <a16:creationId xmlns:a16="http://schemas.microsoft.com/office/drawing/2014/main" id="{D8559BA3-A99D-7893-DB40-5873B5E6830D}"/>
              </a:ext>
            </a:extLst>
          </p:cNvPr>
          <p:cNvSpPr/>
          <p:nvPr/>
        </p:nvSpPr>
        <p:spPr>
          <a:xfrm>
            <a:off x="3281960" y="3371524"/>
            <a:ext cx="274320" cy="274320"/>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sz="1100" dirty="0">
                <a:solidFill>
                  <a:schemeClr val="bg1"/>
                </a:solidFill>
              </a:rPr>
              <a:t>4</a:t>
            </a:r>
            <a:endParaRPr lang="en-GB" sz="1100" dirty="0">
              <a:solidFill>
                <a:schemeClr val="bg1"/>
              </a:solidFill>
            </a:endParaRPr>
          </a:p>
        </p:txBody>
      </p:sp>
      <p:sp>
        <p:nvSpPr>
          <p:cNvPr id="145" name="Oval 144">
            <a:extLst>
              <a:ext uri="{FF2B5EF4-FFF2-40B4-BE49-F238E27FC236}">
                <a16:creationId xmlns:a16="http://schemas.microsoft.com/office/drawing/2014/main" id="{115701EB-A72F-0296-C16D-55BFF9722C22}"/>
              </a:ext>
            </a:extLst>
          </p:cNvPr>
          <p:cNvSpPr/>
          <p:nvPr/>
        </p:nvSpPr>
        <p:spPr>
          <a:xfrm>
            <a:off x="5092124" y="3371524"/>
            <a:ext cx="274320" cy="274320"/>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sz="1100" dirty="0">
                <a:solidFill>
                  <a:schemeClr val="bg1"/>
                </a:solidFill>
              </a:rPr>
              <a:t>5</a:t>
            </a:r>
            <a:endParaRPr lang="en-GB" sz="1100" dirty="0">
              <a:solidFill>
                <a:schemeClr val="bg1"/>
              </a:solidFill>
            </a:endParaRPr>
          </a:p>
        </p:txBody>
      </p:sp>
      <p:pic>
        <p:nvPicPr>
          <p:cNvPr id="19" name="Picture 18">
            <a:extLst>
              <a:ext uri="{FF2B5EF4-FFF2-40B4-BE49-F238E27FC236}">
                <a16:creationId xmlns:a16="http://schemas.microsoft.com/office/drawing/2014/main" id="{CE81145C-5C09-072C-3141-A93DA26EC2F9}"/>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195643" y="1660358"/>
            <a:ext cx="325518" cy="372021"/>
          </a:xfrm>
          <a:prstGeom prst="rect">
            <a:avLst/>
          </a:prstGeom>
        </p:spPr>
      </p:pic>
      <p:grpSp>
        <p:nvGrpSpPr>
          <p:cNvPr id="20" name="Group 19">
            <a:extLst>
              <a:ext uri="{FF2B5EF4-FFF2-40B4-BE49-F238E27FC236}">
                <a16:creationId xmlns:a16="http://schemas.microsoft.com/office/drawing/2014/main" id="{CE91C890-1C5A-BE5B-11A9-88547F3CED42}"/>
              </a:ext>
            </a:extLst>
          </p:cNvPr>
          <p:cNvGrpSpPr/>
          <p:nvPr/>
        </p:nvGrpSpPr>
        <p:grpSpPr>
          <a:xfrm>
            <a:off x="859457" y="3756341"/>
            <a:ext cx="1411101" cy="840689"/>
            <a:chOff x="2521324" y="4054687"/>
            <a:chExt cx="2267712" cy="1351031"/>
          </a:xfrm>
        </p:grpSpPr>
        <p:grpSp>
          <p:nvGrpSpPr>
            <p:cNvPr id="21" name="Group 20">
              <a:extLst>
                <a:ext uri="{FF2B5EF4-FFF2-40B4-BE49-F238E27FC236}">
                  <a16:creationId xmlns:a16="http://schemas.microsoft.com/office/drawing/2014/main" id="{2AA30C4B-7C7C-7B62-3795-A063B14BBE98}"/>
                </a:ext>
              </a:extLst>
            </p:cNvPr>
            <p:cNvGrpSpPr/>
            <p:nvPr/>
          </p:nvGrpSpPr>
          <p:grpSpPr>
            <a:xfrm>
              <a:off x="2521324" y="4067735"/>
              <a:ext cx="2267712" cy="1337983"/>
              <a:chOff x="2521324" y="4067735"/>
              <a:chExt cx="2267712" cy="1337983"/>
            </a:xfrm>
          </p:grpSpPr>
          <p:sp>
            <p:nvSpPr>
              <p:cNvPr id="23" name="Rectangle: Rounded Corners 22">
                <a:extLst>
                  <a:ext uri="{FF2B5EF4-FFF2-40B4-BE49-F238E27FC236}">
                    <a16:creationId xmlns:a16="http://schemas.microsoft.com/office/drawing/2014/main" id="{C5B4E483-CB22-2C5D-F4A4-CFF8055A0940}"/>
                  </a:ext>
                </a:extLst>
              </p:cNvPr>
              <p:cNvSpPr/>
              <p:nvPr/>
            </p:nvSpPr>
            <p:spPr>
              <a:xfrm>
                <a:off x="2522266" y="4067735"/>
                <a:ext cx="2265829" cy="1337983"/>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cxnSp>
            <p:nvCxnSpPr>
              <p:cNvPr id="24" name="Straight Connector 23">
                <a:extLst>
                  <a:ext uri="{FF2B5EF4-FFF2-40B4-BE49-F238E27FC236}">
                    <a16:creationId xmlns:a16="http://schemas.microsoft.com/office/drawing/2014/main" id="{5FE41BC1-C650-1829-5D16-BEE72277DEFC}"/>
                  </a:ext>
                </a:extLst>
              </p:cNvPr>
              <p:cNvCxnSpPr>
                <a:cxnSpLocks/>
              </p:cNvCxnSpPr>
              <p:nvPr/>
            </p:nvCxnSpPr>
            <p:spPr>
              <a:xfrm>
                <a:off x="2521324" y="4492235"/>
                <a:ext cx="2267712" cy="0"/>
              </a:xfrm>
              <a:prstGeom prst="line">
                <a:avLst/>
              </a:prstGeom>
              <a:noFill/>
              <a:ln w="79375">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sp>
            <p:nvSpPr>
              <p:cNvPr id="25" name="TextBox 24">
                <a:extLst>
                  <a:ext uri="{FF2B5EF4-FFF2-40B4-BE49-F238E27FC236}">
                    <a16:creationId xmlns:a16="http://schemas.microsoft.com/office/drawing/2014/main" id="{0EF0790E-C0B7-29EE-E17C-54B8037C06DA}"/>
                  </a:ext>
                </a:extLst>
              </p:cNvPr>
              <p:cNvSpPr txBox="1"/>
              <p:nvPr/>
            </p:nvSpPr>
            <p:spPr>
              <a:xfrm>
                <a:off x="2959295" y="4067735"/>
                <a:ext cx="1391771" cy="349623"/>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kern="1200" dirty="0">
                    <a:solidFill>
                      <a:schemeClr val="accent2"/>
                    </a:solidFill>
                    <a:latin typeface="+mn-lt"/>
                    <a:ea typeface="ＭＳ Ｐゴシック" charset="0"/>
                  </a:rPr>
                  <a:t>Technology</a:t>
                </a:r>
                <a:endParaRPr lang="en-GB" sz="1000" kern="1200" dirty="0" err="1">
                  <a:solidFill>
                    <a:schemeClr val="accent2"/>
                  </a:solidFill>
                  <a:latin typeface="+mn-lt"/>
                  <a:ea typeface="ＭＳ Ｐゴシック" charset="0"/>
                </a:endParaRPr>
              </a:p>
            </p:txBody>
          </p:sp>
          <p:sp>
            <p:nvSpPr>
              <p:cNvPr id="26" name="TextBox 25">
                <a:extLst>
                  <a:ext uri="{FF2B5EF4-FFF2-40B4-BE49-F238E27FC236}">
                    <a16:creationId xmlns:a16="http://schemas.microsoft.com/office/drawing/2014/main" id="{4004BC60-A82F-8438-9F5A-D55840DA45FD}"/>
                  </a:ext>
                </a:extLst>
              </p:cNvPr>
              <p:cNvSpPr txBox="1"/>
              <p:nvPr/>
            </p:nvSpPr>
            <p:spPr>
              <a:xfrm>
                <a:off x="2767025" y="4628544"/>
                <a:ext cx="1776311" cy="576384"/>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kern="1200" dirty="0">
                    <a:solidFill>
                      <a:schemeClr val="bg1"/>
                    </a:solidFill>
                    <a:latin typeface="+mn-lt"/>
                    <a:ea typeface="ＭＳ Ｐゴシック" charset="0"/>
                  </a:rPr>
                  <a:t>Networking</a:t>
                </a:r>
                <a:endParaRPr lang="en-GB" sz="1000" kern="1200" dirty="0" err="1">
                  <a:solidFill>
                    <a:schemeClr val="bg1"/>
                  </a:solidFill>
                  <a:latin typeface="+mn-lt"/>
                  <a:ea typeface="ＭＳ Ｐゴシック" charset="0"/>
                </a:endParaRPr>
              </a:p>
            </p:txBody>
          </p:sp>
        </p:grpSp>
        <p:pic>
          <p:nvPicPr>
            <p:cNvPr id="22" name="Graphic 21" descr="Qr Code with solid fill">
              <a:extLst>
                <a:ext uri="{FF2B5EF4-FFF2-40B4-BE49-F238E27FC236}">
                  <a16:creationId xmlns:a16="http://schemas.microsoft.com/office/drawing/2014/main" id="{5CCF48F8-20AB-839A-5A40-0C0AC47B238C}"/>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2646830" y="4054687"/>
              <a:ext cx="400109" cy="400109"/>
            </a:xfrm>
            <a:prstGeom prst="rect">
              <a:avLst/>
            </a:prstGeom>
          </p:spPr>
        </p:pic>
      </p:grpSp>
      <p:grpSp>
        <p:nvGrpSpPr>
          <p:cNvPr id="27" name="Group 26">
            <a:extLst>
              <a:ext uri="{FF2B5EF4-FFF2-40B4-BE49-F238E27FC236}">
                <a16:creationId xmlns:a16="http://schemas.microsoft.com/office/drawing/2014/main" id="{EB0916E3-2E74-809E-0685-8F989D514691}"/>
              </a:ext>
            </a:extLst>
          </p:cNvPr>
          <p:cNvGrpSpPr/>
          <p:nvPr/>
        </p:nvGrpSpPr>
        <p:grpSpPr>
          <a:xfrm>
            <a:off x="2702173" y="3788514"/>
            <a:ext cx="1411101" cy="832570"/>
            <a:chOff x="5225124" y="4067734"/>
            <a:chExt cx="2267712" cy="1337983"/>
          </a:xfrm>
        </p:grpSpPr>
        <p:grpSp>
          <p:nvGrpSpPr>
            <p:cNvPr id="28" name="Group 27">
              <a:extLst>
                <a:ext uri="{FF2B5EF4-FFF2-40B4-BE49-F238E27FC236}">
                  <a16:creationId xmlns:a16="http://schemas.microsoft.com/office/drawing/2014/main" id="{F9FCE920-9FE2-00E5-5F01-CAE2A2DD477B}"/>
                </a:ext>
              </a:extLst>
            </p:cNvPr>
            <p:cNvGrpSpPr/>
            <p:nvPr/>
          </p:nvGrpSpPr>
          <p:grpSpPr>
            <a:xfrm>
              <a:off x="5225124" y="4067734"/>
              <a:ext cx="2267712" cy="1337983"/>
              <a:chOff x="2521324" y="4067735"/>
              <a:chExt cx="2267712" cy="1337983"/>
            </a:xfrm>
          </p:grpSpPr>
          <p:sp>
            <p:nvSpPr>
              <p:cNvPr id="30" name="Rectangle: Rounded Corners 29">
                <a:extLst>
                  <a:ext uri="{FF2B5EF4-FFF2-40B4-BE49-F238E27FC236}">
                    <a16:creationId xmlns:a16="http://schemas.microsoft.com/office/drawing/2014/main" id="{6336D77F-4E57-99BA-6127-1CFC7F5EFA1C}"/>
                  </a:ext>
                </a:extLst>
              </p:cNvPr>
              <p:cNvSpPr/>
              <p:nvPr/>
            </p:nvSpPr>
            <p:spPr>
              <a:xfrm>
                <a:off x="2522266" y="4067735"/>
                <a:ext cx="2265829" cy="1337983"/>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cxnSp>
            <p:nvCxnSpPr>
              <p:cNvPr id="31" name="Straight Connector 30">
                <a:extLst>
                  <a:ext uri="{FF2B5EF4-FFF2-40B4-BE49-F238E27FC236}">
                    <a16:creationId xmlns:a16="http://schemas.microsoft.com/office/drawing/2014/main" id="{0E826B71-8752-D322-5430-E92B7A20947E}"/>
                  </a:ext>
                </a:extLst>
              </p:cNvPr>
              <p:cNvCxnSpPr>
                <a:cxnSpLocks/>
              </p:cNvCxnSpPr>
              <p:nvPr/>
            </p:nvCxnSpPr>
            <p:spPr>
              <a:xfrm>
                <a:off x="2521324" y="4492235"/>
                <a:ext cx="2267712" cy="0"/>
              </a:xfrm>
              <a:prstGeom prst="line">
                <a:avLst/>
              </a:prstGeom>
              <a:noFill/>
              <a:ln w="79375">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sp>
            <p:nvSpPr>
              <p:cNvPr id="32" name="TextBox 31">
                <a:extLst>
                  <a:ext uri="{FF2B5EF4-FFF2-40B4-BE49-F238E27FC236}">
                    <a16:creationId xmlns:a16="http://schemas.microsoft.com/office/drawing/2014/main" id="{DDB235D1-C7FE-AA6B-AC0D-83EFBE88FBB4}"/>
                  </a:ext>
                </a:extLst>
              </p:cNvPr>
              <p:cNvSpPr txBox="1"/>
              <p:nvPr/>
            </p:nvSpPr>
            <p:spPr>
              <a:xfrm>
                <a:off x="2959295" y="4067735"/>
                <a:ext cx="1391771" cy="349623"/>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kern="1200" dirty="0">
                    <a:solidFill>
                      <a:schemeClr val="accent3"/>
                    </a:solidFill>
                    <a:latin typeface="+mn-lt"/>
                    <a:ea typeface="ＭＳ Ｐゴシック" charset="0"/>
                  </a:rPr>
                  <a:t>Stakeholder</a:t>
                </a:r>
                <a:endParaRPr lang="en-GB" sz="1000" kern="1200" dirty="0" err="1">
                  <a:solidFill>
                    <a:schemeClr val="accent3"/>
                  </a:solidFill>
                  <a:latin typeface="+mn-lt"/>
                  <a:ea typeface="ＭＳ Ｐゴシック" charset="0"/>
                </a:endParaRPr>
              </a:p>
            </p:txBody>
          </p:sp>
          <p:sp>
            <p:nvSpPr>
              <p:cNvPr id="33" name="TextBox 32">
                <a:extLst>
                  <a:ext uri="{FF2B5EF4-FFF2-40B4-BE49-F238E27FC236}">
                    <a16:creationId xmlns:a16="http://schemas.microsoft.com/office/drawing/2014/main" id="{38BF1A02-206B-BB96-FEBD-25D48B85992C}"/>
                  </a:ext>
                </a:extLst>
              </p:cNvPr>
              <p:cNvSpPr txBox="1"/>
              <p:nvPr/>
            </p:nvSpPr>
            <p:spPr>
              <a:xfrm>
                <a:off x="2767025" y="4628544"/>
                <a:ext cx="1776311" cy="576384"/>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dirty="0">
                    <a:solidFill>
                      <a:schemeClr val="bg1"/>
                    </a:solidFill>
                    <a:ea typeface="ＭＳ Ｐゴシック" charset="0"/>
                  </a:rPr>
                  <a:t>Integrated Marketing</a:t>
                </a:r>
                <a:endParaRPr lang="en-GB" sz="1000" kern="1200" dirty="0" err="1">
                  <a:solidFill>
                    <a:schemeClr val="bg1"/>
                  </a:solidFill>
                  <a:latin typeface="+mn-lt"/>
                  <a:ea typeface="ＭＳ Ｐゴシック" charset="0"/>
                </a:endParaRPr>
              </a:p>
            </p:txBody>
          </p:sp>
        </p:grpSp>
        <p:pic>
          <p:nvPicPr>
            <p:cNvPr id="29" name="Graphic 28" descr="Users with solid fill">
              <a:extLst>
                <a:ext uri="{FF2B5EF4-FFF2-40B4-BE49-F238E27FC236}">
                  <a16:creationId xmlns:a16="http://schemas.microsoft.com/office/drawing/2014/main" id="{20920D18-D386-EE29-DC59-25FC8A262CFE}"/>
                </a:ext>
              </a:extLst>
            </p:cNvPr>
            <p:cNvPicPr>
              <a:picLocks noChangeAspect="1"/>
            </p:cNvPicPr>
            <p:nvPr/>
          </p:nvPicPr>
          <p:blipFill>
            <a:blip>
              <a:extLst>
                <a:ext uri="{96DAC541-7B7A-43D3-8B79-37D633B846F1}">
                  <asvg:svgBlip xmlns:asvg="http://schemas.microsoft.com/office/drawing/2016/SVG/main" r:embed="rId8"/>
                </a:ext>
              </a:extLst>
            </a:blip>
            <a:srcRect/>
            <a:stretch/>
          </p:blipFill>
          <p:spPr>
            <a:xfrm>
              <a:off x="5371354" y="4079928"/>
              <a:ext cx="400109" cy="400109"/>
            </a:xfrm>
            <a:prstGeom prst="rect">
              <a:avLst/>
            </a:prstGeom>
          </p:spPr>
        </p:pic>
      </p:grpSp>
      <p:grpSp>
        <p:nvGrpSpPr>
          <p:cNvPr id="34" name="Group 33">
            <a:extLst>
              <a:ext uri="{FF2B5EF4-FFF2-40B4-BE49-F238E27FC236}">
                <a16:creationId xmlns:a16="http://schemas.microsoft.com/office/drawing/2014/main" id="{58E4EEBE-F21D-AA4C-C10B-9CA40AF04264}"/>
              </a:ext>
            </a:extLst>
          </p:cNvPr>
          <p:cNvGrpSpPr/>
          <p:nvPr/>
        </p:nvGrpSpPr>
        <p:grpSpPr>
          <a:xfrm>
            <a:off x="4544889" y="3790636"/>
            <a:ext cx="1411101" cy="832570"/>
            <a:chOff x="7928924" y="4067733"/>
            <a:chExt cx="2267712" cy="1337983"/>
          </a:xfrm>
        </p:grpSpPr>
        <p:grpSp>
          <p:nvGrpSpPr>
            <p:cNvPr id="35" name="Group 34">
              <a:extLst>
                <a:ext uri="{FF2B5EF4-FFF2-40B4-BE49-F238E27FC236}">
                  <a16:creationId xmlns:a16="http://schemas.microsoft.com/office/drawing/2014/main" id="{8E308C43-215A-8436-99CC-4889DD44A746}"/>
                </a:ext>
              </a:extLst>
            </p:cNvPr>
            <p:cNvGrpSpPr/>
            <p:nvPr/>
          </p:nvGrpSpPr>
          <p:grpSpPr>
            <a:xfrm>
              <a:off x="7928924" y="4067733"/>
              <a:ext cx="2267712" cy="1337983"/>
              <a:chOff x="2521324" y="4067735"/>
              <a:chExt cx="2267712" cy="1337983"/>
            </a:xfrm>
          </p:grpSpPr>
          <p:sp>
            <p:nvSpPr>
              <p:cNvPr id="37" name="Rectangle: Rounded Corners 36">
                <a:extLst>
                  <a:ext uri="{FF2B5EF4-FFF2-40B4-BE49-F238E27FC236}">
                    <a16:creationId xmlns:a16="http://schemas.microsoft.com/office/drawing/2014/main" id="{CEB92496-2F37-0212-1470-602D8C5959F1}"/>
                  </a:ext>
                </a:extLst>
              </p:cNvPr>
              <p:cNvSpPr/>
              <p:nvPr/>
            </p:nvSpPr>
            <p:spPr>
              <a:xfrm>
                <a:off x="2522266" y="4067735"/>
                <a:ext cx="2265829" cy="1337983"/>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cxnSp>
            <p:nvCxnSpPr>
              <p:cNvPr id="38" name="Straight Connector 37">
                <a:extLst>
                  <a:ext uri="{FF2B5EF4-FFF2-40B4-BE49-F238E27FC236}">
                    <a16:creationId xmlns:a16="http://schemas.microsoft.com/office/drawing/2014/main" id="{767AFF77-E3AA-251C-F87F-0FC5A896BBA7}"/>
                  </a:ext>
                </a:extLst>
              </p:cNvPr>
              <p:cNvCxnSpPr>
                <a:cxnSpLocks/>
              </p:cNvCxnSpPr>
              <p:nvPr/>
            </p:nvCxnSpPr>
            <p:spPr>
              <a:xfrm>
                <a:off x="2521324" y="4492235"/>
                <a:ext cx="2267712" cy="0"/>
              </a:xfrm>
              <a:prstGeom prst="line">
                <a:avLst/>
              </a:prstGeom>
              <a:noFill/>
              <a:ln w="79375">
                <a:gradFill flip="none" rotWithShape="1">
                  <a:gsLst>
                    <a:gs pos="37000">
                      <a:srgbClr val="02C8FF"/>
                    </a:gs>
                    <a:gs pos="5000">
                      <a:srgbClr val="0A60FF"/>
                    </a:gs>
                    <a:gs pos="44000">
                      <a:srgbClr val="02C8FF"/>
                    </a:gs>
                    <a:gs pos="75000">
                      <a:srgbClr val="FF007F"/>
                    </a:gs>
                    <a:gs pos="95000">
                      <a:srgbClr val="FF9000"/>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cxnSp>
          <p:sp>
            <p:nvSpPr>
              <p:cNvPr id="40" name="TextBox 39">
                <a:extLst>
                  <a:ext uri="{FF2B5EF4-FFF2-40B4-BE49-F238E27FC236}">
                    <a16:creationId xmlns:a16="http://schemas.microsoft.com/office/drawing/2014/main" id="{A439EA3E-E5DE-7C9A-AD6E-28875B1D7A31}"/>
                  </a:ext>
                </a:extLst>
              </p:cNvPr>
              <p:cNvSpPr txBox="1"/>
              <p:nvPr/>
            </p:nvSpPr>
            <p:spPr>
              <a:xfrm>
                <a:off x="2959295" y="4067735"/>
                <a:ext cx="1391771" cy="349623"/>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kern="1200" dirty="0">
                    <a:solidFill>
                      <a:schemeClr val="accent4"/>
                    </a:solidFill>
                    <a:latin typeface="+mn-lt"/>
                    <a:ea typeface="ＭＳ Ｐゴシック" charset="0"/>
                  </a:rPr>
                  <a:t>Language</a:t>
                </a:r>
                <a:endParaRPr lang="en-GB" sz="1000" kern="1200" dirty="0" err="1">
                  <a:solidFill>
                    <a:schemeClr val="accent4"/>
                  </a:solidFill>
                  <a:latin typeface="+mn-lt"/>
                  <a:ea typeface="ＭＳ Ｐゴシック" charset="0"/>
                </a:endParaRPr>
              </a:p>
            </p:txBody>
          </p:sp>
          <p:sp>
            <p:nvSpPr>
              <p:cNvPr id="42" name="TextBox 41">
                <a:extLst>
                  <a:ext uri="{FF2B5EF4-FFF2-40B4-BE49-F238E27FC236}">
                    <a16:creationId xmlns:a16="http://schemas.microsoft.com/office/drawing/2014/main" id="{B4CD092B-9988-4ECF-5D10-C264A644CECC}"/>
                  </a:ext>
                </a:extLst>
              </p:cNvPr>
              <p:cNvSpPr txBox="1"/>
              <p:nvPr/>
            </p:nvSpPr>
            <p:spPr>
              <a:xfrm>
                <a:off x="2767025" y="4628544"/>
                <a:ext cx="1776311" cy="576384"/>
              </a:xfrm>
              <a:prstGeom prst="rect">
                <a:avLst/>
              </a:prstGeom>
              <a:noFill/>
            </p:spPr>
            <p:txBody>
              <a:bodyPr wrap="square" lIns="0" tIns="0" rIns="0" bIns="0" rtlCol="0" anchor="ctr">
                <a:noAutofit/>
              </a:bodyPr>
              <a:lstStyle/>
              <a:p>
                <a:pPr algn="ctr" defTabSz="912276" rtl="0" eaLnBrk="1" fontAlgn="base" hangingPunct="1">
                  <a:lnSpc>
                    <a:spcPct val="100000"/>
                  </a:lnSpc>
                  <a:spcBef>
                    <a:spcPts val="0"/>
                  </a:spcBef>
                  <a:spcAft>
                    <a:spcPts val="1000"/>
                  </a:spcAft>
                  <a:buClr>
                    <a:schemeClr val="bg1"/>
                  </a:buClr>
                  <a:buSzPct val="100000"/>
                </a:pPr>
                <a:r>
                  <a:rPr lang="en-US" sz="1000" kern="1200" dirty="0">
                    <a:solidFill>
                      <a:schemeClr val="bg1"/>
                    </a:solidFill>
                    <a:latin typeface="+mn-lt"/>
                    <a:ea typeface="ＭＳ Ｐゴシック" charset="0"/>
                  </a:rPr>
                  <a:t>UK_EN</a:t>
                </a:r>
                <a:endParaRPr lang="en-GB" sz="1000" kern="1200" dirty="0" err="1">
                  <a:solidFill>
                    <a:schemeClr val="bg1"/>
                  </a:solidFill>
                  <a:latin typeface="+mn-lt"/>
                  <a:ea typeface="ＭＳ Ｐゴシック" charset="0"/>
                </a:endParaRPr>
              </a:p>
            </p:txBody>
          </p:sp>
        </p:grpSp>
        <p:pic>
          <p:nvPicPr>
            <p:cNvPr id="36" name="Graphic 35" descr="Remote learning language with solid fill">
              <a:extLst>
                <a:ext uri="{FF2B5EF4-FFF2-40B4-BE49-F238E27FC236}">
                  <a16:creationId xmlns:a16="http://schemas.microsoft.com/office/drawing/2014/main" id="{73671F85-F60E-D106-588E-1BDA0957F384}"/>
                </a:ext>
              </a:extLst>
            </p:cNvPr>
            <p:cNvPicPr>
              <a:picLocks noChangeAspect="1"/>
            </p:cNvPicPr>
            <p:nvPr/>
          </p:nvPicPr>
          <p:blipFill>
            <a:blip>
              <a:extLst>
                <a:ext uri="{96DAC541-7B7A-43D3-8B79-37D633B846F1}">
                  <asvg:svgBlip xmlns:asvg="http://schemas.microsoft.com/office/drawing/2016/SVG/main" r:embed="rId9"/>
                </a:ext>
              </a:extLst>
            </a:blip>
            <a:srcRect/>
            <a:stretch/>
          </p:blipFill>
          <p:spPr>
            <a:xfrm>
              <a:off x="8000955" y="4079927"/>
              <a:ext cx="400109" cy="400109"/>
            </a:xfrm>
            <a:prstGeom prst="rect">
              <a:avLst/>
            </a:prstGeom>
          </p:spPr>
        </p:pic>
      </p:grpSp>
      <p:sp>
        <p:nvSpPr>
          <p:cNvPr id="49" name="Oval 48">
            <a:extLst>
              <a:ext uri="{FF2B5EF4-FFF2-40B4-BE49-F238E27FC236}">
                <a16:creationId xmlns:a16="http://schemas.microsoft.com/office/drawing/2014/main" id="{702D71C4-8BCE-10B8-DB12-E92E14AEDB28}"/>
              </a:ext>
            </a:extLst>
          </p:cNvPr>
          <p:cNvSpPr/>
          <p:nvPr/>
        </p:nvSpPr>
        <p:spPr>
          <a:xfrm>
            <a:off x="1387303" y="5912315"/>
            <a:ext cx="274320" cy="274320"/>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sz="1100" dirty="0">
                <a:solidFill>
                  <a:schemeClr val="bg1"/>
                </a:solidFill>
              </a:rPr>
              <a:t>6</a:t>
            </a:r>
            <a:endParaRPr lang="en-GB" sz="1100" dirty="0">
              <a:solidFill>
                <a:schemeClr val="bg1"/>
              </a:solidFill>
            </a:endParaRPr>
          </a:p>
        </p:txBody>
      </p:sp>
      <p:sp>
        <p:nvSpPr>
          <p:cNvPr id="50" name="Oval 49">
            <a:extLst>
              <a:ext uri="{FF2B5EF4-FFF2-40B4-BE49-F238E27FC236}">
                <a16:creationId xmlns:a16="http://schemas.microsoft.com/office/drawing/2014/main" id="{08335519-2C0B-A120-2240-4D43BBF3DC01}"/>
              </a:ext>
            </a:extLst>
          </p:cNvPr>
          <p:cNvSpPr/>
          <p:nvPr/>
        </p:nvSpPr>
        <p:spPr>
          <a:xfrm>
            <a:off x="3287223" y="5912315"/>
            <a:ext cx="274320" cy="274320"/>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sz="1100" dirty="0">
                <a:solidFill>
                  <a:schemeClr val="bg1"/>
                </a:solidFill>
              </a:rPr>
              <a:t>7</a:t>
            </a:r>
            <a:endParaRPr lang="en-GB" sz="1100" dirty="0">
              <a:solidFill>
                <a:schemeClr val="bg1"/>
              </a:solidFill>
            </a:endParaRPr>
          </a:p>
        </p:txBody>
      </p:sp>
      <p:sp>
        <p:nvSpPr>
          <p:cNvPr id="51" name="Oval 50">
            <a:extLst>
              <a:ext uri="{FF2B5EF4-FFF2-40B4-BE49-F238E27FC236}">
                <a16:creationId xmlns:a16="http://schemas.microsoft.com/office/drawing/2014/main" id="{E2AF482D-C7E1-50FB-4851-8CA5154991F9}"/>
              </a:ext>
            </a:extLst>
          </p:cNvPr>
          <p:cNvSpPr/>
          <p:nvPr/>
        </p:nvSpPr>
        <p:spPr>
          <a:xfrm>
            <a:off x="5097387" y="5912315"/>
            <a:ext cx="274320" cy="274320"/>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sz="1100" dirty="0">
                <a:solidFill>
                  <a:schemeClr val="bg1"/>
                </a:solidFill>
              </a:rPr>
              <a:t>8</a:t>
            </a:r>
            <a:endParaRPr lang="en-GB" sz="1100" dirty="0">
              <a:solidFill>
                <a:schemeClr val="bg1"/>
              </a:solidFill>
            </a:endParaRPr>
          </a:p>
        </p:txBody>
      </p:sp>
      <p:grpSp>
        <p:nvGrpSpPr>
          <p:cNvPr id="52" name="Group 51">
            <a:extLst>
              <a:ext uri="{FF2B5EF4-FFF2-40B4-BE49-F238E27FC236}">
                <a16:creationId xmlns:a16="http://schemas.microsoft.com/office/drawing/2014/main" id="{372D7FF4-D51C-0EAD-CC4E-8D1D1E612568}"/>
              </a:ext>
            </a:extLst>
          </p:cNvPr>
          <p:cNvGrpSpPr/>
          <p:nvPr/>
        </p:nvGrpSpPr>
        <p:grpSpPr>
          <a:xfrm>
            <a:off x="6679726" y="2111371"/>
            <a:ext cx="5179799" cy="529877"/>
            <a:chOff x="6704329" y="3670911"/>
            <a:chExt cx="5179799" cy="529877"/>
          </a:xfrm>
        </p:grpSpPr>
        <p:sp>
          <p:nvSpPr>
            <p:cNvPr id="53" name="Rectangle: Rounded Corners 52">
              <a:extLst>
                <a:ext uri="{FF2B5EF4-FFF2-40B4-BE49-F238E27FC236}">
                  <a16:creationId xmlns:a16="http://schemas.microsoft.com/office/drawing/2014/main" id="{D2C41876-B2F6-A22F-8D2F-2C73586EDD66}"/>
                </a:ext>
              </a:extLst>
            </p:cNvPr>
            <p:cNvSpPr/>
            <p:nvPr/>
          </p:nvSpPr>
          <p:spPr>
            <a:xfrm>
              <a:off x="7952208" y="3698290"/>
              <a:ext cx="3931920" cy="475118"/>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54" name="Arrow: Pentagon 53">
              <a:extLst>
                <a:ext uri="{FF2B5EF4-FFF2-40B4-BE49-F238E27FC236}">
                  <a16:creationId xmlns:a16="http://schemas.microsoft.com/office/drawing/2014/main" id="{CE099241-8580-0086-7B5D-5730FE5F7925}"/>
                </a:ext>
              </a:extLst>
            </p:cNvPr>
            <p:cNvSpPr/>
            <p:nvPr/>
          </p:nvSpPr>
          <p:spPr>
            <a:xfrm>
              <a:off x="7051241" y="3698290"/>
              <a:ext cx="1532098" cy="475118"/>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55" name="TextBox 54">
              <a:extLst>
                <a:ext uri="{FF2B5EF4-FFF2-40B4-BE49-F238E27FC236}">
                  <a16:creationId xmlns:a16="http://schemas.microsoft.com/office/drawing/2014/main" id="{73F9007D-1FF6-DA4C-F8FA-27AB5935A52B}"/>
                </a:ext>
              </a:extLst>
            </p:cNvPr>
            <p:cNvSpPr txBox="1"/>
            <p:nvPr/>
          </p:nvSpPr>
          <p:spPr>
            <a:xfrm>
              <a:off x="7291428" y="3846402"/>
              <a:ext cx="1140447" cy="178894"/>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Technology</a:t>
              </a:r>
              <a:endParaRPr lang="en-GB" sz="1600" kern="1200" dirty="0" err="1">
                <a:solidFill>
                  <a:schemeClr val="bg1"/>
                </a:solidFill>
                <a:latin typeface="+mn-lt"/>
                <a:ea typeface="ＭＳ Ｐゴシック" charset="0"/>
              </a:endParaRPr>
            </a:p>
          </p:txBody>
        </p:sp>
        <p:sp>
          <p:nvSpPr>
            <p:cNvPr id="61" name="TextBox 60">
              <a:extLst>
                <a:ext uri="{FF2B5EF4-FFF2-40B4-BE49-F238E27FC236}">
                  <a16:creationId xmlns:a16="http://schemas.microsoft.com/office/drawing/2014/main" id="{B467BA01-80BC-C100-A915-7D7B94C2EBE5}"/>
                </a:ext>
              </a:extLst>
            </p:cNvPr>
            <p:cNvSpPr txBox="1"/>
            <p:nvPr/>
          </p:nvSpPr>
          <p:spPr>
            <a:xfrm>
              <a:off x="8656896" y="3698291"/>
              <a:ext cx="3211254" cy="475117"/>
            </a:xfrm>
            <a:prstGeom prst="rect">
              <a:avLst/>
            </a:prstGeom>
            <a:noFill/>
          </p:spPr>
          <p:txBody>
            <a:bodyPr wrap="square" lIns="0" tIns="0" rIns="0" bIns="0" rtlCol="0">
              <a:noAutofit/>
            </a:bodyPr>
            <a:lstStyle>
              <a:defPPr>
                <a:defRPr lang="en-US"/>
              </a:defPPr>
              <a:lvl1pPr marL="182880" indent="-182880" defTabSz="912276" fontAlgn="base">
                <a:spcAft>
                  <a:spcPts val="1000"/>
                </a:spcAft>
                <a:buClr>
                  <a:schemeClr val="bg1"/>
                </a:buClr>
                <a:buSzPct val="100000"/>
                <a:buFont typeface="Arial" panose="020B0604020202020204" pitchFamily="34" charset="0"/>
                <a:buChar char="•"/>
                <a:defRPr sz="1200">
                  <a:solidFill>
                    <a:schemeClr val="bg1"/>
                  </a:solidFill>
                </a:defRPr>
              </a:lvl1pPr>
            </a:lstStyle>
            <a:p>
              <a:pPr marL="0" indent="0">
                <a:buNone/>
              </a:pPr>
              <a:r>
                <a:rPr lang="en-GB" sz="1000" dirty="0"/>
                <a:t>Defines the core IT infrastructure capabilities and domain-specific architectures that enable, scale, and protect the business digital operations.</a:t>
              </a:r>
            </a:p>
          </p:txBody>
        </p:sp>
        <p:sp>
          <p:nvSpPr>
            <p:cNvPr id="63" name="Oval 62">
              <a:extLst>
                <a:ext uri="{FF2B5EF4-FFF2-40B4-BE49-F238E27FC236}">
                  <a16:creationId xmlns:a16="http://schemas.microsoft.com/office/drawing/2014/main" id="{B11D40C2-B29F-FB76-B803-AA77C770FDBB}"/>
                </a:ext>
              </a:extLst>
            </p:cNvPr>
            <p:cNvSpPr/>
            <p:nvPr/>
          </p:nvSpPr>
          <p:spPr>
            <a:xfrm>
              <a:off x="6704329" y="3670911"/>
              <a:ext cx="529877" cy="52987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3</a:t>
              </a:r>
              <a:endParaRPr lang="en-GB" dirty="0">
                <a:solidFill>
                  <a:schemeClr val="bg1"/>
                </a:solidFill>
              </a:endParaRPr>
            </a:p>
          </p:txBody>
        </p:sp>
      </p:grpSp>
      <p:grpSp>
        <p:nvGrpSpPr>
          <p:cNvPr id="64" name="Group 63">
            <a:extLst>
              <a:ext uri="{FF2B5EF4-FFF2-40B4-BE49-F238E27FC236}">
                <a16:creationId xmlns:a16="http://schemas.microsoft.com/office/drawing/2014/main" id="{82A51E9E-9440-1965-651C-F9CA9DFB37CD}"/>
              </a:ext>
            </a:extLst>
          </p:cNvPr>
          <p:cNvGrpSpPr/>
          <p:nvPr/>
        </p:nvGrpSpPr>
        <p:grpSpPr>
          <a:xfrm>
            <a:off x="6679726" y="2896757"/>
            <a:ext cx="5179799" cy="529877"/>
            <a:chOff x="6775864" y="4491223"/>
            <a:chExt cx="5179799" cy="529877"/>
          </a:xfrm>
        </p:grpSpPr>
        <p:sp>
          <p:nvSpPr>
            <p:cNvPr id="65" name="Rectangle: Rounded Corners 64">
              <a:extLst>
                <a:ext uri="{FF2B5EF4-FFF2-40B4-BE49-F238E27FC236}">
                  <a16:creationId xmlns:a16="http://schemas.microsoft.com/office/drawing/2014/main" id="{4D4F711A-40A3-5C38-1A75-C2B80B27C3AA}"/>
                </a:ext>
              </a:extLst>
            </p:cNvPr>
            <p:cNvSpPr/>
            <p:nvPr/>
          </p:nvSpPr>
          <p:spPr>
            <a:xfrm>
              <a:off x="8023743" y="4518602"/>
              <a:ext cx="3931920" cy="475118"/>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66" name="Arrow: Pentagon 65">
              <a:extLst>
                <a:ext uri="{FF2B5EF4-FFF2-40B4-BE49-F238E27FC236}">
                  <a16:creationId xmlns:a16="http://schemas.microsoft.com/office/drawing/2014/main" id="{D086B8D0-5B24-E691-6E3C-34E2CD5B0790}"/>
                </a:ext>
              </a:extLst>
            </p:cNvPr>
            <p:cNvSpPr/>
            <p:nvPr/>
          </p:nvSpPr>
          <p:spPr>
            <a:xfrm>
              <a:off x="7122776" y="4518602"/>
              <a:ext cx="1532098" cy="475118"/>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67" name="TextBox 66">
              <a:extLst>
                <a:ext uri="{FF2B5EF4-FFF2-40B4-BE49-F238E27FC236}">
                  <a16:creationId xmlns:a16="http://schemas.microsoft.com/office/drawing/2014/main" id="{1B41902F-4A59-92DE-5AAB-B9FE6582A367}"/>
                </a:ext>
              </a:extLst>
            </p:cNvPr>
            <p:cNvSpPr txBox="1"/>
            <p:nvPr/>
          </p:nvSpPr>
          <p:spPr>
            <a:xfrm>
              <a:off x="7379297" y="4666714"/>
              <a:ext cx="1140447" cy="178894"/>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600" kern="1200" dirty="0">
                  <a:solidFill>
                    <a:schemeClr val="bg1"/>
                  </a:solidFill>
                  <a:latin typeface="+mn-lt"/>
                  <a:ea typeface="ＭＳ Ｐゴシック" charset="0"/>
                </a:rPr>
                <a:t>Stakeholder</a:t>
              </a:r>
              <a:endParaRPr lang="en-GB" sz="1600" kern="1200" dirty="0" err="1">
                <a:solidFill>
                  <a:schemeClr val="bg1"/>
                </a:solidFill>
                <a:latin typeface="+mn-lt"/>
                <a:ea typeface="ＭＳ Ｐゴシック" charset="0"/>
              </a:endParaRPr>
            </a:p>
          </p:txBody>
        </p:sp>
        <p:sp>
          <p:nvSpPr>
            <p:cNvPr id="68" name="TextBox 67">
              <a:extLst>
                <a:ext uri="{FF2B5EF4-FFF2-40B4-BE49-F238E27FC236}">
                  <a16:creationId xmlns:a16="http://schemas.microsoft.com/office/drawing/2014/main" id="{A2EBDA85-4213-0918-0099-347B22A8D66E}"/>
                </a:ext>
              </a:extLst>
            </p:cNvPr>
            <p:cNvSpPr txBox="1"/>
            <p:nvPr/>
          </p:nvSpPr>
          <p:spPr>
            <a:xfrm>
              <a:off x="8728430" y="4518603"/>
              <a:ext cx="3155697" cy="475117"/>
            </a:xfrm>
            <a:prstGeom prst="rect">
              <a:avLst/>
            </a:prstGeom>
            <a:noFill/>
          </p:spPr>
          <p:txBody>
            <a:bodyPr wrap="square" lIns="0" tIns="0" rIns="0" bIns="0" rtlCol="0">
              <a:noAutofit/>
            </a:bodyPr>
            <a:lstStyle>
              <a:defPPr>
                <a:defRPr lang="en-US"/>
              </a:defPPr>
              <a:lvl1pPr marL="182880" indent="-182880" defTabSz="912276" fontAlgn="base">
                <a:spcAft>
                  <a:spcPts val="1000"/>
                </a:spcAft>
                <a:buClr>
                  <a:schemeClr val="bg1"/>
                </a:buClr>
                <a:buSzPct val="100000"/>
                <a:buFont typeface="Arial" panose="020B0604020202020204" pitchFamily="34" charset="0"/>
                <a:buChar char="•"/>
                <a:defRPr sz="1200">
                  <a:solidFill>
                    <a:schemeClr val="bg1"/>
                  </a:solidFill>
                </a:defRPr>
              </a:lvl1pPr>
            </a:lstStyle>
            <a:p>
              <a:pPr marL="0" indent="0">
                <a:buNone/>
              </a:pPr>
              <a:r>
                <a:rPr lang="en-GB" sz="1000" dirty="0"/>
                <a:t>An individual, team, or group with a direct interest in a project or business initiative, possessing the power to influence its outcome or be affected by its results.</a:t>
              </a:r>
            </a:p>
          </p:txBody>
        </p:sp>
        <p:sp>
          <p:nvSpPr>
            <p:cNvPr id="69" name="Oval 68">
              <a:extLst>
                <a:ext uri="{FF2B5EF4-FFF2-40B4-BE49-F238E27FC236}">
                  <a16:creationId xmlns:a16="http://schemas.microsoft.com/office/drawing/2014/main" id="{E3875C8C-89CF-D1F4-0AAB-7E7DF568A29B}"/>
                </a:ext>
              </a:extLst>
            </p:cNvPr>
            <p:cNvSpPr/>
            <p:nvPr/>
          </p:nvSpPr>
          <p:spPr>
            <a:xfrm>
              <a:off x="6775864" y="4491223"/>
              <a:ext cx="529877" cy="52987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4</a:t>
              </a:r>
              <a:endParaRPr lang="en-GB" dirty="0">
                <a:solidFill>
                  <a:schemeClr val="bg1"/>
                </a:solidFill>
              </a:endParaRPr>
            </a:p>
          </p:txBody>
        </p:sp>
      </p:grpSp>
      <p:grpSp>
        <p:nvGrpSpPr>
          <p:cNvPr id="70" name="Group 69">
            <a:extLst>
              <a:ext uri="{FF2B5EF4-FFF2-40B4-BE49-F238E27FC236}">
                <a16:creationId xmlns:a16="http://schemas.microsoft.com/office/drawing/2014/main" id="{8647C30F-5A41-F67D-20CD-CE2723DEB42D}"/>
              </a:ext>
            </a:extLst>
          </p:cNvPr>
          <p:cNvGrpSpPr/>
          <p:nvPr/>
        </p:nvGrpSpPr>
        <p:grpSpPr>
          <a:xfrm>
            <a:off x="6679726" y="3682143"/>
            <a:ext cx="5179799" cy="529877"/>
            <a:chOff x="6775864" y="4491223"/>
            <a:chExt cx="5179799" cy="529877"/>
          </a:xfrm>
        </p:grpSpPr>
        <p:sp>
          <p:nvSpPr>
            <p:cNvPr id="71" name="Rectangle: Rounded Corners 70">
              <a:extLst>
                <a:ext uri="{FF2B5EF4-FFF2-40B4-BE49-F238E27FC236}">
                  <a16:creationId xmlns:a16="http://schemas.microsoft.com/office/drawing/2014/main" id="{F141C936-79DB-E12A-49AF-9D5F62EAC7D3}"/>
                </a:ext>
              </a:extLst>
            </p:cNvPr>
            <p:cNvSpPr/>
            <p:nvPr/>
          </p:nvSpPr>
          <p:spPr>
            <a:xfrm>
              <a:off x="8023743" y="4518602"/>
              <a:ext cx="3931920" cy="475118"/>
            </a:xfrm>
            <a:prstGeom prst="roundRect">
              <a:avLst/>
            </a:prstGeom>
            <a:no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72" name="Arrow: Pentagon 71">
              <a:extLst>
                <a:ext uri="{FF2B5EF4-FFF2-40B4-BE49-F238E27FC236}">
                  <a16:creationId xmlns:a16="http://schemas.microsoft.com/office/drawing/2014/main" id="{484AE25E-201C-69AA-7D56-8B68402FE4C9}"/>
                </a:ext>
              </a:extLst>
            </p:cNvPr>
            <p:cNvSpPr/>
            <p:nvPr/>
          </p:nvSpPr>
          <p:spPr>
            <a:xfrm>
              <a:off x="7122776" y="4518602"/>
              <a:ext cx="1532098" cy="475118"/>
            </a:xfrm>
            <a:prstGeom prst="homePlate">
              <a:avLst/>
            </a:prstGeom>
            <a:solidFill>
              <a:schemeClr val="tx1">
                <a:lumMod val="95000"/>
              </a:schemeClr>
            </a:solidFill>
            <a:ln w="15875">
              <a:solidFill>
                <a:schemeClr val="accent6">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rtlCol="0" anchor="t" anchorCtr="0">
              <a:noAutofit/>
            </a:bodyPr>
            <a:lstStyle/>
            <a:p>
              <a:pPr marL="182880" indent="-182880" algn="l">
                <a:buFont typeface="Arial" panose="020B0604020202020204" pitchFamily="34" charset="0"/>
                <a:buChar char="•"/>
              </a:pPr>
              <a:endParaRPr lang="en-GB" sz="1600" dirty="0">
                <a:solidFill>
                  <a:schemeClr val="bg1"/>
                </a:solidFill>
              </a:endParaRPr>
            </a:p>
          </p:txBody>
        </p:sp>
        <p:sp>
          <p:nvSpPr>
            <p:cNvPr id="73" name="TextBox 72">
              <a:extLst>
                <a:ext uri="{FF2B5EF4-FFF2-40B4-BE49-F238E27FC236}">
                  <a16:creationId xmlns:a16="http://schemas.microsoft.com/office/drawing/2014/main" id="{3268949C-125C-C571-DBCE-32EE3377F57F}"/>
                </a:ext>
              </a:extLst>
            </p:cNvPr>
            <p:cNvSpPr txBox="1"/>
            <p:nvPr/>
          </p:nvSpPr>
          <p:spPr>
            <a:xfrm>
              <a:off x="7395907" y="4689906"/>
              <a:ext cx="1140447" cy="178894"/>
            </a:xfrm>
            <a:prstGeom prst="rect">
              <a:avLst/>
            </a:prstGeom>
            <a:noFill/>
          </p:spPr>
          <p:txBody>
            <a:bodyPr wrap="square" lIns="0" tIns="0" rIns="0" bIns="0" rtlCol="0" anchor="ctr">
              <a:noAutofit/>
            </a:bodyPr>
            <a:lstStyle/>
            <a:p>
              <a:pPr defTabSz="912276" rtl="0" eaLnBrk="1" fontAlgn="base" hangingPunct="1">
                <a:lnSpc>
                  <a:spcPct val="100000"/>
                </a:lnSpc>
                <a:spcBef>
                  <a:spcPts val="0"/>
                </a:spcBef>
                <a:spcAft>
                  <a:spcPts val="1000"/>
                </a:spcAft>
                <a:buClr>
                  <a:schemeClr val="bg1"/>
                </a:buClr>
                <a:buSzPct val="100000"/>
              </a:pPr>
              <a:r>
                <a:rPr lang="en-US" sz="1600" dirty="0">
                  <a:solidFill>
                    <a:schemeClr val="bg1"/>
                  </a:solidFill>
                  <a:ea typeface="ＭＳ Ｐゴシック" charset="0"/>
                </a:rPr>
                <a:t>Language</a:t>
              </a:r>
              <a:endParaRPr lang="en-GB" sz="1600" kern="1200" dirty="0" err="1">
                <a:solidFill>
                  <a:schemeClr val="bg1"/>
                </a:solidFill>
                <a:latin typeface="+mn-lt"/>
                <a:ea typeface="ＭＳ Ｐゴシック" charset="0"/>
              </a:endParaRPr>
            </a:p>
          </p:txBody>
        </p:sp>
        <p:sp>
          <p:nvSpPr>
            <p:cNvPr id="74" name="TextBox 73">
              <a:extLst>
                <a:ext uri="{FF2B5EF4-FFF2-40B4-BE49-F238E27FC236}">
                  <a16:creationId xmlns:a16="http://schemas.microsoft.com/office/drawing/2014/main" id="{08443E45-F020-A4B9-4AEC-003F72059013}"/>
                </a:ext>
              </a:extLst>
            </p:cNvPr>
            <p:cNvSpPr txBox="1"/>
            <p:nvPr/>
          </p:nvSpPr>
          <p:spPr>
            <a:xfrm>
              <a:off x="8728430" y="4565421"/>
              <a:ext cx="3155697" cy="350197"/>
            </a:xfrm>
            <a:prstGeom prst="rect">
              <a:avLst/>
            </a:prstGeom>
            <a:noFill/>
          </p:spPr>
          <p:txBody>
            <a:bodyPr wrap="square" lIns="0" tIns="0" rIns="0" bIns="0" rtlCol="0">
              <a:noAutofit/>
            </a:bodyPr>
            <a:lstStyle>
              <a:defPPr>
                <a:defRPr lang="en-US"/>
              </a:defPPr>
              <a:lvl1pPr marL="182880" indent="-182880" defTabSz="912276" fontAlgn="base">
                <a:spcAft>
                  <a:spcPts val="1000"/>
                </a:spcAft>
                <a:buClr>
                  <a:schemeClr val="bg1"/>
                </a:buClr>
                <a:buSzPct val="100000"/>
                <a:buFont typeface="Arial" panose="020B0604020202020204" pitchFamily="34" charset="0"/>
                <a:buChar char="•"/>
                <a:defRPr sz="1200">
                  <a:solidFill>
                    <a:schemeClr val="bg1"/>
                  </a:solidFill>
                </a:defRPr>
              </a:lvl1pPr>
            </a:lstStyle>
            <a:p>
              <a:pPr marL="0" indent="0">
                <a:buNone/>
              </a:pPr>
              <a:r>
                <a:rPr lang="en-US" sz="1000" dirty="0"/>
                <a:t>D</a:t>
              </a:r>
              <a:r>
                <a:rPr lang="en-GB" sz="1000" dirty="0" err="1"/>
                <a:t>etermines</a:t>
              </a:r>
              <a:r>
                <a:rPr lang="en-GB" sz="1000" dirty="0"/>
                <a:t> the country and language the main communication is being created </a:t>
              </a:r>
            </a:p>
          </p:txBody>
        </p:sp>
        <p:sp>
          <p:nvSpPr>
            <p:cNvPr id="75" name="Oval 74">
              <a:extLst>
                <a:ext uri="{FF2B5EF4-FFF2-40B4-BE49-F238E27FC236}">
                  <a16:creationId xmlns:a16="http://schemas.microsoft.com/office/drawing/2014/main" id="{4FFC1F25-BF34-E3E8-BFB1-527289105AAF}"/>
                </a:ext>
              </a:extLst>
            </p:cNvPr>
            <p:cNvSpPr/>
            <p:nvPr/>
          </p:nvSpPr>
          <p:spPr>
            <a:xfrm>
              <a:off x="6775864" y="4491223"/>
              <a:ext cx="529877" cy="529877"/>
            </a:xfrm>
            <a:prstGeom prst="ellipse">
              <a:avLst/>
            </a:prstGeom>
            <a:solidFill>
              <a:schemeClr val="tx1"/>
            </a:solidFill>
            <a:ln>
              <a:gradFill>
                <a:gsLst>
                  <a:gs pos="37000">
                    <a:srgbClr val="02C8FF"/>
                  </a:gs>
                  <a:gs pos="5000">
                    <a:srgbClr val="0A60FF"/>
                  </a:gs>
                  <a:gs pos="44000">
                    <a:srgbClr val="02C8FF"/>
                  </a:gs>
                  <a:gs pos="75000">
                    <a:srgbClr val="FF007F"/>
                  </a:gs>
                  <a:gs pos="95000">
                    <a:srgbClr val="FF9000"/>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en-US" dirty="0">
                  <a:solidFill>
                    <a:schemeClr val="bg1"/>
                  </a:solidFill>
                </a:rPr>
                <a:t>5</a:t>
              </a:r>
              <a:endParaRPr lang="en-GB" dirty="0">
                <a:solidFill>
                  <a:schemeClr val="bg1"/>
                </a:solidFill>
              </a:endParaRPr>
            </a:p>
          </p:txBody>
        </p:sp>
      </p:grpSp>
    </p:spTree>
    <p:extLst>
      <p:ext uri="{BB962C8B-B14F-4D97-AF65-F5344CB8AC3E}">
        <p14:creationId xmlns:p14="http://schemas.microsoft.com/office/powerpoint/2010/main" val="275771082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A5B25-44AC-695D-9644-E49ECF5BA2B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719155E-C0CC-DDA5-E439-3A40811BDAE2}"/>
              </a:ext>
            </a:extLst>
          </p:cNvPr>
          <p:cNvSpPr>
            <a:spLocks noGrp="1"/>
          </p:cNvSpPr>
          <p:nvPr>
            <p:ph type="title"/>
          </p:nvPr>
        </p:nvSpPr>
        <p:spPr/>
        <p:txBody>
          <a:bodyPr/>
          <a:lstStyle/>
          <a:p>
            <a:r>
              <a:rPr lang="en-US" dirty="0"/>
              <a:t>Module 6: When to use your IDs</a:t>
            </a:r>
            <a:endParaRPr lang="en-GB" dirty="0"/>
          </a:p>
        </p:txBody>
      </p:sp>
    </p:spTree>
    <p:extLst>
      <p:ext uri="{BB962C8B-B14F-4D97-AF65-F5344CB8AC3E}">
        <p14:creationId xmlns:p14="http://schemas.microsoft.com/office/powerpoint/2010/main" val="26467271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EE61D9E-49DD-EF6A-7AB9-9B0561512C2E}"/>
              </a:ext>
            </a:extLst>
          </p:cNvPr>
          <p:cNvSpPr>
            <a:spLocks noGrp="1"/>
          </p:cNvSpPr>
          <p:nvPr>
            <p:ph type="title"/>
          </p:nvPr>
        </p:nvSpPr>
        <p:spPr/>
        <p:txBody>
          <a:bodyPr/>
          <a:lstStyle/>
          <a:p>
            <a:r>
              <a:rPr lang="en-US" dirty="0"/>
              <a:t>When to Use your IDs</a:t>
            </a:r>
            <a:endParaRPr lang="en-GB" dirty="0"/>
          </a:p>
        </p:txBody>
      </p:sp>
      <p:graphicFrame>
        <p:nvGraphicFramePr>
          <p:cNvPr id="4" name="Table 3"/>
          <p:cNvGraphicFramePr>
            <a:graphicFrameLocks noGrp="1"/>
          </p:cNvGraphicFramePr>
          <p:nvPr/>
        </p:nvGraphicFramePr>
        <p:xfrm>
          <a:off x="470646" y="1532466"/>
          <a:ext cx="10999241" cy="3967480"/>
        </p:xfrm>
        <a:graphic>
          <a:graphicData uri="http://schemas.openxmlformats.org/drawingml/2006/table">
            <a:tbl>
              <a:tblPr firstRow="1" bandRow="1">
                <a:tableStyleId>{5C22544A-7EE6-4342-B048-85BDC9FD1C3A}</a:tableStyleId>
              </a:tblPr>
              <a:tblGrid>
                <a:gridCol w="2749810"/>
                <a:gridCol w="2749810"/>
                <a:gridCol w="2749810"/>
                <a:gridCol w="2749811"/>
              </a:tblGrid>
              <a:tr h="566782">
                <a:tc>
                  <a:txBody>
                    <a:bodyPr/>
                    <a:lstStyle/>
                    <a:p>
                      <a:pPr>
                        <a:defRPr sz="900" b="1">
                          <a:solidFill>
                            <a:srgbClr val="005596"/>
                          </a:solidFill>
                        </a:defRPr>
                      </a:pPr>
                      <a:r>
                        <a:t>Scenario</a:t>
                      </a:r>
                    </a:p>
                  </a:txBody>
                  <a:tcPr/>
                </a:tc>
                <a:tc>
                  <a:txBody>
                    <a:bodyPr/>
                    <a:lstStyle/>
                    <a:p>
                      <a:pPr>
                        <a:defRPr sz="900" b="1">
                          <a:solidFill>
                            <a:srgbClr val="005596"/>
                          </a:solidFill>
                        </a:defRPr>
                      </a:pPr>
                      <a:r>
                        <a:t>Put on the URL</a:t>
                      </a:r>
                    </a:p>
                  </a:txBody>
                  <a:tcPr/>
                </a:tc>
                <a:tc>
                  <a:txBody>
                    <a:bodyPr/>
                    <a:lstStyle/>
                    <a:p>
                      <a:pPr>
                        <a:defRPr sz="900" b="1">
                          <a:solidFill>
                            <a:srgbClr val="005596"/>
                          </a:solidFill>
                        </a:defRPr>
                      </a:pPr>
                      <a:r>
                        <a:t>Put elsewhere</a:t>
                      </a:r>
                    </a:p>
                  </a:txBody>
                  <a:tcPr/>
                </a:tc>
                <a:tc>
                  <a:txBody>
                    <a:bodyPr/>
                    <a:lstStyle/>
                    <a:p>
                      <a:pPr>
                        <a:defRPr sz="900" b="1">
                          <a:solidFill>
                            <a:srgbClr val="005596"/>
                          </a:solidFill>
                        </a:defRPr>
                      </a:pPr>
                      <a:r>
                        <a:t>Do NOT</a:t>
                      </a:r>
                    </a:p>
                  </a:txBody>
                  <a:tcPr/>
                </a:tc>
              </a:tr>
              <a:tr h="566782">
                <a:tc>
                  <a:txBody>
                    <a:bodyPr/>
                    <a:lstStyle/>
                    <a:p>
                      <a:pPr>
                        <a:defRPr sz="800">
                          <a:solidFill>
                            <a:srgbClr val="1F2937"/>
                          </a:solidFill>
                        </a:defRPr>
                      </a:pPr>
                      <a:r>
                        <a:t>External link to Cisco.com (email, paid, social, syndication, referral)</a:t>
                      </a:r>
                    </a:p>
                  </a:txBody>
                  <a:tcPr/>
                </a:tc>
                <a:tc>
                  <a:txBody>
                    <a:bodyPr/>
                    <a:lstStyle/>
                    <a:p>
                      <a:pPr>
                        <a:defRPr sz="800">
                          <a:solidFill>
                            <a:srgbClr val="1F2937"/>
                          </a:solidFill>
                        </a:defRPr>
                      </a:pPr>
                      <a:r>
                        <a:t>ccid, dtid, utm_id, utm_medium, utm_source (+ utm_creative if paid)</a:t>
                      </a:r>
                    </a:p>
                  </a:txBody>
                  <a:tcPr/>
                </a:tc>
                <a:tc>
                  <a:txBody>
                    <a:bodyPr/>
                    <a:lstStyle/>
                    <a:p>
                      <a:pPr>
                        <a:defRPr sz="800">
                          <a:solidFill>
                            <a:srgbClr val="1F2937"/>
                          </a:solidFill>
                        </a:defRPr>
                      </a:pPr>
                      <a:r>
                        <a:t>Workfront Channel ID auto-mapped when live</a:t>
                      </a:r>
                    </a:p>
                  </a:txBody>
                  <a:tcPr/>
                </a:tc>
                <a:tc>
                  <a:txBody>
                    <a:bodyPr/>
                    <a:lstStyle/>
                    <a:p>
                      <a:pPr>
                        <a:defRPr sz="800">
                          <a:solidFill>
                            <a:srgbClr val="1F2937"/>
                          </a:solidFill>
                        </a:defRPr>
                      </a:pPr>
                      <a:r>
                        <a:t>Use Offer ID as a URL param</a:t>
                      </a:r>
                    </a:p>
                  </a:txBody>
                  <a:tcPr/>
                </a:tc>
              </a:tr>
              <a:tr h="566782">
                <a:tc>
                  <a:txBody>
                    <a:bodyPr/>
                    <a:lstStyle/>
                    <a:p>
                      <a:pPr>
                        <a:defRPr sz="800">
                          <a:solidFill>
                            <a:srgbClr val="1F2937"/>
                          </a:solidFill>
                        </a:defRPr>
                      </a:pPr>
                      <a:r>
                        <a:t>Internal Cisco.com CTA or page link</a:t>
                      </a:r>
                    </a:p>
                  </a:txBody>
                  <a:tcPr/>
                </a:tc>
                <a:tc>
                  <a:txBody>
                    <a:bodyPr/>
                    <a:lstStyle/>
                    <a:p>
                      <a:pPr>
                        <a:defRPr sz="800">
                          <a:solidFill>
                            <a:srgbClr val="1F2937"/>
                          </a:solidFill>
                        </a:defRPr>
                      </a:pPr>
                      <a:r>
                        <a:t>Nothing</a:t>
                      </a:r>
                    </a:p>
                  </a:txBody>
                  <a:tcPr/>
                </a:tc>
                <a:tc>
                  <a:txBody>
                    <a:bodyPr/>
                    <a:lstStyle/>
                    <a:p>
                      <a:pPr>
                        <a:defRPr sz="800">
                          <a:solidFill>
                            <a:srgbClr val="1F2937"/>
                          </a:solidFill>
                        </a:defRPr>
                      </a:pPr>
                      <a:r>
                        <a:t>—</a:t>
                      </a:r>
                    </a:p>
                  </a:txBody>
                  <a:tcPr/>
                </a:tc>
                <a:tc>
                  <a:txBody>
                    <a:bodyPr/>
                    <a:lstStyle/>
                    <a:p>
                      <a:pPr>
                        <a:defRPr sz="800">
                          <a:solidFill>
                            <a:srgbClr val="1F2937"/>
                          </a:solidFill>
                        </a:defRPr>
                      </a:pPr>
                      <a:r>
                        <a:t>Any CTT or UTM params</a:t>
                      </a:r>
                    </a:p>
                  </a:txBody>
                  <a:tcPr/>
                </a:tc>
              </a:tr>
              <a:tr h="566782">
                <a:tc>
                  <a:txBody>
                    <a:bodyPr/>
                    <a:lstStyle/>
                    <a:p>
                      <a:pPr>
                        <a:defRPr sz="800">
                          <a:solidFill>
                            <a:srgbClr val="1F2937"/>
                          </a:solidFill>
                        </a:defRPr>
                      </a:pPr>
                      <a:r>
                        <a:t>Gated offer landing page (AEM)</a:t>
                      </a:r>
                    </a:p>
                  </a:txBody>
                  <a:tcPr/>
                </a:tc>
                <a:tc>
                  <a:txBody>
                    <a:bodyPr/>
                    <a:lstStyle/>
                    <a:p>
                      <a:pPr>
                        <a:defRPr sz="800">
                          <a:solidFill>
                            <a:srgbClr val="1F2937"/>
                          </a:solidFill>
                        </a:defRPr>
                      </a:pPr>
                      <a:r>
                        <a:t>—</a:t>
                      </a:r>
                    </a:p>
                  </a:txBody>
                  <a:tcPr/>
                </a:tc>
                <a:tc>
                  <a:txBody>
                    <a:bodyPr/>
                    <a:lstStyle/>
                    <a:p>
                      <a:pPr>
                        <a:defRPr sz="800">
                          <a:solidFill>
                            <a:srgbClr val="1F2937"/>
                          </a:solidFill>
                        </a:defRPr>
                      </a:pPr>
                      <a:r>
                        <a:t>Offer ID + Content ID in page HTML / AEM metadata</a:t>
                      </a:r>
                    </a:p>
                  </a:txBody>
                  <a:tcPr/>
                </a:tc>
                <a:tc>
                  <a:txBody>
                    <a:bodyPr/>
                    <a:lstStyle/>
                    <a:p>
                      <a:pPr>
                        <a:defRPr sz="800">
                          <a:solidFill>
                            <a:srgbClr val="1F2937"/>
                          </a:solidFill>
                        </a:defRPr>
                      </a:pPr>
                      <a:r>
                        <a:t>Tag internal navigation with DTID</a:t>
                      </a:r>
                    </a:p>
                  </a:txBody>
                  <a:tcPr/>
                </a:tc>
              </a:tr>
              <a:tr h="566782">
                <a:tc>
                  <a:txBody>
                    <a:bodyPr/>
                    <a:lstStyle/>
                    <a:p>
                      <a:pPr>
                        <a:defRPr sz="800">
                          <a:solidFill>
                            <a:srgbClr val="1F2937"/>
                          </a:solidFill>
                        </a:defRPr>
                      </a:pPr>
                      <a:r>
                        <a:t>Manual upload (MUSE template)</a:t>
                      </a:r>
                    </a:p>
                  </a:txBody>
                  <a:tcPr/>
                </a:tc>
                <a:tc>
                  <a:txBody>
                    <a:bodyPr/>
                    <a:lstStyle/>
                    <a:p>
                      <a:pPr>
                        <a:defRPr sz="800">
                          <a:solidFill>
                            <a:srgbClr val="1F2937"/>
                          </a:solidFill>
                        </a:defRPr>
                      </a:pPr>
                      <a:r>
                        <a:t>—</a:t>
                      </a:r>
                    </a:p>
                  </a:txBody>
                  <a:tcPr/>
                </a:tc>
                <a:tc>
                  <a:txBody>
                    <a:bodyPr/>
                    <a:lstStyle/>
                    <a:p>
                      <a:pPr>
                        <a:defRPr sz="800">
                          <a:solidFill>
                            <a:srgbClr val="1F2937"/>
                          </a:solidFill>
                        </a:defRPr>
                      </a:pPr>
                      <a:r>
                        <a:t>CCID + DTID in template columns; Offer/Event as applicable</a:t>
                      </a:r>
                    </a:p>
                  </a:txBody>
                  <a:tcPr/>
                </a:tc>
                <a:tc>
                  <a:txBody>
                    <a:bodyPr/>
                    <a:lstStyle/>
                    <a:p>
                      <a:pPr>
                        <a:defRPr sz="800">
                          <a:solidFill>
                            <a:srgbClr val="1F2937"/>
                          </a:solidFill>
                        </a:defRPr>
                      </a:pPr>
                      <a:r>
                        <a:t>UTM params (not a live URL)</a:t>
                      </a:r>
                    </a:p>
                  </a:txBody>
                  <a:tcPr/>
                </a:tc>
              </a:tr>
              <a:tr h="566782">
                <a:tc>
                  <a:txBody>
                    <a:bodyPr/>
                    <a:lstStyle/>
                    <a:p>
                      <a:pPr>
                        <a:defRPr sz="800">
                          <a:solidFill>
                            <a:srgbClr val="1F2937"/>
                          </a:solidFill>
                        </a:defRPr>
                      </a:pPr>
                      <a:r>
                        <a:t>Integrate / PathFactory / BrightTalk</a:t>
                      </a:r>
                    </a:p>
                  </a:txBody>
                  <a:tcPr/>
                </a:tc>
                <a:tc>
                  <a:txBody>
                    <a:bodyPr/>
                    <a:lstStyle/>
                    <a:p>
                      <a:pPr>
                        <a:defRPr sz="800">
                          <a:solidFill>
                            <a:srgbClr val="1F2937"/>
                          </a:solidFill>
                        </a:defRPr>
                      </a:pPr>
                      <a:r>
                        <a:t>Per integration spec</a:t>
                      </a:r>
                    </a:p>
                  </a:txBody>
                  <a:tcPr/>
                </a:tc>
                <a:tc>
                  <a:txBody>
                    <a:bodyPr/>
                    <a:lstStyle/>
                    <a:p>
                      <a:pPr>
                        <a:defRPr sz="800">
                          <a:solidFill>
                            <a:srgbClr val="1F2937"/>
                          </a:solidFill>
                        </a:defRPr>
                      </a:pPr>
                      <a:r>
                        <a:t>CCID, DTID, Offer ID in payload</a:t>
                      </a:r>
                    </a:p>
                  </a:txBody>
                  <a:tcPr/>
                </a:tc>
                <a:tc>
                  <a:txBody>
                    <a:bodyPr/>
                    <a:lstStyle/>
                    <a:p>
                      <a:pPr>
                        <a:defRPr sz="800">
                          <a:solidFill>
                            <a:srgbClr val="1F2937"/>
                          </a:solidFill>
                        </a:defRPr>
                      </a:pPr>
                      <a:r>
                        <a:t>Assume UTMs replace integration metadata</a:t>
                      </a:r>
                    </a:p>
                  </a:txBody>
                  <a:tcPr/>
                </a:tc>
              </a:tr>
              <a:tr h="566788">
                <a:tc>
                  <a:txBody>
                    <a:bodyPr/>
                    <a:lstStyle/>
                    <a:p>
                      <a:pPr>
                        <a:defRPr sz="800" b="1">
                          <a:solidFill>
                            <a:srgbClr val="005596"/>
                          </a:solidFill>
                        </a:defRPr>
                      </a:pPr>
                      <a:r>
                        <a:t>Quick rule of thumb</a:t>
                      </a:r>
                    </a:p>
                  </a:txBody>
                  <a:tcPr/>
                </a:tc>
                <a:tc>
                  <a:txBody>
                    <a:bodyPr/>
                    <a:lstStyle/>
                    <a:p>
                      <a:pPr>
                        <a:defRPr sz="800">
                          <a:solidFill>
                            <a:srgbClr val="D67800"/>
                          </a:solidFill>
                        </a:defRPr>
                      </a:pPr>
                      <a:r>
                        <a:t>Rule of thumb: Outside traffic → hybrid URL (let Workfront generate). Lead needs seller context → CTT on the record. Gated asset → Offer ID on the page. Project ID → internal only.</a:t>
                      </a:r>
                    </a:p>
                  </a:txBody>
                  <a:tcPr/>
                </a:tc>
                <a:tc>
                  <a:txBody>
                    <a:bodyPr/>
                    <a:lstStyle/>
                    <a:p>
                      <a:pPr>
                        <a:defRPr sz="800">
                          <a:solidFill>
                            <a:srgbClr val="1F2937"/>
                          </a:solidFill>
                        </a:defRPr>
                      </a:pPr>
                    </a:p>
                  </a:txBody>
                  <a:tcPr/>
                </a:tc>
                <a:tc>
                  <a:txBody>
                    <a:bodyPr/>
                    <a:lstStyle/>
                    <a:p>
                      <a:pPr>
                        <a:defRPr sz="800">
                          <a:solidFill>
                            <a:srgbClr val="1F2937"/>
                          </a:solidFill>
                        </a:defRPr>
                      </a:pPr>
                    </a:p>
                  </a:txBody>
                  <a:tcPr/>
                </a:tc>
              </a:tr>
            </a:tbl>
          </a:graphicData>
        </a:graphic>
      </p:graphicFrame>
    </p:spTree>
    <p:extLst>
      <p:ext uri="{BB962C8B-B14F-4D97-AF65-F5344CB8AC3E}">
        <p14:creationId xmlns:p14="http://schemas.microsoft.com/office/powerpoint/2010/main" val="415918714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ags/tag1.xml><?xml version="1.0" encoding="utf-8"?>
<p:tagLst xmlns:a="http://schemas.openxmlformats.org/drawingml/2006/main" xmlns:r="http://schemas.openxmlformats.org/officeDocument/2006/relationships" xmlns:p="http://schemas.openxmlformats.org/presentationml/2006/main">
  <p:tag name="PR3Z3N" val="04c5cae0-5854-4bfb-90de-0538ce5ee3ac"/>
</p:tagLst>
</file>

<file path=ppt/tags/tag2.xml><?xml version="1.0" encoding="utf-8"?>
<p:tagLst xmlns:a="http://schemas.openxmlformats.org/drawingml/2006/main" xmlns:r="http://schemas.openxmlformats.org/officeDocument/2006/relationships" xmlns:p="http://schemas.openxmlformats.org/presentationml/2006/main">
  <p:tag name="PR3Z3N" val="3e662c30-33ad-4448-9c60-6c7472ec52d5"/>
</p:tagLst>
</file>

<file path=ppt/tags/tag3.xml><?xml version="1.0" encoding="utf-8"?>
<p:tagLst xmlns:a="http://schemas.openxmlformats.org/drawingml/2006/main" xmlns:r="http://schemas.openxmlformats.org/officeDocument/2006/relationships" xmlns:p="http://schemas.openxmlformats.org/presentationml/2006/main">
  <p:tag name="PR3Z3N" val="3e662c30-33ad-4448-9c60-6c7472ec52d5"/>
</p:tagLst>
</file>

<file path=ppt/tags/tag4.xml><?xml version="1.0" encoding="utf-8"?>
<p:tagLst xmlns:a="http://schemas.openxmlformats.org/drawingml/2006/main" xmlns:r="http://schemas.openxmlformats.org/officeDocument/2006/relationships" xmlns:p="http://schemas.openxmlformats.org/presentationml/2006/main">
  <p:tag name="PR3Z3N" val="f01732bc-3441-40b0-b196-d7b6fc147a5f"/>
</p:tagLst>
</file>

<file path=ppt/tags/tag5.xml><?xml version="1.0" encoding="utf-8"?>
<p:tagLst xmlns:a="http://schemas.openxmlformats.org/drawingml/2006/main" xmlns:r="http://schemas.openxmlformats.org/officeDocument/2006/relationships" xmlns:p="http://schemas.openxmlformats.org/presentationml/2006/main">
  <p:tag name="PR3Z3N" val="c8ce80b5-4a7e-4c52-ae84-840bc3e45cc0"/>
</p:tagLst>
</file>

<file path=ppt/tags/tag6.xml><?xml version="1.0" encoding="utf-8"?>
<p:tagLst xmlns:a="http://schemas.openxmlformats.org/drawingml/2006/main" xmlns:r="http://schemas.openxmlformats.org/officeDocument/2006/relationships" xmlns:p="http://schemas.openxmlformats.org/presentationml/2006/main">
  <p:tag name="PR3Z3N" val="2dba0975-2a50-45c4-a9c9-193d6d5bbe87"/>
</p:tagLst>
</file>

<file path=ppt/tags/tag7.xml><?xml version="1.0" encoding="utf-8"?>
<p:tagLst xmlns:a="http://schemas.openxmlformats.org/drawingml/2006/main" xmlns:r="http://schemas.openxmlformats.org/officeDocument/2006/relationships" xmlns:p="http://schemas.openxmlformats.org/presentationml/2006/main">
  <p:tag name="PR3Z3N" val="ea878ca3-02d7-40c0-a85c-26d69349f7d0"/>
</p:tagLst>
</file>

<file path=ppt/tags/tag8.xml><?xml version="1.0" encoding="utf-8"?>
<p:tagLst xmlns:a="http://schemas.openxmlformats.org/drawingml/2006/main" xmlns:r="http://schemas.openxmlformats.org/officeDocument/2006/relationships" xmlns:p="http://schemas.openxmlformats.org/presentationml/2006/main">
  <p:tag name="PR3Z3N" val="ea878ca3-02d7-40c0-a85c-26d69349f7d0"/>
</p:tagLst>
</file>

<file path=ppt/tags/tag9.xml><?xml version="1.0" encoding="utf-8"?>
<p:tagLst xmlns:a="http://schemas.openxmlformats.org/drawingml/2006/main" xmlns:r="http://schemas.openxmlformats.org/officeDocument/2006/relationships" xmlns:p="http://schemas.openxmlformats.org/presentationml/2006/main">
  <p:tag name="PR3Z3N" val="e7734f56-076a-4261-828b-bc2793cb955e"/>
</p:tagLst>
</file>

<file path=ppt/tags/tag10.xml><?xml version="1.0" encoding="utf-8"?>
<p:tagLst xmlns:a="http://schemas.openxmlformats.org/drawingml/2006/main" xmlns:r="http://schemas.openxmlformats.org/officeDocument/2006/relationships" xmlns:p="http://schemas.openxmlformats.org/presentationml/2006/main">
  <p:tag name="PR3Z3N" val="072b375d-5ff5-4548-8cad-a1442fa61234"/>
</p:tagLst>
</file>

<file path=ppt/tags/tag11.xml><?xml version="1.0" encoding="utf-8"?>
<p:tagLst xmlns:a="http://schemas.openxmlformats.org/drawingml/2006/main" xmlns:r="http://schemas.openxmlformats.org/officeDocument/2006/relationships" xmlns:p="http://schemas.openxmlformats.org/presentationml/2006/main">
  <p:tag name="PR3Z3N" val="51df8a30-f5a2-4597-a665-713e28302360"/>
</p:tagLst>
</file>

<file path=ppt/tags/tag12.xml><?xml version="1.0" encoding="utf-8"?>
<p:tagLst xmlns:a="http://schemas.openxmlformats.org/drawingml/2006/main" xmlns:r="http://schemas.openxmlformats.org/officeDocument/2006/relationships" xmlns:p="http://schemas.openxmlformats.org/presentationml/2006/main">
  <p:tag name="PR3Z3N" val="79bbc4ea-9570-4fda-a4c6-6580807adcb9"/>
</p:tagLst>
</file>

<file path=ppt/tags/tag13.xml><?xml version="1.0" encoding="utf-8"?>
<p:tagLst xmlns:a="http://schemas.openxmlformats.org/drawingml/2006/main" xmlns:r="http://schemas.openxmlformats.org/officeDocument/2006/relationships" xmlns:p="http://schemas.openxmlformats.org/presentationml/2006/main">
  <p:tag name="PR3Z3N" val="79bbc4ea-9570-4fda-a4c6-6580807adcb9"/>
</p:tagLst>
</file>

<file path=ppt/tags/tag14.xml><?xml version="1.0" encoding="utf-8"?>
<p:tagLst xmlns:a="http://schemas.openxmlformats.org/drawingml/2006/main" xmlns:r="http://schemas.openxmlformats.org/officeDocument/2006/relationships" xmlns:p="http://schemas.openxmlformats.org/presentationml/2006/main">
  <p:tag name="PR3Z3N" val="ebf9c9c1-269b-49cd-b74c-1fef83f6110f"/>
</p:tagLst>
</file>

<file path=ppt/tags/tag15.xml><?xml version="1.0" encoding="utf-8"?>
<p:tagLst xmlns:a="http://schemas.openxmlformats.org/drawingml/2006/main" xmlns:r="http://schemas.openxmlformats.org/officeDocument/2006/relationships" xmlns:p="http://schemas.openxmlformats.org/presentationml/2006/main">
  <p:tag name="PR3Z3N" val="fbfe69f5-d7b7-46b4-80d1-b9ab0160c87d"/>
</p:tagLst>
</file>

<file path=ppt/tags/tag16.xml><?xml version="1.0" encoding="utf-8"?>
<p:tagLst xmlns:a="http://schemas.openxmlformats.org/drawingml/2006/main" xmlns:r="http://schemas.openxmlformats.org/officeDocument/2006/relationships" xmlns:p="http://schemas.openxmlformats.org/presentationml/2006/main">
  <p:tag name="PR3Z3N" val="ebf9c9c1-269b-49cd-b74c-1fef83f6110f"/>
</p:tagLst>
</file>

<file path=ppt/tags/tag17.xml><?xml version="1.0" encoding="utf-8"?>
<p:tagLst xmlns:a="http://schemas.openxmlformats.org/drawingml/2006/main" xmlns:r="http://schemas.openxmlformats.org/officeDocument/2006/relationships" xmlns:p="http://schemas.openxmlformats.org/presentationml/2006/main">
  <p:tag name="PR3Z3N" val="ebf9c9c1-269b-49cd-b74c-1fef83f6110f"/>
</p:tagLst>
</file>

<file path=ppt/tags/tag18.xml><?xml version="1.0" encoding="utf-8"?>
<p:tagLst xmlns:a="http://schemas.openxmlformats.org/drawingml/2006/main" xmlns:r="http://schemas.openxmlformats.org/officeDocument/2006/relationships" xmlns:p="http://schemas.openxmlformats.org/presentationml/2006/main">
  <p:tag name="PR3Z3N" val="ebf9c9c1-269b-49cd-b74c-1fef83f6110f"/>
</p:tagLst>
</file>

<file path=ppt/tags/tag19.xml><?xml version="1.0" encoding="utf-8"?>
<p:tagLst xmlns:a="http://schemas.openxmlformats.org/drawingml/2006/main" xmlns:r="http://schemas.openxmlformats.org/officeDocument/2006/relationships" xmlns:p="http://schemas.openxmlformats.org/presentationml/2006/main">
  <p:tag name="PR3Z3N" val="ebf9c9c1-269b-49cd-b74c-1fef83f6110f"/>
</p:tagLst>
</file>

<file path=ppt/tags/tag20.xml><?xml version="1.0" encoding="utf-8"?>
<p:tagLst xmlns:a="http://schemas.openxmlformats.org/drawingml/2006/main" xmlns:r="http://schemas.openxmlformats.org/officeDocument/2006/relationships" xmlns:p="http://schemas.openxmlformats.org/presentationml/2006/main">
  <p:tag name="PR3Z3N" val="ebf9c9c1-269b-49cd-b74c-1fef83f6110f"/>
</p:tagLst>
</file>

<file path=ppt/tags/tag21.xml><?xml version="1.0" encoding="utf-8"?>
<p:tagLst xmlns:a="http://schemas.openxmlformats.org/drawingml/2006/main" xmlns:r="http://schemas.openxmlformats.org/officeDocument/2006/relationships" xmlns:p="http://schemas.openxmlformats.org/presentationml/2006/main">
  <p:tag name="PR3Z3N" val="072b375d-5ff5-4548-8cad-a1442fa61234"/>
</p:tagLst>
</file>

<file path=ppt/tags/tag22.xml><?xml version="1.0" encoding="utf-8"?>
<p:tagLst xmlns:a="http://schemas.openxmlformats.org/drawingml/2006/main" xmlns:r="http://schemas.openxmlformats.org/officeDocument/2006/relationships" xmlns:p="http://schemas.openxmlformats.org/presentationml/2006/main">
  <p:tag name="PR3Z3N" val="072b375d-5ff5-4548-8cad-a1442fa61234"/>
</p:tagLst>
</file>

<file path=ppt/tags/tag23.xml><?xml version="1.0" encoding="utf-8"?>
<p:tagLst xmlns:a="http://schemas.openxmlformats.org/drawingml/2006/main" xmlns:r="http://schemas.openxmlformats.org/officeDocument/2006/relationships" xmlns:p="http://schemas.openxmlformats.org/presentationml/2006/main">
  <p:tag name="PR3Z3N" val="04c5cae0-5854-4bfb-90de-0538ce5ee3ac"/>
</p:tagLst>
</file>

<file path=ppt/tags/tag24.xml><?xml version="1.0" encoding="utf-8"?>
<p:tagLst xmlns:a="http://schemas.openxmlformats.org/drawingml/2006/main" xmlns:r="http://schemas.openxmlformats.org/officeDocument/2006/relationships" xmlns:p="http://schemas.openxmlformats.org/presentationml/2006/main">
  <p:tag name="PR3Z3N" val="3e662c30-33ad-4448-9c60-6c7472ec52d5"/>
</p:tagLst>
</file>

<file path=ppt/tags/tag25.xml><?xml version="1.0" encoding="utf-8"?>
<p:tagLst xmlns:a="http://schemas.openxmlformats.org/drawingml/2006/main" xmlns:r="http://schemas.openxmlformats.org/officeDocument/2006/relationships" xmlns:p="http://schemas.openxmlformats.org/presentationml/2006/main">
  <p:tag name="PR3Z3N" val="3e662c30-33ad-4448-9c60-6c7472ec52d5"/>
</p:tagLst>
</file>

<file path=ppt/tags/tag26.xml><?xml version="1.0" encoding="utf-8"?>
<p:tagLst xmlns:a="http://schemas.openxmlformats.org/drawingml/2006/main" xmlns:r="http://schemas.openxmlformats.org/officeDocument/2006/relationships" xmlns:p="http://schemas.openxmlformats.org/presentationml/2006/main">
  <p:tag name="PR3Z3N" val="f01732bc-3441-40b0-b196-d7b6fc147a5f"/>
</p:tagLst>
</file>

<file path=ppt/tags/tag27.xml><?xml version="1.0" encoding="utf-8"?>
<p:tagLst xmlns:a="http://schemas.openxmlformats.org/drawingml/2006/main" xmlns:r="http://schemas.openxmlformats.org/officeDocument/2006/relationships" xmlns:p="http://schemas.openxmlformats.org/presentationml/2006/main">
  <p:tag name="PR3Z3N" val="c8ce80b5-4a7e-4c52-ae84-840bc3e45cc0"/>
</p:tagLst>
</file>

<file path=ppt/tags/tag28.xml><?xml version="1.0" encoding="utf-8"?>
<p:tagLst xmlns:a="http://schemas.openxmlformats.org/drawingml/2006/main" xmlns:r="http://schemas.openxmlformats.org/officeDocument/2006/relationships" xmlns:p="http://schemas.openxmlformats.org/presentationml/2006/main">
  <p:tag name="PR3Z3N" val="04c5cae0-5854-4bfb-90de-0538ce5ee3ac"/>
</p:tagLst>
</file>

<file path=ppt/tags/tag29.xml><?xml version="1.0" encoding="utf-8"?>
<p:tagLst xmlns:a="http://schemas.openxmlformats.org/drawingml/2006/main" xmlns:r="http://schemas.openxmlformats.org/officeDocument/2006/relationships" xmlns:p="http://schemas.openxmlformats.org/presentationml/2006/main">
  <p:tag name="PR3Z3N" val="3e662c30-33ad-4448-9c60-6c7472ec52d5"/>
</p:tagLst>
</file>

<file path=ppt/tags/tag30.xml><?xml version="1.0" encoding="utf-8"?>
<p:tagLst xmlns:a="http://schemas.openxmlformats.org/drawingml/2006/main" xmlns:r="http://schemas.openxmlformats.org/officeDocument/2006/relationships" xmlns:p="http://schemas.openxmlformats.org/presentationml/2006/main">
  <p:tag name="PR3Z3N" val="3e662c30-33ad-4448-9c60-6c7472ec52d5"/>
</p:tagLst>
</file>

<file path=ppt/tags/tag31.xml><?xml version="1.0" encoding="utf-8"?>
<p:tagLst xmlns:a="http://schemas.openxmlformats.org/drawingml/2006/main" xmlns:r="http://schemas.openxmlformats.org/officeDocument/2006/relationships" xmlns:p="http://schemas.openxmlformats.org/presentationml/2006/main">
  <p:tag name="PR3Z3N" val="f01732bc-3441-40b0-b196-d7b6fc147a5f"/>
</p:tagLst>
</file>

<file path=ppt/tags/tag32.xml><?xml version="1.0" encoding="utf-8"?>
<p:tagLst xmlns:a="http://schemas.openxmlformats.org/drawingml/2006/main" xmlns:r="http://schemas.openxmlformats.org/officeDocument/2006/relationships" xmlns:p="http://schemas.openxmlformats.org/presentationml/2006/main">
  <p:tag name="PR3Z3N" val="c8ce80b5-4a7e-4c52-ae84-840bc3e45cc0"/>
</p:tagLst>
</file>

<file path=ppt/tags/tag33.xml><?xml version="1.0" encoding="utf-8"?>
<p:tagLst xmlns:a="http://schemas.openxmlformats.org/drawingml/2006/main" xmlns:r="http://schemas.openxmlformats.org/officeDocument/2006/relationships" xmlns:p="http://schemas.openxmlformats.org/presentationml/2006/main">
  <p:tag name="PR3Z3N" val="2dba0975-2a50-45c4-a9c9-193d6d5bbe87"/>
</p:tagLst>
</file>

<file path=ppt/tags/tag34.xml><?xml version="1.0" encoding="utf-8"?>
<p:tagLst xmlns:a="http://schemas.openxmlformats.org/drawingml/2006/main" xmlns:r="http://schemas.openxmlformats.org/officeDocument/2006/relationships" xmlns:p="http://schemas.openxmlformats.org/presentationml/2006/main">
  <p:tag name="PR3Z3N" val="ea878ca3-02d7-40c0-a85c-26d69349f7d0"/>
</p:tagLst>
</file>

<file path=ppt/tags/tag35.xml><?xml version="1.0" encoding="utf-8"?>
<p:tagLst xmlns:a="http://schemas.openxmlformats.org/drawingml/2006/main" xmlns:r="http://schemas.openxmlformats.org/officeDocument/2006/relationships" xmlns:p="http://schemas.openxmlformats.org/presentationml/2006/main">
  <p:tag name="PR3Z3N" val="ea878ca3-02d7-40c0-a85c-26d69349f7d0"/>
</p:tagLst>
</file>

<file path=ppt/tags/tag36.xml><?xml version="1.0" encoding="utf-8"?>
<p:tagLst xmlns:a="http://schemas.openxmlformats.org/drawingml/2006/main" xmlns:r="http://schemas.openxmlformats.org/officeDocument/2006/relationships" xmlns:p="http://schemas.openxmlformats.org/presentationml/2006/main">
  <p:tag name="PR3Z3N" val="e7734f56-076a-4261-828b-bc2793cb955e"/>
</p:tagLst>
</file>

<file path=ppt/tags/tag37.xml><?xml version="1.0" encoding="utf-8"?>
<p:tagLst xmlns:a="http://schemas.openxmlformats.org/drawingml/2006/main" xmlns:r="http://schemas.openxmlformats.org/officeDocument/2006/relationships" xmlns:p="http://schemas.openxmlformats.org/presentationml/2006/main">
  <p:tag name="PR3Z3N" val="072b375d-5ff5-4548-8cad-a1442fa61234"/>
</p:tagLst>
</file>

<file path=ppt/tags/tag38.xml><?xml version="1.0" encoding="utf-8"?>
<p:tagLst xmlns:a="http://schemas.openxmlformats.org/drawingml/2006/main" xmlns:r="http://schemas.openxmlformats.org/officeDocument/2006/relationships" xmlns:p="http://schemas.openxmlformats.org/presentationml/2006/main">
  <p:tag name="PR3Z3N" val="51df8a30-f5a2-4597-a665-713e28302360"/>
</p:tagLst>
</file>

<file path=ppt/tags/tag39.xml><?xml version="1.0" encoding="utf-8"?>
<p:tagLst xmlns:a="http://schemas.openxmlformats.org/drawingml/2006/main" xmlns:r="http://schemas.openxmlformats.org/officeDocument/2006/relationships" xmlns:p="http://schemas.openxmlformats.org/presentationml/2006/main">
  <p:tag name="PR3Z3N" val="79bbc4ea-9570-4fda-a4c6-6580807adcb9"/>
</p:tagLst>
</file>

<file path=ppt/tags/tag40.xml><?xml version="1.0" encoding="utf-8"?>
<p:tagLst xmlns:a="http://schemas.openxmlformats.org/drawingml/2006/main" xmlns:r="http://schemas.openxmlformats.org/officeDocument/2006/relationships" xmlns:p="http://schemas.openxmlformats.org/presentationml/2006/main">
  <p:tag name="PR3Z3N" val="79bbc4ea-9570-4fda-a4c6-6580807adcb9"/>
</p:tagLst>
</file>

<file path=ppt/tags/tag41.xml><?xml version="1.0" encoding="utf-8"?>
<p:tagLst xmlns:a="http://schemas.openxmlformats.org/drawingml/2006/main" xmlns:r="http://schemas.openxmlformats.org/officeDocument/2006/relationships" xmlns:p="http://schemas.openxmlformats.org/presentationml/2006/main">
  <p:tag name="PR3Z3N" val="ebf9c9c1-269b-49cd-b74c-1fef83f6110f"/>
</p:tagLst>
</file>

<file path=ppt/tags/tag42.xml><?xml version="1.0" encoding="utf-8"?>
<p:tagLst xmlns:a="http://schemas.openxmlformats.org/drawingml/2006/main" xmlns:r="http://schemas.openxmlformats.org/officeDocument/2006/relationships" xmlns:p="http://schemas.openxmlformats.org/presentationml/2006/main">
  <p:tag name="PR3Z3N" val="fbfe69f5-d7b7-46b4-80d1-b9ab0160c87d"/>
</p:tagLst>
</file>

<file path=ppt/tags/tag43.xml><?xml version="1.0" encoding="utf-8"?>
<p:tagLst xmlns:a="http://schemas.openxmlformats.org/drawingml/2006/main" xmlns:r="http://schemas.openxmlformats.org/officeDocument/2006/relationships" xmlns:p="http://schemas.openxmlformats.org/presentationml/2006/main">
  <p:tag name="PR3Z3N" val="51df8a30-f5a2-4597-a665-713e28302360"/>
</p:tagLst>
</file>

<file path=ppt/tags/tag44.xml><?xml version="1.0" encoding="utf-8"?>
<p:tagLst xmlns:a="http://schemas.openxmlformats.org/drawingml/2006/main" xmlns:r="http://schemas.openxmlformats.org/officeDocument/2006/relationships" xmlns:p="http://schemas.openxmlformats.org/presentationml/2006/main">
  <p:tag name="PR3Z3N" val="79bbc4ea-9570-4fda-a4c6-6580807adcb9"/>
</p:tagLst>
</file>

<file path=ppt/tags/tag45.xml><?xml version="1.0" encoding="utf-8"?>
<p:tagLst xmlns:a="http://schemas.openxmlformats.org/drawingml/2006/main" xmlns:r="http://schemas.openxmlformats.org/officeDocument/2006/relationships" xmlns:p="http://schemas.openxmlformats.org/presentationml/2006/main">
  <p:tag name="PR3Z3N" val="79bbc4ea-9570-4fda-a4c6-6580807adcb9"/>
</p:tagLst>
</file>

<file path=ppt/tags/tag46.xml><?xml version="1.0" encoding="utf-8"?>
<p:tagLst xmlns:a="http://schemas.openxmlformats.org/drawingml/2006/main" xmlns:r="http://schemas.openxmlformats.org/officeDocument/2006/relationships" xmlns:p="http://schemas.openxmlformats.org/presentationml/2006/main">
  <p:tag name="PR3Z3N" val="2dba0975-2a50-45c4-a9c9-193d6d5bbe87"/>
</p:tagLst>
</file>

<file path=ppt/tags/tag47.xml><?xml version="1.0" encoding="utf-8"?>
<p:tagLst xmlns:a="http://schemas.openxmlformats.org/drawingml/2006/main" xmlns:r="http://schemas.openxmlformats.org/officeDocument/2006/relationships" xmlns:p="http://schemas.openxmlformats.org/presentationml/2006/main">
  <p:tag name="PR3Z3N" val="ea878ca3-02d7-40c0-a85c-26d69349f7d0"/>
</p:tagLst>
</file>

<file path=ppt/tags/tag48.xml><?xml version="1.0" encoding="utf-8"?>
<p:tagLst xmlns:a="http://schemas.openxmlformats.org/drawingml/2006/main" xmlns:r="http://schemas.openxmlformats.org/officeDocument/2006/relationships" xmlns:p="http://schemas.openxmlformats.org/presentationml/2006/main">
  <p:tag name="PR3Z3N" val="ea878ca3-02d7-40c0-a85c-26d69349f7d0"/>
</p:tagLst>
</file>

<file path=ppt/tags/tag49.xml><?xml version="1.0" encoding="utf-8"?>
<p:tagLst xmlns:a="http://schemas.openxmlformats.org/drawingml/2006/main" xmlns:r="http://schemas.openxmlformats.org/officeDocument/2006/relationships" xmlns:p="http://schemas.openxmlformats.org/presentationml/2006/main">
  <p:tag name="PR3Z3N" val="04c5cae0-5854-4bfb-90de-0538ce5ee3ac"/>
</p:tagLst>
</file>

<file path=ppt/tags/tag50.xml><?xml version="1.0" encoding="utf-8"?>
<p:tagLst xmlns:a="http://schemas.openxmlformats.org/drawingml/2006/main" xmlns:r="http://schemas.openxmlformats.org/officeDocument/2006/relationships" xmlns:p="http://schemas.openxmlformats.org/presentationml/2006/main">
  <p:tag name="PR3Z3N" val="3e662c30-33ad-4448-9c60-6c7472ec52d5"/>
</p:tagLst>
</file>

<file path=ppt/tags/tag51.xml><?xml version="1.0" encoding="utf-8"?>
<p:tagLst xmlns:a="http://schemas.openxmlformats.org/drawingml/2006/main" xmlns:r="http://schemas.openxmlformats.org/officeDocument/2006/relationships" xmlns:p="http://schemas.openxmlformats.org/presentationml/2006/main">
  <p:tag name="PR3Z3N" val="3e662c30-33ad-4448-9c60-6c7472ec52d5"/>
</p:tagLst>
</file>

<file path=ppt/tags/tag52.xml><?xml version="1.0" encoding="utf-8"?>
<p:tagLst xmlns:a="http://schemas.openxmlformats.org/drawingml/2006/main" xmlns:r="http://schemas.openxmlformats.org/officeDocument/2006/relationships" xmlns:p="http://schemas.openxmlformats.org/presentationml/2006/main">
  <p:tag name="PR3Z3N" val="f01732bc-3441-40b0-b196-d7b6fc147a5f"/>
</p:tagLst>
</file>

<file path=ppt/tags/tag53.xml><?xml version="1.0" encoding="utf-8"?>
<p:tagLst xmlns:a="http://schemas.openxmlformats.org/drawingml/2006/main" xmlns:r="http://schemas.openxmlformats.org/officeDocument/2006/relationships" xmlns:p="http://schemas.openxmlformats.org/presentationml/2006/main">
  <p:tag name="PR3Z3N" val="c8ce80b5-4a7e-4c52-ae84-840bc3e45cc0"/>
</p:tagLst>
</file>

<file path=ppt/tags/tag54.xml><?xml version="1.0" encoding="utf-8"?>
<p:tagLst xmlns:a="http://schemas.openxmlformats.org/drawingml/2006/main" xmlns:r="http://schemas.openxmlformats.org/officeDocument/2006/relationships" xmlns:p="http://schemas.openxmlformats.org/presentationml/2006/main">
  <p:tag name="PR3Z3N" val="e7734f56-076a-4261-828b-bc2793cb955e"/>
</p:tagLst>
</file>

<file path=ppt/tags/tag55.xml><?xml version="1.0" encoding="utf-8"?>
<p:tagLst xmlns:a="http://schemas.openxmlformats.org/drawingml/2006/main" xmlns:r="http://schemas.openxmlformats.org/officeDocument/2006/relationships" xmlns:p="http://schemas.openxmlformats.org/presentationml/2006/main">
  <p:tag name="PR3Z3N" val="072b375d-5ff5-4548-8cad-a1442fa61234"/>
</p:tagLst>
</file>

<file path=ppt/tags/tag56.xml><?xml version="1.0" encoding="utf-8"?>
<p:tagLst xmlns:a="http://schemas.openxmlformats.org/drawingml/2006/main" xmlns:r="http://schemas.openxmlformats.org/officeDocument/2006/relationships" xmlns:p="http://schemas.openxmlformats.org/presentationml/2006/main">
  <p:tag name="PR3Z3N" val="ebf9c9c1-269b-49cd-b74c-1fef83f6110f"/>
</p:tagLst>
</file>

<file path=ppt/tags/tag57.xml><?xml version="1.0" encoding="utf-8"?>
<p:tagLst xmlns:a="http://schemas.openxmlformats.org/drawingml/2006/main" xmlns:r="http://schemas.openxmlformats.org/officeDocument/2006/relationships" xmlns:p="http://schemas.openxmlformats.org/presentationml/2006/main">
  <p:tag name="PR3Z3N" val="fbfe69f5-d7b7-46b4-80d1-b9ab0160c87d"/>
</p:tagLst>
</file>

<file path=ppt/theme/theme1.xml><?xml version="1.0" encoding="utf-8"?>
<a:theme xmlns:a="http://schemas.openxmlformats.org/drawingml/2006/main" name="FY26 Cisco Default Lite">
  <a:themeElements>
    <a:clrScheme name="Cisco Light 04-16-2025">
      <a:dk1>
        <a:srgbClr val="07182D"/>
      </a:dk1>
      <a:lt1>
        <a:srgbClr val="FFFFFF"/>
      </a:lt1>
      <a:dk2>
        <a:srgbClr val="525E6C"/>
      </a:dk2>
      <a:lt2>
        <a:srgbClr val="B4B9C0"/>
      </a:lt2>
      <a:accent1>
        <a:srgbClr val="02C8FF"/>
      </a:accent1>
      <a:accent2>
        <a:srgbClr val="0A60FF"/>
      </a:accent2>
      <a:accent3>
        <a:srgbClr val="FF007F"/>
      </a:accent3>
      <a:accent4>
        <a:srgbClr val="FF9000"/>
      </a:accent4>
      <a:accent5>
        <a:srgbClr val="D6D6D6"/>
      </a:accent5>
      <a:accent6>
        <a:srgbClr val="6B6B6B"/>
      </a:accent6>
      <a:hlink>
        <a:srgbClr val="07182D"/>
      </a:hlink>
      <a:folHlink>
        <a:srgbClr val="C0C0C0"/>
      </a:folHlink>
    </a:clrScheme>
    <a:fontScheme name="Cisco PowerPoint 02-26-2025">
      <a:majorFont>
        <a:latin typeface="CiscoSansTT Medium"/>
        <a:ea typeface=""/>
        <a:cs typeface=""/>
      </a:majorFont>
      <a:minorFont>
        <a:latin typeface="CiscoSansTT"/>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w="15875">
          <a:solidFill>
            <a:schemeClr val="bg2"/>
          </a:solidFill>
        </a:ln>
        <a:effectLst/>
      </a:spPr>
      <a:bodyPr lIns="182880" tIns="182880" rIns="182880" bIns="182880" rtlCol="0" anchor="t" anchorCtr="0">
        <a:noAutofit/>
      </a:bodyPr>
      <a:lstStyle>
        <a:defPPr marL="182880" indent="-182880" algn="l">
          <a:buFont typeface="Arial" panose="020B0604020202020204" pitchFamily="34" charset="0"/>
          <a:buChar char="•"/>
          <a:defRPr sz="1600" dirty="0"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0" rIns="0" bIns="0" rtlCol="0">
        <a:noAutofit/>
      </a:bodyPr>
      <a:lstStyle>
        <a:defPPr marL="182880" indent="-182880" algn="l" defTabSz="912276" rtl="0" eaLnBrk="1" fontAlgn="base" hangingPunct="1">
          <a:lnSpc>
            <a:spcPct val="100000"/>
          </a:lnSpc>
          <a:spcBef>
            <a:spcPts val="0"/>
          </a:spcBef>
          <a:spcAft>
            <a:spcPts val="1000"/>
          </a:spcAft>
          <a:buClr>
            <a:schemeClr val="bg1"/>
          </a:buClr>
          <a:buSzPct val="100000"/>
          <a:buFont typeface="Arial" panose="020B0604020202020204" pitchFamily="34" charset="0"/>
          <a:buChar char="•"/>
          <a:defRPr sz="1600" kern="1200" dirty="0" err="1" smtClean="0">
            <a:solidFill>
              <a:schemeClr val="bg1"/>
            </a:solidFill>
            <a:latin typeface="+mn-lt"/>
            <a:ea typeface="ＭＳ Ｐゴシック" charset="0"/>
          </a:defRPr>
        </a:defPPr>
      </a:lstStyle>
    </a:txDef>
  </a:objectDefaults>
  <a:extraClrSchemeLst/>
  <a:extLst>
    <a:ext uri="{05A4C25C-085E-4340-85A3-A5531E510DB2}">
      <thm15:themeFamily xmlns:thm15="http://schemas.microsoft.com/office/thememl/2012/main" name="FY26 Cisco Default Lite" id="{F6C7F7AC-E1D6-45EE-8B20-455D1551AF7D}" vid="{CB715792-BBCD-4822-A472-92D55CCFFCC3}"/>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A39D6B2EE83DB14EAE4D4E887B3F81DB" ma:contentTypeVersion="11" ma:contentTypeDescription="Create a new document." ma:contentTypeScope="" ma:versionID="7cfedeb2a821f50de8ec69fdca3c6975">
  <xsd:schema xmlns:xsd="http://www.w3.org/2001/XMLSchema" xmlns:xs="http://www.w3.org/2001/XMLSchema" xmlns:p="http://schemas.microsoft.com/office/2006/metadata/properties" xmlns:ns2="6223803d-db04-4a26-90f0-03146355f1f7" xmlns:ns3="4870b60d-91a9-42aa-92e9-819e01b9fe5e" targetNamespace="http://schemas.microsoft.com/office/2006/metadata/properties" ma:root="true" ma:fieldsID="c55c233f9708fa5900bc8b0973ab318a" ns2:_="" ns3:_="">
    <xsd:import namespace="6223803d-db04-4a26-90f0-03146355f1f7"/>
    <xsd:import namespace="4870b60d-91a9-42aa-92e9-819e01b9fe5e"/>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LengthInSeconds" minOccurs="0"/>
                <xsd:element ref="ns3:SharedWithUsers" minOccurs="0"/>
                <xsd:element ref="ns3:SharedWithDetails" minOccurs="0"/>
                <xsd:element ref="ns2:MediaServiceObjectDetectorVersions" minOccurs="0"/>
                <xsd:element ref="ns2:MediaServiceGenerationTime" minOccurs="0"/>
                <xsd:element ref="ns2:MediaServiceEventHashCode"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223803d-db04-4a26-90f0-03146355f1f7"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LengthInSeconds" ma:index="11" nillable="true" ma:displayName="MediaLengthInSeconds" ma:hidden="true" ma:internalName="MediaLengthInSeconds" ma:readOnly="true">
      <xsd:simpleType>
        <xsd:restriction base="dms:Unknown"/>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SearchProperties" ma:index="17" nillable="true" ma:displayName="MediaServiceSearchProperties" ma:hidden="true" ma:internalName="MediaServiceSearchProperties" ma:readOnly="true">
      <xsd:simpleType>
        <xsd:restriction base="dms:Note"/>
      </xsd:simpleType>
    </xsd:element>
    <xsd:element name="MediaServiceBillingMetadata" ma:index="18"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4870b60d-91a9-42aa-92e9-819e01b9fe5e"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EDFBF91C-F517-4E7A-A244-7AD1DF409265}">
  <ds:schemaRefs>
    <ds:schemaRef ds:uri="http://schemas.microsoft.com/office/2006/documentManagement/types"/>
    <ds:schemaRef ds:uri="http://schemas.openxmlformats.org/package/2006/metadata/core-properties"/>
    <ds:schemaRef ds:uri="4870b60d-91a9-42aa-92e9-819e01b9fe5e"/>
    <ds:schemaRef ds:uri="http://purl.org/dc/dcmitype/"/>
    <ds:schemaRef ds:uri="http://www.w3.org/XML/1998/namespace"/>
    <ds:schemaRef ds:uri="6223803d-db04-4a26-90f0-03146355f1f7"/>
    <ds:schemaRef ds:uri="http://schemas.microsoft.com/office/2006/metadata/properties"/>
    <ds:schemaRef ds:uri="http://schemas.microsoft.com/office/infopath/2007/PartnerControls"/>
    <ds:schemaRef ds:uri="http://purl.org/dc/terms/"/>
    <ds:schemaRef ds:uri="http://purl.org/dc/elements/1.1/"/>
  </ds:schemaRefs>
</ds:datastoreItem>
</file>

<file path=customXml/itemProps2.xml><?xml version="1.0" encoding="utf-8"?>
<ds:datastoreItem xmlns:ds="http://schemas.openxmlformats.org/officeDocument/2006/customXml" ds:itemID="{BEDC515B-992C-43E2-9B90-3C6BDE7FC68F}">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223803d-db04-4a26-90f0-03146355f1f7"/>
    <ds:schemaRef ds:uri="4870b60d-91a9-42aa-92e9-819e01b9fe5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015A0EF1-5509-40F7-9EEA-8C5148581DB5}">
  <ds:schemaRefs>
    <ds:schemaRef ds:uri="http://schemas.microsoft.com/sharepoint/v3/contenttype/forms"/>
  </ds:schemaRefs>
</ds:datastoreItem>
</file>

<file path=docMetadata/LabelInfo.xml><?xml version="1.0" encoding="utf-8"?>
<clbl:labelList xmlns:clbl="http://schemas.microsoft.com/office/2020/mipLabelMetadata">
  <clbl:label id="{c8f49a32-fde3-48a5-9266-b5b0972a22dc}" enabled="1" method="Standard" siteId="{5ae1af62-9505-4097-a69a-c1553ef7840e}" removed="0"/>
</clbl:labelList>
</file>

<file path=docProps/app.xml><?xml version="1.0" encoding="utf-8"?>
<Properties xmlns="http://schemas.openxmlformats.org/officeDocument/2006/extended-properties" xmlns:vt="http://schemas.openxmlformats.org/officeDocument/2006/docPropsVTypes">
  <Template>Default Theme</Template>
  <TotalTime>9392</TotalTime>
  <Words>4999</Words>
  <Application>Microsoft Office PowerPoint</Application>
  <PresentationFormat>Widescreen</PresentationFormat>
  <Paragraphs>669</Paragraphs>
  <Slides>34</Slides>
  <Notes>9</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34</vt:i4>
      </vt:variant>
    </vt:vector>
  </HeadingPairs>
  <TitlesOfParts>
    <vt:vector size="43" baseType="lpstr">
      <vt:lpstr>Wingdings</vt:lpstr>
      <vt:lpstr>MS PGothic</vt:lpstr>
      <vt:lpstr>CiscoSansTT Medium</vt:lpstr>
      <vt:lpstr>CiscoSansTT</vt:lpstr>
      <vt:lpstr>Impact</vt:lpstr>
      <vt:lpstr>Aptos</vt:lpstr>
      <vt:lpstr>Calibri</vt:lpstr>
      <vt:lpstr>Arial</vt:lpstr>
      <vt:lpstr>FY26 Cisco Default Lite</vt:lpstr>
      <vt:lpstr>Tagging &amp; Tracking Overview</vt:lpstr>
      <vt:lpstr>Module1: Introduction &amp; Overview</vt:lpstr>
      <vt:lpstr>PowerPoint Presentation</vt:lpstr>
      <vt:lpstr>Current State</vt:lpstr>
      <vt:lpstr>Strategic Value of Campaign Tagging &amp; Tracking</vt:lpstr>
      <vt:lpstr>Navigating the Hybrid Tracking Landscape</vt:lpstr>
      <vt:lpstr>Campaign Tagging &amp; Tracking ID Types</vt:lpstr>
      <vt:lpstr>Module2: Activity IDs</vt:lpstr>
      <vt:lpstr>Operational Impact of an Activity ID</vt:lpstr>
      <vt:lpstr>Structure of an Activity ID</vt:lpstr>
      <vt:lpstr>Create an ID for Each of your Initiatives</vt:lpstr>
      <vt:lpstr>Technology Insights Reporting</vt:lpstr>
      <vt:lpstr>VDC Executive Overview</vt:lpstr>
      <vt:lpstr>Self Service Deep Dive</vt:lpstr>
      <vt:lpstr>Seller Enablement</vt:lpstr>
      <vt:lpstr>Module 3: Drive To &amp; Offer IDs</vt:lpstr>
      <vt:lpstr>Structure of a Drive To ID</vt:lpstr>
      <vt:lpstr>Structure of an Offer ID</vt:lpstr>
      <vt:lpstr>Anatomy of a Deal</vt:lpstr>
      <vt:lpstr>Vehicle Demand Performance</vt:lpstr>
      <vt:lpstr>Content Impact Scorecard</vt:lpstr>
      <vt:lpstr>ID Relationships</vt:lpstr>
      <vt:lpstr>Why Legacy Tracking is No Longer Enough</vt:lpstr>
      <vt:lpstr>Module 4: UTM Tagging</vt:lpstr>
      <vt:lpstr>Strategic Value of UTM Tracking</vt:lpstr>
      <vt:lpstr>UTM Tracking ID Types</vt:lpstr>
      <vt:lpstr>Empowering the Automation Engine Via Workfront</vt:lpstr>
      <vt:lpstr>Dissecting the Hybrid URL Requirements</vt:lpstr>
      <vt:lpstr>Module 5: Workfront IDs</vt:lpstr>
      <vt:lpstr>Strategic Value of Workfront IDs</vt:lpstr>
      <vt:lpstr>Workfront ID Types</vt:lpstr>
      <vt:lpstr>Structure of an Channel ID</vt:lpstr>
      <vt:lpstr>Module 6: When to use your IDs</vt:lpstr>
      <vt:lpstr>When to Use your IDs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Amanda Chenery (achenery)</dc:creator>
  <cp:lastModifiedBy>Amanda Chenery (achenery)</cp:lastModifiedBy>
  <cp:revision>2</cp:revision>
  <dcterms:created xsi:type="dcterms:W3CDTF">2026-06-16T14:36:29Z</dcterms:created>
  <dcterms:modified xsi:type="dcterms:W3CDTF">2026-08-17T16:51:07Z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0x010100A39D6B2EE83DB14EAE4D4E887B3F81DB</vt:lpwstr>
  </property>
</Properties>
</file>